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EE227 –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13</a:t>
            </a:r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Types of logical circuits</a:t>
            </a:r>
          </a:p>
          <a:p>
            <a:pPr lvl="1"/>
            <a:r>
              <a:rPr lang="en-US" dirty="0"/>
              <a:t>Combinational</a:t>
            </a:r>
          </a:p>
          <a:p>
            <a:pPr lvl="1"/>
            <a:r>
              <a:rPr lang="en-US" dirty="0"/>
              <a:t>Sequential</a:t>
            </a:r>
          </a:p>
          <a:p>
            <a:r>
              <a:rPr lang="en-US" dirty="0"/>
              <a:t>Combinational Circuits</a:t>
            </a:r>
          </a:p>
          <a:p>
            <a:r>
              <a:rPr lang="en-US" dirty="0"/>
              <a:t>Analysis Procedure</a:t>
            </a:r>
          </a:p>
          <a:p>
            <a:r>
              <a:rPr lang="en-US" dirty="0"/>
              <a:t>Design Procedure</a:t>
            </a:r>
          </a:p>
          <a:p>
            <a:r>
              <a:rPr lang="en-US" dirty="0"/>
              <a:t>Binary Adder –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Half Adder –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Full Adder –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Logical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Logic circuits for digital systems may be: </a:t>
            </a:r>
          </a:p>
          <a:p>
            <a:pPr lvl="1"/>
            <a:r>
              <a:rPr lang="en-US" dirty="0"/>
              <a:t>Combinational</a:t>
            </a:r>
          </a:p>
          <a:p>
            <a:pPr lvl="2"/>
            <a:r>
              <a:rPr lang="en-US" dirty="0"/>
              <a:t>A combinational circuit consists of logic gates whose outputs at any time are determined from only the present combination of inputs</a:t>
            </a:r>
          </a:p>
          <a:p>
            <a:pPr lvl="1"/>
            <a:r>
              <a:rPr lang="en-US" dirty="0"/>
              <a:t>Sequential</a:t>
            </a:r>
          </a:p>
          <a:p>
            <a:pPr lvl="2"/>
            <a:r>
              <a:rPr lang="en-US" dirty="0"/>
              <a:t>Sequential circuits employ storage elements in addition to logic gates. Their outputs are a function of the inputs and the state of the storage elements</a:t>
            </a:r>
          </a:p>
          <a:p>
            <a:pPr lvl="2"/>
            <a:r>
              <a:rPr lang="en-US" dirty="0"/>
              <a:t>The outputs of a sequential circuit depend not only on present values of inputs, but also on past inputs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 (1/3)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combinational circuit consists of an interconnection of logic gates</a:t>
            </a:r>
          </a:p>
          <a:p>
            <a:r>
              <a:rPr lang="en-US" dirty="0"/>
              <a:t>A block diagram of a combinational circuit is shown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 input binary variables come from an external source; the m output variables are produced by the internal combinational logic circuit and go to an external destination</a:t>
            </a:r>
          </a:p>
          <a:p>
            <a:r>
              <a:rPr lang="en-US" dirty="0"/>
              <a:t>Inputs and outputs are physical signals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2700338"/>
            <a:ext cx="5743575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033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 (2/3)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n input variables, there are 2</a:t>
            </a:r>
            <a:r>
              <a:rPr lang="en-US" baseline="30000" dirty="0"/>
              <a:t>n</a:t>
            </a:r>
            <a:r>
              <a:rPr lang="en-US" dirty="0"/>
              <a:t> possible combinations of the binary inputs</a:t>
            </a:r>
          </a:p>
          <a:p>
            <a:r>
              <a:rPr lang="en-US" dirty="0"/>
              <a:t>Thus, a combinational circuit can be specified with a truth table that lists the output values for each combination of input variables</a:t>
            </a:r>
          </a:p>
          <a:p>
            <a:r>
              <a:rPr lang="en-US" dirty="0"/>
              <a:t>A combinational circuit also can be described by m Boolean functions</a:t>
            </a:r>
          </a:p>
          <a:p>
            <a:pPr lvl="1"/>
            <a:r>
              <a:rPr lang="en-US" dirty="0"/>
              <a:t>One function for each output variable</a:t>
            </a:r>
          </a:p>
          <a:p>
            <a:pPr lvl="1"/>
            <a:r>
              <a:rPr lang="en-US" dirty="0"/>
              <a:t>Each output function is expressed in terms of the n input variables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8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are several combinational circuits that are employed extensively in the design of digital systems</a:t>
            </a:r>
          </a:p>
          <a:p>
            <a:r>
              <a:rPr lang="en-US" dirty="0"/>
              <a:t>These circuits are available in integrated circuits and are classified as standard components</a:t>
            </a:r>
          </a:p>
          <a:p>
            <a:r>
              <a:rPr lang="en-US" dirty="0"/>
              <a:t>Here, we will discuss the most important standard combinational circuits, such as adders, </a:t>
            </a:r>
            <a:r>
              <a:rPr lang="en-US" dirty="0" err="1"/>
              <a:t>subtractors</a:t>
            </a:r>
            <a:r>
              <a:rPr lang="en-US" dirty="0"/>
              <a:t>, comparators, decoders, encoders, and multiplexers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0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Procedure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analysis of a combinational circuit requires that we determine the function that the circuit implements</a:t>
            </a:r>
          </a:p>
          <a:p>
            <a:r>
              <a:rPr lang="en-US" dirty="0"/>
              <a:t>This task starts with a given logic diagram and ends with a set of Boolean functions, a truth table, or, possibly, an explanation of the circuit operation</a:t>
            </a:r>
          </a:p>
          <a:p>
            <a:r>
              <a:rPr lang="en-US" dirty="0"/>
              <a:t>The first step in the analysis is to make sure that the given circuit is combinational and not sequential</a:t>
            </a:r>
          </a:p>
          <a:p>
            <a:r>
              <a:rPr lang="en-US" b="1" dirty="0"/>
              <a:t>The diagram of a combinational circuit has logic gates with no feedback paths </a:t>
            </a:r>
            <a:r>
              <a:rPr lang="en-US" dirty="0"/>
              <a:t>or </a:t>
            </a:r>
            <a:r>
              <a:rPr lang="en-US" b="1" dirty="0"/>
              <a:t>memory elements</a:t>
            </a:r>
          </a:p>
          <a:p>
            <a:r>
              <a:rPr lang="en-US" dirty="0"/>
              <a:t>A feedback path is a connection from the output of one gate to the input of a second gate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8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Procedure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the logic diagram is verified to be that of a combinational circuit, one can proceed</a:t>
            </a:r>
          </a:p>
          <a:p>
            <a:r>
              <a:rPr lang="en-US" dirty="0"/>
              <a:t>To obtain the output Boolean functions from a logic diagram, we proceed as follows: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Label all gate outputs that are a function of input variables with arbitrary symbols — but with meaningful names. Determine the Boolean functions for each gate output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Label the gates that are a function of input variables and previously labeled gates with other arbitrary symbols. Find the Boolean functions for these gates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Repeat the process outlined in step 2 until the outputs of the circuit are obtained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By repeated substitution of previously defined functions, obtain the output Boolean functions in terms of input variables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8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Analysis Procedure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686800" cy="838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Obtain the Boolean Expression and Truth Table of the following circuit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52410"/>
            <a:ext cx="6400800" cy="4448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24701"/>
            <a:ext cx="6400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337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Explanation of Previous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Step 1</a:t>
            </a:r>
          </a:p>
          <a:p>
            <a:pPr lvl="1"/>
            <a:r>
              <a:rPr lang="en-US" dirty="0"/>
              <a:t>Label the output of each gate</a:t>
            </a:r>
          </a:p>
          <a:p>
            <a:r>
              <a:rPr lang="en-US" dirty="0"/>
              <a:t>Step 2</a:t>
            </a:r>
          </a:p>
          <a:p>
            <a:pPr lvl="1"/>
            <a:r>
              <a:rPr lang="en-US" dirty="0"/>
              <a:t>Write the function which are only dependent of input variables</a:t>
            </a:r>
          </a:p>
          <a:p>
            <a:pPr marL="457200" lvl="1" indent="0">
              <a:buNone/>
            </a:pPr>
            <a:r>
              <a:rPr lang="en-US" dirty="0"/>
              <a:t>	F</a:t>
            </a:r>
            <a:r>
              <a:rPr lang="en-US" baseline="-25000" dirty="0"/>
              <a:t>2</a:t>
            </a:r>
            <a:r>
              <a:rPr lang="en-US" dirty="0"/>
              <a:t> = AB + AC + BC	T</a:t>
            </a:r>
            <a:r>
              <a:rPr lang="en-US" baseline="-25000" dirty="0"/>
              <a:t>1</a:t>
            </a:r>
            <a:r>
              <a:rPr lang="en-US" dirty="0"/>
              <a:t> = A + B + C		T</a:t>
            </a:r>
            <a:r>
              <a:rPr lang="en-US" baseline="-25000" dirty="0"/>
              <a:t>2</a:t>
            </a:r>
            <a:r>
              <a:rPr lang="en-US" dirty="0"/>
              <a:t> = ABC</a:t>
            </a:r>
          </a:p>
          <a:p>
            <a:r>
              <a:rPr lang="en-US" dirty="0"/>
              <a:t>Step 3</a:t>
            </a:r>
          </a:p>
          <a:p>
            <a:pPr lvl="1"/>
            <a:r>
              <a:rPr lang="en-US" dirty="0"/>
              <a:t>Define the outputs of gates that are a function of already defined symbols</a:t>
            </a:r>
          </a:p>
          <a:p>
            <a:pPr marL="457200" lvl="1" indent="0">
              <a:buNone/>
            </a:pPr>
            <a:r>
              <a:rPr lang="en-US" dirty="0"/>
              <a:t>	T</a:t>
            </a:r>
            <a:r>
              <a:rPr lang="en-US" baseline="-25000" dirty="0"/>
              <a:t>3</a:t>
            </a:r>
            <a:r>
              <a:rPr lang="en-US" dirty="0"/>
              <a:t> = F’</a:t>
            </a:r>
            <a:r>
              <a:rPr lang="en-US" baseline="-25000" dirty="0"/>
              <a:t>2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		F</a:t>
            </a:r>
            <a:r>
              <a:rPr lang="en-US" baseline="-25000" dirty="0"/>
              <a:t>1</a:t>
            </a:r>
            <a:r>
              <a:rPr lang="en-US" dirty="0"/>
              <a:t> = T</a:t>
            </a:r>
            <a:r>
              <a:rPr lang="en-US" baseline="-25000" dirty="0"/>
              <a:t>3</a:t>
            </a:r>
            <a:r>
              <a:rPr lang="en-US" dirty="0"/>
              <a:t> + T</a:t>
            </a:r>
            <a:r>
              <a:rPr lang="en-US" baseline="-25000" dirty="0"/>
              <a:t>2</a:t>
            </a:r>
          </a:p>
          <a:p>
            <a:r>
              <a:rPr lang="en-US" dirty="0"/>
              <a:t>Step 4</a:t>
            </a:r>
          </a:p>
          <a:p>
            <a:pPr lvl="1"/>
            <a:r>
              <a:rPr lang="en-US" dirty="0"/>
              <a:t>To obtain F1 as a function of A , B , and C , we form a series of substitutions as follows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067300"/>
            <a:ext cx="749617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107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the Truth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There are two types of columns in the truth table of a combinational circuit</a:t>
            </a:r>
          </a:p>
          <a:p>
            <a:r>
              <a:rPr lang="en-US" dirty="0"/>
              <a:t>Follow these steps to obtain the truth table of a combinational circuit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Determine the number of input variables in the circuit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Label the outputs of selected gates with arbitrary symbols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Obtain the truth table for the outputs of those gates which are a function of the input variables only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Proceed to obtain the truth table for the outputs of those gates which are a function of previously defined values until the columns for all outputs are determined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9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 of Previous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752600"/>
            <a:ext cx="5867400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856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design of combinational circuits starts from the specification of the design objective and the procedure involves the following steps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Determine the required number of inputs and outputs and assign a symbol to each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Derive the truth table that defines the required relationship between inputs and outputs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Obtain the simplified Boolean functions for each output as a function of the input variables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Draw the logic diagram and verify the correctness of the design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2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/>
              <a:t>Considerations for a Practical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output binary functions are simplified by any available method, such as algebraic manipulation, the map method, or a computer-based simplification program</a:t>
            </a:r>
          </a:p>
          <a:p>
            <a:r>
              <a:rPr lang="en-US" dirty="0"/>
              <a:t>Frequently, there is a variety of simplified expressions from which to choose</a:t>
            </a:r>
          </a:p>
          <a:p>
            <a:r>
              <a:rPr lang="en-US" dirty="0"/>
              <a:t>A practical design must consider such constraints as:</a:t>
            </a:r>
          </a:p>
          <a:p>
            <a:pPr lvl="1"/>
            <a:r>
              <a:rPr lang="en-US" dirty="0"/>
              <a:t>The number of gates</a:t>
            </a:r>
          </a:p>
          <a:p>
            <a:pPr lvl="1"/>
            <a:r>
              <a:rPr lang="en-US" dirty="0"/>
              <a:t>Number of inputs to a gate</a:t>
            </a:r>
          </a:p>
          <a:p>
            <a:pPr lvl="1"/>
            <a:r>
              <a:rPr lang="en-US" dirty="0"/>
              <a:t>Propagation time of the signal through the gates</a:t>
            </a:r>
          </a:p>
          <a:p>
            <a:pPr lvl="1"/>
            <a:r>
              <a:rPr lang="en-US" dirty="0"/>
              <a:t>Number of interconnections</a:t>
            </a:r>
          </a:p>
          <a:p>
            <a:pPr lvl="1"/>
            <a:r>
              <a:rPr lang="en-US" dirty="0"/>
              <a:t>Limitations of the driving capability of each gate</a:t>
            </a:r>
          </a:p>
          <a:p>
            <a:pPr lvl="1"/>
            <a:r>
              <a:rPr lang="en-US" dirty="0"/>
              <a:t>Any other  criteria when designing integrated circuits</a:t>
            </a:r>
          </a:p>
          <a:p>
            <a:r>
              <a:rPr lang="en-US" dirty="0"/>
              <a:t>Since the importance of each constraint is dictated by the particular application, it is difficult to make a general statement about what constitutes an acceptable implementation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2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Adder – </a:t>
            </a:r>
            <a:r>
              <a:rPr lang="en-US" dirty="0" err="1"/>
              <a:t>Subtractor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Digital computers perform a variety of information-processing tasks</a:t>
            </a:r>
          </a:p>
          <a:p>
            <a:r>
              <a:rPr lang="en-US" dirty="0"/>
              <a:t>Among the functions encountered are the various arithmetic operations</a:t>
            </a:r>
          </a:p>
          <a:p>
            <a:r>
              <a:rPr lang="en-US" dirty="0"/>
              <a:t>The most basic arithmetic operation is the addition of two binary digits</a:t>
            </a:r>
          </a:p>
          <a:p>
            <a:r>
              <a:rPr lang="en-US" dirty="0"/>
              <a:t>Binary numbers are added bit by bit</a:t>
            </a:r>
          </a:p>
          <a:p>
            <a:r>
              <a:rPr lang="en-US" dirty="0"/>
              <a:t>To add two binary numbers we need to add two or three bits at a time</a:t>
            </a:r>
          </a:p>
          <a:p>
            <a:pPr lvl="1"/>
            <a:r>
              <a:rPr lang="en-US" dirty="0"/>
              <a:t>A combinational circuit that performs the addition of two bits is called a </a:t>
            </a:r>
            <a:r>
              <a:rPr lang="en-US" b="1" dirty="0"/>
              <a:t>half adder</a:t>
            </a:r>
          </a:p>
          <a:p>
            <a:pPr lvl="1"/>
            <a:r>
              <a:rPr lang="en-US" dirty="0"/>
              <a:t>One that performs the addition of three bits (two significant bits and a previous carry) is a </a:t>
            </a:r>
            <a:r>
              <a:rPr lang="en-US" b="1" dirty="0"/>
              <a:t>full adder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1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Designing a Half Adder – </a:t>
            </a:r>
            <a:r>
              <a:rPr lang="en-US" sz="3600" b="1" dirty="0" err="1"/>
              <a:t>Subtractor</a:t>
            </a:r>
            <a:r>
              <a:rPr lang="en-US" sz="3600" b="1" dirty="0"/>
              <a:t>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simple addition consists of four possible elementary operations:</a:t>
            </a:r>
          </a:p>
          <a:p>
            <a:pPr marL="400050" lvl="1" indent="0">
              <a:buNone/>
            </a:pPr>
            <a:r>
              <a:rPr lang="en-US" dirty="0"/>
              <a:t>			0 + 0 = 0 	</a:t>
            </a:r>
          </a:p>
          <a:p>
            <a:pPr marL="400050" lvl="1" indent="0">
              <a:buNone/>
            </a:pPr>
            <a:r>
              <a:rPr lang="en-US" dirty="0"/>
              <a:t>			0 + 1 = 1</a:t>
            </a:r>
          </a:p>
          <a:p>
            <a:pPr marL="400050" lvl="1" indent="0">
              <a:buNone/>
            </a:pPr>
            <a:r>
              <a:rPr lang="en-US" dirty="0"/>
              <a:t>			1 + 0 = 1		</a:t>
            </a:r>
          </a:p>
          <a:p>
            <a:pPr marL="400050" lvl="1" indent="0">
              <a:buNone/>
            </a:pPr>
            <a:r>
              <a:rPr lang="en-US" dirty="0"/>
              <a:t>			1 + 1 = 10</a:t>
            </a:r>
          </a:p>
          <a:p>
            <a:r>
              <a:rPr lang="en-US" dirty="0"/>
              <a:t>The MSB in 4</a:t>
            </a:r>
            <a:r>
              <a:rPr lang="en-US" baseline="30000" dirty="0"/>
              <a:t>th</a:t>
            </a:r>
            <a:r>
              <a:rPr lang="en-US" dirty="0"/>
              <a:t> case is called a carry and the bits other than the carry are called sum</a:t>
            </a:r>
          </a:p>
          <a:p>
            <a:r>
              <a:rPr lang="en-US" dirty="0"/>
              <a:t>Let S is the sum and C is carry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6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Designing a Half Adder – </a:t>
            </a:r>
            <a:r>
              <a:rPr lang="en-US" sz="3600" b="1" dirty="0" err="1"/>
              <a:t>Subtractor</a:t>
            </a:r>
            <a:r>
              <a:rPr lang="en-US" sz="3600" b="1" dirty="0"/>
              <a:t>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truth table of the half adder can be written 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from the truth table we can write the equations for S and C</a:t>
            </a:r>
          </a:p>
          <a:p>
            <a:pPr marL="0" indent="0" algn="ctr">
              <a:buNone/>
            </a:pPr>
            <a:r>
              <a:rPr lang="en-US" dirty="0"/>
              <a:t>S = </a:t>
            </a:r>
            <a:r>
              <a:rPr lang="en-US" dirty="0" err="1"/>
              <a:t>x’y</a:t>
            </a:r>
            <a:r>
              <a:rPr lang="en-US" dirty="0"/>
              <a:t> + </a:t>
            </a:r>
            <a:r>
              <a:rPr lang="en-US" dirty="0" err="1"/>
              <a:t>xy</a:t>
            </a:r>
            <a:r>
              <a:rPr lang="en-US" dirty="0"/>
              <a:t>’		C = </a:t>
            </a:r>
            <a:r>
              <a:rPr lang="en-US" dirty="0" err="1"/>
              <a:t>xy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586038"/>
            <a:ext cx="242887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52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Designing a Half Adder – </a:t>
            </a:r>
            <a:r>
              <a:rPr lang="en-US" sz="3600" b="1" dirty="0" err="1"/>
              <a:t>Subtractor</a:t>
            </a:r>
            <a:r>
              <a:rPr lang="en-US" sz="3600" b="1" dirty="0"/>
              <a:t> (3/3)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Boolean Expressions obtained are already simplified and no further simplification is possible</a:t>
            </a:r>
          </a:p>
          <a:p>
            <a:r>
              <a:rPr lang="en-US" dirty="0"/>
              <a:t>Now we can construct the circuit diagrams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0"/>
            <a:ext cx="401955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844636"/>
            <a:ext cx="290512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24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 of n-bit binary numbers requires the use of a full adder</a:t>
            </a:r>
          </a:p>
          <a:p>
            <a:r>
              <a:rPr lang="en-US" dirty="0"/>
              <a:t>A full adder is a combinational circuit that forms the arithmetic sum of three bits</a:t>
            </a:r>
          </a:p>
          <a:p>
            <a:r>
              <a:rPr lang="en-US" dirty="0"/>
              <a:t>It consists of three inputs and two outputs</a:t>
            </a:r>
          </a:p>
          <a:p>
            <a:r>
              <a:rPr lang="en-US" dirty="0"/>
              <a:t>A full adder can be made by combining two half adders with an OR gate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1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Full Adder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r>
              <a:rPr lang="en-US" dirty="0"/>
              <a:t>The truth table of a full adder is</a:t>
            </a:r>
          </a:p>
          <a:p>
            <a:endParaRPr lang="en-US" sz="2000" dirty="0"/>
          </a:p>
          <a:p>
            <a:r>
              <a:rPr lang="en-US" dirty="0"/>
              <a:t>We can obtain the expressions of S and C with k – map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20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1524000"/>
            <a:ext cx="29146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398" y="4343400"/>
            <a:ext cx="60769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13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Full Adder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= </a:t>
            </a:r>
            <a:r>
              <a:rPr lang="pl-PL" dirty="0"/>
              <a:t>xy</a:t>
            </a:r>
            <a:r>
              <a:rPr lang="en-US" dirty="0"/>
              <a:t>’</a:t>
            </a:r>
            <a:r>
              <a:rPr lang="pl-PL" dirty="0"/>
              <a:t>z</a:t>
            </a:r>
            <a:r>
              <a:rPr lang="en-US" dirty="0"/>
              <a:t>’</a:t>
            </a:r>
            <a:r>
              <a:rPr lang="pl-PL" dirty="0"/>
              <a:t> + x</a:t>
            </a:r>
            <a:r>
              <a:rPr lang="en-US" dirty="0"/>
              <a:t>’</a:t>
            </a:r>
            <a:r>
              <a:rPr lang="pl-PL" dirty="0"/>
              <a:t>yz</a:t>
            </a:r>
            <a:r>
              <a:rPr lang="en-US" dirty="0"/>
              <a:t>’</a:t>
            </a:r>
            <a:r>
              <a:rPr lang="pl-PL" dirty="0"/>
              <a:t> + xyz + x</a:t>
            </a:r>
            <a:r>
              <a:rPr lang="en-US" dirty="0"/>
              <a:t>’</a:t>
            </a:r>
            <a:r>
              <a:rPr lang="pl-PL" dirty="0"/>
              <a:t>y</a:t>
            </a:r>
            <a:r>
              <a:rPr lang="en-US" dirty="0"/>
              <a:t>’</a:t>
            </a:r>
            <a:r>
              <a:rPr lang="pl-PL" dirty="0"/>
              <a:t>z</a:t>
            </a:r>
            <a:r>
              <a:rPr lang="en-US" dirty="0"/>
              <a:t>		C = </a:t>
            </a:r>
            <a:r>
              <a:rPr lang="en-US" dirty="0" err="1"/>
              <a:t>xy</a:t>
            </a:r>
            <a:r>
              <a:rPr lang="en-US" dirty="0"/>
              <a:t> + </a:t>
            </a:r>
            <a:r>
              <a:rPr lang="en-US" dirty="0" err="1"/>
              <a:t>xz</a:t>
            </a:r>
            <a:r>
              <a:rPr lang="en-US" dirty="0"/>
              <a:t> + </a:t>
            </a:r>
            <a:r>
              <a:rPr lang="en-US" dirty="0" err="1"/>
              <a:t>yz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21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2514600"/>
            <a:ext cx="78867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916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Full Adder (3/3)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Instructor Waqar Baig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22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48" y="1600200"/>
            <a:ext cx="785812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19600"/>
            <a:ext cx="3609975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710112"/>
            <a:ext cx="25431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99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5184</TotalTime>
  <Words>1472</Words>
  <Application>Microsoft Office PowerPoint</Application>
  <PresentationFormat>On-screen Show (4:3)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EE227 – Digital Logic Design</vt:lpstr>
      <vt:lpstr>Outline</vt:lpstr>
      <vt:lpstr>Types of Logical Circuits</vt:lpstr>
      <vt:lpstr>Combinational Circuits (1/3) </vt:lpstr>
      <vt:lpstr>Combinational Circuits (2/3) </vt:lpstr>
      <vt:lpstr>Combinational Circuits (3/3)</vt:lpstr>
      <vt:lpstr>Analysis Procedure (1/2)</vt:lpstr>
      <vt:lpstr>Analysis Procedure (2/2)</vt:lpstr>
      <vt:lpstr>Analysis Procedure (Example)</vt:lpstr>
      <vt:lpstr>Explanation of Previous Example</vt:lpstr>
      <vt:lpstr>Obtaining the Truth Table</vt:lpstr>
      <vt:lpstr>Truth Table of Previous Example</vt:lpstr>
      <vt:lpstr>Design Procedure</vt:lpstr>
      <vt:lpstr>Considerations for a Practical Design</vt:lpstr>
      <vt:lpstr>Binary Adder – Subtractor</vt:lpstr>
      <vt:lpstr>Designing a Half Adder – Subtractor (1/3)</vt:lpstr>
      <vt:lpstr>Designing a Half Adder – Subtractor (2/3)</vt:lpstr>
      <vt:lpstr>Designing a Half Adder – Subtractor (3/3)</vt:lpstr>
      <vt:lpstr>Full Adder</vt:lpstr>
      <vt:lpstr>Designing a Full Adder (1/3)</vt:lpstr>
      <vt:lpstr>Designing a Full Adder (2/3)</vt:lpstr>
      <vt:lpstr>Designing a Full Adder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Waqar Baig</cp:lastModifiedBy>
  <cp:revision>211</cp:revision>
  <dcterms:created xsi:type="dcterms:W3CDTF">2018-01-21T13:37:44Z</dcterms:created>
  <dcterms:modified xsi:type="dcterms:W3CDTF">2026-03-02T03:26:47Z</dcterms:modified>
</cp:coreProperties>
</file>
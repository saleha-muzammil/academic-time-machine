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90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B70C8C-9AF4-4E7A-9798-A01A09A70AA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36B48-4479-477A-8B4D-E3ABDD98E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9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6006C-A9F8-AC0F-3A24-89F9C8C9B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794B23-AC8B-B3BA-D059-2922E0FA5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EEFCC-5B08-C5B9-B415-C577BF753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7290A-53DF-4926-A382-8E2DB430625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0CFF0-5782-1ABF-820F-684AFB6D0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D29D6-B28E-4853-013C-2B385DD8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6B486-CAB5-4CDA-B3D7-9FE98FEB3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84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419F1-6450-301E-9457-4ADA669E8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EC37B-720D-71F7-17FE-F8F9A3787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03E9B-4E4F-0200-48FF-BFC3BE854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7290A-53DF-4926-A382-8E2DB430625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8606A-3241-AA0E-5390-0C0698EEA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BB2B2-75A2-1002-5AAA-0326E2694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6B486-CAB5-4CDA-B3D7-9FE98FEB3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33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4388D-C8B8-84CF-F527-218566B7E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9F77D-90B4-A7BA-A497-F72B781E3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1A539-CFE0-5DEF-785E-836DF6C3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7290A-53DF-4926-A382-8E2DB430625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55406-C0DB-B150-B10B-7FBD1F54E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21195-6C4E-AD41-442F-5D197DE9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6B486-CAB5-4CDA-B3D7-9FE98FEB3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77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926F-1D3F-0BC2-2C29-5DEC81D87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5391C-24C5-077B-3F6B-A543D1C658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D3F5B-2F3F-7CA1-C1D6-B646BBB16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2177F-D65B-4FD0-4521-057CEB8F2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7290A-53DF-4926-A382-8E2DB430625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3CEF9-CF54-C7DC-4F80-74E057D25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76B32-58CE-B08B-9FFD-740FCA44E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6B486-CAB5-4CDA-B3D7-9FE98FEB3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94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A1A54-FD1C-DD1D-4164-11A513CBC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329F8-C938-F44C-7275-4CD6B9345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A11D1-6196-976D-950D-E14A6C103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A358A6-C2DD-BCFD-5DD9-17AE5E65A9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E434CE-1973-3E85-7156-B0535BDC78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0F5BBD-41C3-AD7A-0C30-F9C4A20B4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7290A-53DF-4926-A382-8E2DB430625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46089A-FD6F-46D5-9817-6AA0CDF42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F2442-36F7-5769-BD83-2030BAB02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6B486-CAB5-4CDA-B3D7-9FE98FEB3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55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5883-5288-5564-AF5B-13AE812B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14A412-1BF4-AB1F-6712-E15533CD1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7290A-53DF-4926-A382-8E2DB430625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6262E1-56ED-E306-09FC-BE3C91FB3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27115B-5530-53E4-50BF-935831EA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6B486-CAB5-4CDA-B3D7-9FE98FEB3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898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76A207-902E-D3DA-AEAB-701CB6AEF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7290A-53DF-4926-A382-8E2DB430625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0DED41-EA17-0EA7-56DD-4C8DBB24C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B6A08-039C-B8AD-F49F-E539C362B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6B486-CAB5-4CDA-B3D7-9FE98FEB3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14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050A6-9E10-AB23-464D-BCA8376A2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51FEE-AC1D-460D-00D4-A3681C2D9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82EF9-75B5-9E7D-D50B-7333F6E4A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B1E22-72D9-E9E2-AA59-CA27C54DC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7290A-53DF-4926-A382-8E2DB430625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7AE66-63B9-3A72-C27A-12D7DF890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DDAB4-8802-EE91-F3E1-CABA3BDF8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6B486-CAB5-4CDA-B3D7-9FE98FEB3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09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CE02B-2072-E405-4ED3-8985F87D3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AC60EC-62F6-1EFF-B180-6C8B0DC21A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36B2D-C72A-D377-1A04-81BDC828D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F50F4-E347-F9D3-EBE4-E7D025E5F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7290A-53DF-4926-A382-8E2DB430625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F0413-DB41-EC05-B1E1-A4CBE388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DF9F0-9746-0EA7-9460-65A08F273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6B486-CAB5-4CDA-B3D7-9FE98FEB3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86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2D014-89B8-B50A-3433-362230ECE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2F862-F91A-B8C2-ABD2-B916CC5BF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E1E8A-44EF-4894-018D-A5051BAE4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7290A-53DF-4926-A382-8E2DB430625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242DE-8094-22BC-F660-55EFF987D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25B1A-CAB7-DDA0-01E5-859A3AC6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6B486-CAB5-4CDA-B3D7-9FE98FEB3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8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A13BA3-8C21-F667-4FF6-0BB4A9F114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03C3F-67B2-8C68-C2B9-E97DEE3DD5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BAD1F-CD68-1C60-30FE-C355F9E5E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7290A-53DF-4926-A382-8E2DB430625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6791C-E89A-4E54-8139-40C3CB07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08064-624E-6EB8-699F-9C99077A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6B486-CAB5-4CDA-B3D7-9FE98FEB3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04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E3AD12-1893-8300-C3CA-CC8AC6A85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7356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2DF6B-5848-1F72-B6F3-5D5E47F06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79104-C9C0-CBD7-0468-1119B362B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7290A-53DF-4926-A382-8E2DB430625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E8700-5C7F-6995-1063-6F19EA6C2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D6B486-CAB5-4CDA-B3D7-9FE98FEB3D2E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5A411-A4B6-AF74-F5F1-B3F63AC6345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453" y="0"/>
            <a:ext cx="1825825" cy="18258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C802D18-A5FE-EA18-1ECE-91157160A9CE}"/>
              </a:ext>
            </a:extLst>
          </p:cNvPr>
          <p:cNvSpPr/>
          <p:nvPr userDrawn="1"/>
        </p:nvSpPr>
        <p:spPr>
          <a:xfrm>
            <a:off x="4272169" y="6311900"/>
            <a:ext cx="3647661" cy="365125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47171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17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8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19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0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1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3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4.pn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27.png"/><Relationship Id="rId10" Type="http://schemas.openxmlformats.org/officeDocument/2006/relationships/image" Target="../media/image14.png"/><Relationship Id="rId4" Type="http://schemas.openxmlformats.org/officeDocument/2006/relationships/image" Target="../media/image26.png"/><Relationship Id="rId9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227D4-7207-5969-2FA5-F9F428200D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Uninformed Searches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3C6037-84ED-9642-9050-5E64ABF9E3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IDS</a:t>
            </a:r>
          </a:p>
          <a:p>
            <a:r>
              <a:rPr lang="en-US" dirty="0"/>
              <a:t>Lecture 6</a:t>
            </a:r>
          </a:p>
        </p:txBody>
      </p:sp>
    </p:spTree>
    <p:extLst>
      <p:ext uri="{BB962C8B-B14F-4D97-AF65-F5344CB8AC3E}">
        <p14:creationId xmlns:p14="http://schemas.microsoft.com/office/powerpoint/2010/main" val="3198391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112968"/>
            <a:ext cx="6825545" cy="1588018"/>
          </a:xfrm>
          <a:prstGeom prst="rect">
            <a:avLst/>
          </a:prstGeom>
        </p:spPr>
        <p:txBody>
          <a:bodyPr vert="horz" wrap="square" lIns="0" tIns="231540" rIns="0" bIns="0" rtlCol="0" anchor="ctr">
            <a:spAutoFit/>
          </a:bodyPr>
          <a:lstStyle/>
          <a:p>
            <a:pPr marL="103660">
              <a:lnSpc>
                <a:spcPct val="100000"/>
              </a:lnSpc>
              <a:spcBef>
                <a:spcPts val="97"/>
              </a:spcBef>
            </a:pPr>
            <a:r>
              <a:rPr b="1" spc="-132" dirty="0"/>
              <a:t>Properties</a:t>
            </a:r>
            <a:r>
              <a:rPr b="1" spc="-251" dirty="0"/>
              <a:t> </a:t>
            </a:r>
            <a:r>
              <a:rPr b="1" spc="-66" dirty="0"/>
              <a:t>of</a:t>
            </a:r>
            <a:r>
              <a:rPr b="1" spc="-199" dirty="0"/>
              <a:t> </a:t>
            </a:r>
            <a:r>
              <a:rPr b="1" spc="-110" dirty="0"/>
              <a:t>Uniform‐CostSearch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61207" y="2293566"/>
            <a:ext cx="9356324" cy="2838613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13221" indent="-245982">
              <a:spcBef>
                <a:spcPts val="119"/>
              </a:spcBef>
              <a:buFont typeface="Microsoft Sans Serif"/>
              <a:buChar char="•"/>
              <a:tabLst>
                <a:tab pos="313221" algn="l"/>
              </a:tabLst>
            </a:pPr>
            <a:r>
              <a:rPr sz="2800" spc="-101" dirty="0">
                <a:solidFill>
                  <a:srgbClr val="1F497C"/>
                </a:solidFill>
                <a:latin typeface="Trebuchet MS"/>
                <a:cs typeface="Trebuchet MS"/>
              </a:rPr>
              <a:t>Complete:</a:t>
            </a:r>
            <a:r>
              <a:rPr sz="2800" spc="-224" dirty="0">
                <a:solidFill>
                  <a:srgbClr val="1F497C"/>
                </a:solidFill>
                <a:latin typeface="Trebuchet MS"/>
                <a:cs typeface="Trebuchet MS"/>
              </a:rPr>
              <a:t> </a:t>
            </a:r>
            <a:r>
              <a:rPr sz="2800" spc="-176" dirty="0">
                <a:latin typeface="Trebuchet MS"/>
                <a:cs typeface="Trebuchet MS"/>
              </a:rPr>
              <a:t>Yes</a:t>
            </a:r>
            <a:r>
              <a:rPr sz="2800" spc="-282" dirty="0">
                <a:latin typeface="Trebuchet MS"/>
                <a:cs typeface="Trebuchet MS"/>
              </a:rPr>
              <a:t> </a:t>
            </a:r>
            <a:r>
              <a:rPr sz="2800" spc="-66" dirty="0">
                <a:latin typeface="Trebuchet MS"/>
                <a:cs typeface="Trebuchet MS"/>
              </a:rPr>
              <a:t>if</a:t>
            </a:r>
            <a:r>
              <a:rPr sz="2800" spc="-234" dirty="0">
                <a:latin typeface="Trebuchet MS"/>
                <a:cs typeface="Trebuchet MS"/>
              </a:rPr>
              <a:t> </a:t>
            </a:r>
            <a:r>
              <a:rPr sz="2800" spc="-84" dirty="0">
                <a:latin typeface="Trebuchet MS"/>
                <a:cs typeface="Trebuchet MS"/>
              </a:rPr>
              <a:t>arc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66" dirty="0">
                <a:latin typeface="Trebuchet MS"/>
                <a:cs typeface="Trebuchet MS"/>
              </a:rPr>
              <a:t>costs</a:t>
            </a:r>
            <a:r>
              <a:rPr sz="2800" spc="-11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&gt;</a:t>
            </a:r>
            <a:r>
              <a:rPr sz="2800" spc="-437" dirty="0">
                <a:latin typeface="Trebuchet MS"/>
                <a:cs typeface="Trebuchet MS"/>
              </a:rPr>
              <a:t> </a:t>
            </a:r>
            <a:r>
              <a:rPr sz="2800" spc="-22" dirty="0">
                <a:latin typeface="Trebuchet MS"/>
                <a:cs typeface="Trebuchet MS"/>
              </a:rPr>
              <a:t>0.</a:t>
            </a:r>
            <a:endParaRPr sz="2800" dirty="0">
              <a:latin typeface="Trebuchet MS"/>
              <a:cs typeface="Trebuchet MS"/>
            </a:endParaRPr>
          </a:p>
          <a:p>
            <a:pPr marL="313221" indent="-245982">
              <a:lnSpc>
                <a:spcPts val="2510"/>
              </a:lnSpc>
              <a:buFont typeface="Microsoft Sans Serif"/>
              <a:buChar char="•"/>
              <a:tabLst>
                <a:tab pos="313221" algn="l"/>
                <a:tab pos="1517917" algn="l"/>
              </a:tabLst>
            </a:pPr>
            <a:r>
              <a:rPr sz="2800" spc="-9" dirty="0">
                <a:solidFill>
                  <a:srgbClr val="1F497C"/>
                </a:solidFill>
                <a:latin typeface="Trebuchet MS"/>
                <a:cs typeface="Trebuchet MS"/>
              </a:rPr>
              <a:t>Optimal:</a:t>
            </a:r>
            <a:r>
              <a:rPr sz="2800" dirty="0">
                <a:solidFill>
                  <a:srgbClr val="1F497C"/>
                </a:solidFill>
                <a:latin typeface="Trebuchet MS"/>
                <a:cs typeface="Trebuchet MS"/>
              </a:rPr>
              <a:t>	</a:t>
            </a:r>
            <a:r>
              <a:rPr sz="2800" spc="-22" dirty="0">
                <a:solidFill>
                  <a:srgbClr val="1F497C"/>
                </a:solidFill>
                <a:latin typeface="Trebuchet MS"/>
                <a:cs typeface="Trebuchet MS"/>
              </a:rPr>
              <a:t>Yes</a:t>
            </a:r>
            <a:endParaRPr sz="2800" dirty="0">
              <a:latin typeface="Trebuchet MS"/>
              <a:cs typeface="Trebuchet MS"/>
            </a:endParaRPr>
          </a:p>
          <a:p>
            <a:pPr marL="313221" indent="-245982">
              <a:lnSpc>
                <a:spcPts val="2643"/>
              </a:lnSpc>
              <a:buFont typeface="Microsoft Sans Serif"/>
              <a:buChar char="•"/>
              <a:tabLst>
                <a:tab pos="313221" algn="l"/>
                <a:tab pos="4233248" algn="l"/>
              </a:tabLst>
            </a:pPr>
            <a:r>
              <a:rPr sz="2800" spc="-110" dirty="0">
                <a:latin typeface="Trebuchet MS"/>
                <a:cs typeface="Trebuchet MS"/>
              </a:rPr>
              <a:t>Time</a:t>
            </a:r>
            <a:r>
              <a:rPr sz="2800" spc="-247" dirty="0">
                <a:latin typeface="Trebuchet MS"/>
                <a:cs typeface="Trebuchet MS"/>
              </a:rPr>
              <a:t> </a:t>
            </a:r>
            <a:r>
              <a:rPr sz="2800" spc="-44" dirty="0">
                <a:latin typeface="Trebuchet MS"/>
                <a:cs typeface="Trebuchet MS"/>
              </a:rPr>
              <a:t>and</a:t>
            </a:r>
            <a:r>
              <a:rPr sz="2800" spc="-106" dirty="0">
                <a:latin typeface="Trebuchet MS"/>
                <a:cs typeface="Trebuchet MS"/>
              </a:rPr>
              <a:t> </a:t>
            </a:r>
            <a:r>
              <a:rPr sz="2800" spc="-71" dirty="0">
                <a:latin typeface="Trebuchet MS"/>
                <a:cs typeface="Trebuchet MS"/>
              </a:rPr>
              <a:t>space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-9" dirty="0">
                <a:latin typeface="Trebuchet MS"/>
                <a:cs typeface="Trebuchet MS"/>
              </a:rPr>
              <a:t>complexity:</a:t>
            </a:r>
            <a:r>
              <a:rPr sz="2800" i="1" spc="-9" dirty="0">
                <a:latin typeface="Times New Roman"/>
                <a:cs typeface="Times New Roman"/>
              </a:rPr>
              <a:t>O</a:t>
            </a:r>
            <a:r>
              <a:rPr sz="2800" spc="-9" dirty="0">
                <a:latin typeface="Times New Roman"/>
                <a:cs typeface="Times New Roman"/>
              </a:rPr>
              <a:t>(</a:t>
            </a:r>
            <a:r>
              <a:rPr sz="2800" i="1" spc="-9" dirty="0">
                <a:latin typeface="Times New Roman"/>
                <a:cs typeface="Times New Roman"/>
              </a:rPr>
              <a:t>b</a:t>
            </a:r>
            <a:r>
              <a:rPr sz="2800" i="1" spc="-13" baseline="19607" dirty="0">
                <a:latin typeface="Times New Roman"/>
                <a:cs typeface="Times New Roman"/>
              </a:rPr>
              <a:t>d</a:t>
            </a:r>
            <a:r>
              <a:rPr sz="2800" spc="-9" dirty="0">
                <a:latin typeface="Times New Roman"/>
                <a:cs typeface="Times New Roman"/>
              </a:rPr>
              <a:t>)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9" dirty="0">
                <a:latin typeface="Times New Roman"/>
                <a:cs typeface="Times New Roman"/>
              </a:rPr>
              <a:t>(i.e.,</a:t>
            </a:r>
            <a:r>
              <a:rPr sz="2800" spc="-9" dirty="0">
                <a:latin typeface="Trebuchet MS"/>
                <a:cs typeface="Trebuchet MS"/>
              </a:rPr>
              <a:t>exponential)</a:t>
            </a:r>
            <a:endParaRPr sz="2800" dirty="0">
              <a:latin typeface="Trebuchet MS"/>
              <a:cs typeface="Trebuchet MS"/>
            </a:endParaRPr>
          </a:p>
          <a:p>
            <a:pPr marL="599547" lvl="1" indent="-204518">
              <a:lnSpc>
                <a:spcPts val="2250"/>
              </a:lnSpc>
              <a:buSzPct val="95454"/>
              <a:buFont typeface="Microsoft Sans Serif"/>
              <a:buChar char="–"/>
              <a:tabLst>
                <a:tab pos="599547" algn="l"/>
                <a:tab pos="841606" algn="l"/>
              </a:tabLst>
            </a:pPr>
            <a:r>
              <a:rPr sz="2400" i="1" spc="-44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40" dirty="0">
                <a:latin typeface="Trebuchet MS"/>
                <a:cs typeface="Trebuchet MS"/>
              </a:rPr>
              <a:t>is</a:t>
            </a:r>
            <a:r>
              <a:rPr sz="2400" spc="-137" dirty="0">
                <a:latin typeface="Trebuchet MS"/>
                <a:cs typeface="Trebuchet MS"/>
              </a:rPr>
              <a:t> </a:t>
            </a:r>
            <a:r>
              <a:rPr sz="2400" spc="-66" dirty="0">
                <a:latin typeface="Trebuchet MS"/>
                <a:cs typeface="Trebuchet MS"/>
              </a:rPr>
              <a:t>the</a:t>
            </a:r>
            <a:r>
              <a:rPr sz="2400" spc="-137" dirty="0">
                <a:latin typeface="Trebuchet MS"/>
                <a:cs typeface="Trebuchet MS"/>
              </a:rPr>
              <a:t> </a:t>
            </a:r>
            <a:r>
              <a:rPr sz="2400" spc="-66" dirty="0">
                <a:latin typeface="Trebuchet MS"/>
                <a:cs typeface="Trebuchet MS"/>
              </a:rPr>
              <a:t>depth</a:t>
            </a:r>
            <a:r>
              <a:rPr sz="2400" spc="-15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of</a:t>
            </a:r>
            <a:r>
              <a:rPr sz="2400" spc="-115" dirty="0">
                <a:latin typeface="Trebuchet MS"/>
                <a:cs typeface="Trebuchet MS"/>
              </a:rPr>
              <a:t> </a:t>
            </a:r>
            <a:r>
              <a:rPr sz="2400" spc="-9" dirty="0">
                <a:latin typeface="Trebuchet MS"/>
                <a:cs typeface="Trebuchet MS"/>
              </a:rPr>
              <a:t>thesolution</a:t>
            </a:r>
            <a:endParaRPr sz="2400" dirty="0">
              <a:latin typeface="Trebuchet MS"/>
              <a:cs typeface="Trebuchet MS"/>
            </a:endParaRPr>
          </a:p>
          <a:p>
            <a:pPr marL="842727" lvl="1" indent="-447699">
              <a:lnSpc>
                <a:spcPts val="2180"/>
              </a:lnSpc>
              <a:buFont typeface="Microsoft Sans Serif"/>
              <a:buChar char="–"/>
              <a:tabLst>
                <a:tab pos="842727" algn="l"/>
              </a:tabLst>
            </a:pPr>
            <a:r>
              <a:rPr sz="2400" spc="-40" dirty="0">
                <a:latin typeface="Trebuchet MS"/>
                <a:cs typeface="Trebuchet MS"/>
              </a:rPr>
              <a:t>is</a:t>
            </a:r>
            <a:r>
              <a:rPr sz="2400" spc="-124" dirty="0">
                <a:latin typeface="Trebuchet MS"/>
                <a:cs typeface="Trebuchet MS"/>
              </a:rPr>
              <a:t> </a:t>
            </a:r>
            <a:r>
              <a:rPr sz="2400" spc="-66" dirty="0">
                <a:latin typeface="Trebuchet MS"/>
                <a:cs typeface="Trebuchet MS"/>
              </a:rPr>
              <a:t>the</a:t>
            </a:r>
            <a:r>
              <a:rPr sz="2400" spc="-119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branching</a:t>
            </a:r>
            <a:r>
              <a:rPr sz="2400" spc="-154" dirty="0">
                <a:latin typeface="Trebuchet MS"/>
                <a:cs typeface="Trebuchet MS"/>
              </a:rPr>
              <a:t> </a:t>
            </a:r>
            <a:r>
              <a:rPr sz="2400" spc="-101" dirty="0">
                <a:latin typeface="Trebuchet MS"/>
                <a:cs typeface="Trebuchet MS"/>
              </a:rPr>
              <a:t>factor</a:t>
            </a:r>
            <a:r>
              <a:rPr sz="2400" spc="-154" dirty="0">
                <a:latin typeface="Trebuchet MS"/>
                <a:cs typeface="Trebuchet MS"/>
              </a:rPr>
              <a:t> </a:t>
            </a:r>
            <a:r>
              <a:rPr sz="2400" spc="-71" dirty="0">
                <a:latin typeface="Trebuchet MS"/>
                <a:cs typeface="Trebuchet MS"/>
              </a:rPr>
              <a:t>at</a:t>
            </a:r>
            <a:r>
              <a:rPr sz="2400" spc="-207" dirty="0">
                <a:latin typeface="Trebuchet MS"/>
                <a:cs typeface="Trebuchet MS"/>
              </a:rPr>
              <a:t> </a:t>
            </a:r>
            <a:r>
              <a:rPr sz="2400" spc="-79" dirty="0">
                <a:latin typeface="Trebuchet MS"/>
                <a:cs typeface="Trebuchet MS"/>
              </a:rPr>
              <a:t>each</a:t>
            </a:r>
            <a:r>
              <a:rPr sz="2400" spc="-141" dirty="0">
                <a:latin typeface="Trebuchet MS"/>
                <a:cs typeface="Trebuchet MS"/>
              </a:rPr>
              <a:t> </a:t>
            </a:r>
            <a:r>
              <a:rPr sz="2400" spc="-9" dirty="0">
                <a:latin typeface="Trebuchet MS"/>
                <a:cs typeface="Trebuchet MS"/>
              </a:rPr>
              <a:t>non‐leafnode</a:t>
            </a:r>
            <a:endParaRPr sz="2400" dirty="0">
              <a:latin typeface="Trebuchet MS"/>
              <a:cs typeface="Trebuchet MS"/>
            </a:endParaRPr>
          </a:p>
          <a:p>
            <a:pPr lvl="1">
              <a:spcBef>
                <a:spcPts val="807"/>
              </a:spcBef>
              <a:buFont typeface="Microsoft Sans Serif"/>
              <a:buChar char="–"/>
            </a:pPr>
            <a:endParaRPr sz="2400" dirty="0">
              <a:latin typeface="Trebuchet MS"/>
              <a:cs typeface="Trebuchet MS"/>
            </a:endParaRPr>
          </a:p>
          <a:p>
            <a:pPr marL="313221" marR="38102" indent="-246543">
              <a:lnSpc>
                <a:spcPct val="79600"/>
              </a:lnSpc>
              <a:buFont typeface="Microsoft Sans Serif"/>
              <a:buChar char="•"/>
              <a:tabLst>
                <a:tab pos="313221" algn="l"/>
                <a:tab pos="3427502" algn="l"/>
                <a:tab pos="5342129" algn="l"/>
              </a:tabLst>
            </a:pPr>
            <a:r>
              <a:rPr sz="2800" dirty="0">
                <a:latin typeface="Trebuchet MS"/>
                <a:cs typeface="Trebuchet MS"/>
              </a:rPr>
              <a:t>More</a:t>
            </a:r>
            <a:r>
              <a:rPr sz="2800" spc="-88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precisely,</a:t>
            </a:r>
            <a:r>
              <a:rPr sz="2800" spc="-247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time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44" dirty="0">
                <a:latin typeface="Trebuchet MS"/>
                <a:cs typeface="Trebuchet MS"/>
              </a:rPr>
              <a:t>and</a:t>
            </a:r>
            <a:r>
              <a:rPr sz="2800" spc="-194" dirty="0">
                <a:latin typeface="Trebuchet MS"/>
                <a:cs typeface="Trebuchet MS"/>
              </a:rPr>
              <a:t> </a:t>
            </a:r>
            <a:r>
              <a:rPr sz="2800" spc="-71" dirty="0">
                <a:latin typeface="Trebuchet MS"/>
                <a:cs typeface="Trebuchet MS"/>
              </a:rPr>
              <a:t>space</a:t>
            </a:r>
            <a:r>
              <a:rPr sz="2800" spc="-216" dirty="0">
                <a:latin typeface="Trebuchet MS"/>
                <a:cs typeface="Trebuchet MS"/>
              </a:rPr>
              <a:t> </a:t>
            </a:r>
            <a:r>
              <a:rPr sz="2800" spc="-93" dirty="0">
                <a:latin typeface="Trebuchet MS"/>
                <a:cs typeface="Trebuchet MS"/>
              </a:rPr>
              <a:t>complexity</a:t>
            </a:r>
            <a:r>
              <a:rPr sz="2800" spc="-278" dirty="0">
                <a:latin typeface="Trebuchet MS"/>
                <a:cs typeface="Trebuchet MS"/>
              </a:rPr>
              <a:t> </a:t>
            </a:r>
            <a:r>
              <a:rPr sz="2800" spc="-22" dirty="0">
                <a:latin typeface="Trebuchet MS"/>
                <a:cs typeface="Trebuchet MS"/>
              </a:rPr>
              <a:t>is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i="1" spc="49" dirty="0">
                <a:latin typeface="Times New Roman"/>
                <a:cs typeface="Times New Roman"/>
              </a:rPr>
              <a:t>O</a:t>
            </a:r>
            <a:r>
              <a:rPr sz="2800" spc="49" dirty="0">
                <a:latin typeface="Times New Roman"/>
                <a:cs typeface="Times New Roman"/>
              </a:rPr>
              <a:t>(</a:t>
            </a:r>
            <a:r>
              <a:rPr sz="2800" i="1" spc="49" dirty="0">
                <a:latin typeface="Times New Roman"/>
                <a:cs typeface="Times New Roman"/>
              </a:rPr>
              <a:t>b</a:t>
            </a:r>
            <a:r>
              <a:rPr sz="2800" i="1" spc="72" baseline="19607" dirty="0">
                <a:latin typeface="Times New Roman"/>
                <a:cs typeface="Times New Roman"/>
              </a:rPr>
              <a:t>C</a:t>
            </a:r>
            <a:r>
              <a:rPr sz="2800" spc="72" baseline="20833" dirty="0">
                <a:latin typeface="Times New Roman"/>
                <a:cs typeface="Times New Roman"/>
              </a:rPr>
              <a:t>*</a:t>
            </a:r>
            <a:r>
              <a:rPr sz="2000" spc="72" baseline="22633" dirty="0">
                <a:latin typeface="Times New Roman"/>
                <a:cs typeface="Times New Roman"/>
              </a:rPr>
              <a:t>/ε</a:t>
            </a:r>
            <a:r>
              <a:rPr sz="2000" spc="92" baseline="2263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)</a:t>
            </a:r>
            <a:r>
              <a:rPr sz="2800" spc="216" dirty="0">
                <a:latin typeface="Times New Roman"/>
                <a:cs typeface="Times New Roman"/>
              </a:rPr>
              <a:t> </a:t>
            </a:r>
            <a:r>
              <a:rPr sz="2800" spc="-53" dirty="0">
                <a:latin typeface="Trebuchet MS"/>
                <a:cs typeface="Trebuchet MS"/>
              </a:rPr>
              <a:t>where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47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l</a:t>
            </a:r>
            <a:r>
              <a:rPr sz="2800" b="1" spc="-260" dirty="0">
                <a:latin typeface="Trebuchet MS"/>
                <a:cs typeface="Trebuchet MS"/>
              </a:rPr>
              <a:t> </a:t>
            </a:r>
            <a:r>
              <a:rPr sz="2800" spc="-66" dirty="0">
                <a:latin typeface="Trebuchet MS"/>
                <a:cs typeface="Trebuchet MS"/>
              </a:rPr>
              <a:t>edge</a:t>
            </a:r>
            <a:r>
              <a:rPr sz="2800" spc="-146" dirty="0">
                <a:latin typeface="Trebuchet MS"/>
                <a:cs typeface="Trebuchet MS"/>
              </a:rPr>
              <a:t> </a:t>
            </a:r>
            <a:r>
              <a:rPr sz="2800" spc="-66" dirty="0">
                <a:latin typeface="Trebuchet MS"/>
                <a:cs typeface="Trebuchet MS"/>
              </a:rPr>
              <a:t>costs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dirty="0">
                <a:latin typeface="Symbol"/>
                <a:cs typeface="Symbol"/>
              </a:rPr>
              <a:t></a:t>
            </a:r>
            <a:r>
              <a:rPr sz="2800" spc="31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Symbol"/>
                <a:cs typeface="Symbol"/>
              </a:rPr>
              <a:t></a:t>
            </a:r>
            <a:r>
              <a:rPr sz="2800" spc="18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&gt;</a:t>
            </a:r>
            <a:r>
              <a:rPr sz="2800" spc="49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0,</a:t>
            </a:r>
            <a:r>
              <a:rPr sz="2800" spc="49" dirty="0">
                <a:latin typeface="Microsoft Sans Serif"/>
                <a:cs typeface="Microsoft Sans Serif"/>
              </a:rPr>
              <a:t> </a:t>
            </a:r>
            <a:r>
              <a:rPr sz="2800" spc="-22" dirty="0">
                <a:latin typeface="Trebuchet MS"/>
                <a:cs typeface="Trebuchet MS"/>
              </a:rPr>
              <a:t>and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31" dirty="0">
                <a:latin typeface="Trebuchet MS"/>
                <a:cs typeface="Trebuchet MS"/>
              </a:rPr>
              <a:t>is</a:t>
            </a:r>
            <a:r>
              <a:rPr sz="2800" spc="-124" dirty="0">
                <a:latin typeface="Trebuchet MS"/>
                <a:cs typeface="Trebuchet MS"/>
              </a:rPr>
              <a:t> </a:t>
            </a:r>
            <a:r>
              <a:rPr sz="2800" spc="-62" dirty="0">
                <a:latin typeface="Trebuchet MS"/>
                <a:cs typeface="Trebuchet MS"/>
              </a:rPr>
              <a:t>the</a:t>
            </a:r>
            <a:r>
              <a:rPr sz="2800" spc="-154" dirty="0">
                <a:latin typeface="Trebuchet MS"/>
                <a:cs typeface="Trebuchet MS"/>
              </a:rPr>
              <a:t> </a:t>
            </a:r>
            <a:r>
              <a:rPr sz="2800" spc="-62" dirty="0">
                <a:latin typeface="Trebuchet MS"/>
                <a:cs typeface="Trebuchet MS"/>
              </a:rPr>
              <a:t>best</a:t>
            </a:r>
            <a:r>
              <a:rPr sz="2800" spc="-159" dirty="0">
                <a:latin typeface="Trebuchet MS"/>
                <a:cs typeface="Trebuchet MS"/>
              </a:rPr>
              <a:t> </a:t>
            </a:r>
            <a:r>
              <a:rPr sz="2800" spc="-57" dirty="0">
                <a:latin typeface="Trebuchet MS"/>
                <a:cs typeface="Trebuchet MS"/>
              </a:rPr>
              <a:t>goalpath</a:t>
            </a:r>
            <a:r>
              <a:rPr sz="2800" spc="-159" dirty="0">
                <a:latin typeface="Trebuchet MS"/>
                <a:cs typeface="Trebuchet MS"/>
              </a:rPr>
              <a:t> </a:t>
            </a:r>
            <a:r>
              <a:rPr sz="2800" spc="-18" dirty="0">
                <a:latin typeface="Trebuchet MS"/>
                <a:cs typeface="Trebuchet MS"/>
              </a:rPr>
              <a:t>cost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2</a:t>
            </a:fld>
            <a:endParaRPr spc="-2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493436"/>
            <a:ext cx="6825545" cy="827081"/>
          </a:xfrm>
          <a:prstGeom prst="rect">
            <a:avLst/>
          </a:prstGeom>
        </p:spPr>
        <p:txBody>
          <a:bodyPr vert="horz" wrap="square" lIns="0" tIns="331402" rIns="0" bIns="0" rtlCol="0" anchor="ctr">
            <a:spAutoFit/>
          </a:bodyPr>
          <a:lstStyle/>
          <a:p>
            <a:pPr marL="154649">
              <a:lnSpc>
                <a:spcPct val="100000"/>
              </a:lnSpc>
              <a:spcBef>
                <a:spcPts val="79"/>
              </a:spcBef>
            </a:pPr>
            <a:r>
              <a:rPr sz="3200" b="1" spc="-141" dirty="0"/>
              <a:t>Iterative‐Deepening</a:t>
            </a:r>
            <a:r>
              <a:rPr sz="3200" b="1" spc="-124" dirty="0"/>
              <a:t> </a:t>
            </a:r>
            <a:r>
              <a:rPr sz="3200" b="1" spc="-84" dirty="0"/>
              <a:t>Search(IDS)</a:t>
            </a:r>
            <a:endParaRPr sz="32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2514567" y="2270777"/>
            <a:ext cx="9677433" cy="3193673"/>
          </a:xfrm>
          <a:prstGeom prst="rect">
            <a:avLst/>
          </a:prstGeom>
        </p:spPr>
        <p:txBody>
          <a:bodyPr vert="horz" wrap="square" lIns="0" tIns="86846" rIns="0" bIns="0" rtlCol="0">
            <a:spAutoFit/>
          </a:bodyPr>
          <a:lstStyle/>
          <a:p>
            <a:pPr marL="255508" indent="-244301">
              <a:spcBef>
                <a:spcPts val="684"/>
              </a:spcBef>
              <a:buFont typeface="Microsoft Sans Serif"/>
              <a:buChar char="•"/>
              <a:tabLst>
                <a:tab pos="255508" algn="l"/>
              </a:tabLst>
            </a:pPr>
            <a:r>
              <a:rPr sz="2800" spc="-97" dirty="0">
                <a:latin typeface="Trebuchet MS"/>
                <a:cs typeface="Trebuchet MS"/>
              </a:rPr>
              <a:t>requires</a:t>
            </a:r>
            <a:r>
              <a:rPr sz="2800" spc="-176" dirty="0">
                <a:latin typeface="Trebuchet MS"/>
                <a:cs typeface="Trebuchet MS"/>
              </a:rPr>
              <a:t> </a:t>
            </a:r>
            <a:r>
              <a:rPr sz="2800" spc="-115" dirty="0">
                <a:latin typeface="Trebuchet MS"/>
                <a:cs typeface="Trebuchet MS"/>
              </a:rPr>
              <a:t>modification</a:t>
            </a:r>
            <a:r>
              <a:rPr sz="2800" spc="-119" dirty="0">
                <a:latin typeface="Trebuchet MS"/>
                <a:cs typeface="Trebuchet MS"/>
              </a:rPr>
              <a:t> </a:t>
            </a:r>
            <a:r>
              <a:rPr sz="2800" spc="-57" dirty="0">
                <a:latin typeface="Trebuchet MS"/>
                <a:cs typeface="Trebuchet MS"/>
              </a:rPr>
              <a:t>to</a:t>
            </a:r>
            <a:r>
              <a:rPr sz="2800" spc="-146" dirty="0">
                <a:latin typeface="Trebuchet MS"/>
                <a:cs typeface="Trebuchet MS"/>
              </a:rPr>
              <a:t> </a:t>
            </a:r>
            <a:r>
              <a:rPr sz="2800" spc="-71" dirty="0">
                <a:latin typeface="Trebuchet MS"/>
                <a:cs typeface="Trebuchet MS"/>
              </a:rPr>
              <a:t>DFS</a:t>
            </a:r>
            <a:r>
              <a:rPr sz="2800" spc="-124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searchalgorithm:</a:t>
            </a:r>
            <a:endParaRPr sz="2800" dirty="0">
              <a:latin typeface="Trebuchet MS"/>
              <a:cs typeface="Trebuchet MS"/>
            </a:endParaRPr>
          </a:p>
          <a:p>
            <a:pPr marL="543514" lvl="1" indent="-205639">
              <a:spcBef>
                <a:spcPts val="543"/>
              </a:spcBef>
              <a:buFont typeface="Microsoft Sans Serif"/>
              <a:buChar char="–"/>
              <a:tabLst>
                <a:tab pos="543514" algn="l"/>
              </a:tabLst>
            </a:pPr>
            <a:r>
              <a:rPr sz="2400" dirty="0">
                <a:latin typeface="Trebuchet MS"/>
                <a:cs typeface="Trebuchet MS"/>
              </a:rPr>
              <a:t>do</a:t>
            </a:r>
            <a:r>
              <a:rPr sz="2400" spc="-97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DFS</a:t>
            </a:r>
            <a:r>
              <a:rPr sz="2400" spc="-132" dirty="0">
                <a:latin typeface="Trebuchet MS"/>
                <a:cs typeface="Trebuchet MS"/>
              </a:rPr>
              <a:t> </a:t>
            </a:r>
            <a:r>
              <a:rPr sz="2400" spc="-49" dirty="0">
                <a:latin typeface="Trebuchet MS"/>
                <a:cs typeface="Trebuchet MS"/>
              </a:rPr>
              <a:t>to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9" dirty="0">
                <a:latin typeface="Trebuchet MS"/>
                <a:cs typeface="Trebuchet MS"/>
              </a:rPr>
              <a:t>depth1</a:t>
            </a:r>
            <a:endParaRPr sz="2400" dirty="0">
              <a:latin typeface="Trebuchet MS"/>
              <a:cs typeface="Trebuchet MS"/>
            </a:endParaRPr>
          </a:p>
          <a:p>
            <a:pPr marL="542394">
              <a:spcBef>
                <a:spcPts val="18"/>
              </a:spcBef>
            </a:pPr>
            <a:r>
              <a:rPr sz="2400" spc="-49" dirty="0">
                <a:latin typeface="Trebuchet MS"/>
                <a:cs typeface="Trebuchet MS"/>
              </a:rPr>
              <a:t>and</a:t>
            </a:r>
            <a:r>
              <a:rPr sz="2400" spc="-207" dirty="0">
                <a:latin typeface="Trebuchet MS"/>
                <a:cs typeface="Trebuchet MS"/>
              </a:rPr>
              <a:t> </a:t>
            </a:r>
            <a:r>
              <a:rPr sz="2400" spc="-101" dirty="0">
                <a:latin typeface="Trebuchet MS"/>
                <a:cs typeface="Trebuchet MS"/>
              </a:rPr>
              <a:t>treat</a:t>
            </a:r>
            <a:r>
              <a:rPr sz="2400" spc="-229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224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l</a:t>
            </a:r>
            <a:r>
              <a:rPr sz="2400" b="1" spc="-274" dirty="0">
                <a:latin typeface="Trebuchet MS"/>
                <a:cs typeface="Trebuchet MS"/>
              </a:rPr>
              <a:t> </a:t>
            </a:r>
            <a:r>
              <a:rPr sz="2400" spc="-88" dirty="0">
                <a:latin typeface="Trebuchet MS"/>
                <a:cs typeface="Trebuchet MS"/>
              </a:rPr>
              <a:t>children</a:t>
            </a:r>
            <a:r>
              <a:rPr sz="2400" spc="-221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of</a:t>
            </a:r>
            <a:r>
              <a:rPr sz="2400" spc="-212" dirty="0">
                <a:latin typeface="Trebuchet MS"/>
                <a:cs typeface="Trebuchet MS"/>
              </a:rPr>
              <a:t> </a:t>
            </a:r>
            <a:r>
              <a:rPr sz="2400" spc="-57" dirty="0">
                <a:latin typeface="Trebuchet MS"/>
                <a:cs typeface="Trebuchet MS"/>
              </a:rPr>
              <a:t>the</a:t>
            </a:r>
            <a:r>
              <a:rPr sz="2400" spc="-221" dirty="0">
                <a:latin typeface="Trebuchet MS"/>
                <a:cs typeface="Trebuchet MS"/>
              </a:rPr>
              <a:t> </a:t>
            </a:r>
            <a:r>
              <a:rPr sz="2400" spc="-84" dirty="0">
                <a:latin typeface="Trebuchet MS"/>
                <a:cs typeface="Trebuchet MS"/>
              </a:rPr>
              <a:t>start</a:t>
            </a:r>
            <a:r>
              <a:rPr sz="2400" spc="-251" dirty="0">
                <a:latin typeface="Trebuchet MS"/>
                <a:cs typeface="Trebuchet MS"/>
              </a:rPr>
              <a:t> </a:t>
            </a:r>
            <a:r>
              <a:rPr sz="2400" spc="-44" dirty="0">
                <a:latin typeface="Trebuchet MS"/>
                <a:cs typeface="Trebuchet MS"/>
              </a:rPr>
              <a:t>node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as</a:t>
            </a:r>
            <a:r>
              <a:rPr sz="2400" spc="-168" dirty="0">
                <a:latin typeface="Trebuchet MS"/>
                <a:cs typeface="Trebuchet MS"/>
              </a:rPr>
              <a:t> </a:t>
            </a:r>
            <a:r>
              <a:rPr sz="2400" spc="-9" dirty="0">
                <a:latin typeface="Trebuchet MS"/>
                <a:cs typeface="Trebuchet MS"/>
              </a:rPr>
              <a:t>leaves</a:t>
            </a:r>
            <a:endParaRPr sz="2400" dirty="0">
              <a:latin typeface="Trebuchet MS"/>
              <a:cs typeface="Trebuchet MS"/>
            </a:endParaRPr>
          </a:p>
          <a:p>
            <a:pPr marL="542394" lvl="1" indent="-204518">
              <a:spcBef>
                <a:spcPts val="529"/>
              </a:spcBef>
              <a:buFont typeface="Microsoft Sans Serif"/>
              <a:buChar char="–"/>
              <a:tabLst>
                <a:tab pos="542394" algn="l"/>
              </a:tabLst>
            </a:pPr>
            <a:r>
              <a:rPr sz="2400" spc="-66" dirty="0">
                <a:latin typeface="Trebuchet MS"/>
                <a:cs typeface="Trebuchet MS"/>
              </a:rPr>
              <a:t>if</a:t>
            </a:r>
            <a:r>
              <a:rPr sz="2400" spc="-287" dirty="0">
                <a:latin typeface="Trebuchet MS"/>
                <a:cs typeface="Trebuchet MS"/>
              </a:rPr>
              <a:t> </a:t>
            </a:r>
            <a:r>
              <a:rPr sz="2400" spc="-18" dirty="0">
                <a:latin typeface="Trebuchet MS"/>
                <a:cs typeface="Trebuchet MS"/>
              </a:rPr>
              <a:t>no</a:t>
            </a:r>
            <a:r>
              <a:rPr sz="2400" spc="-137" dirty="0">
                <a:latin typeface="Trebuchet MS"/>
                <a:cs typeface="Trebuchet MS"/>
              </a:rPr>
              <a:t> </a:t>
            </a:r>
            <a:r>
              <a:rPr sz="2400" spc="-62" dirty="0">
                <a:latin typeface="Trebuchet MS"/>
                <a:cs typeface="Trebuchet MS"/>
              </a:rPr>
              <a:t>solution</a:t>
            </a:r>
            <a:r>
              <a:rPr sz="2400" spc="-221" dirty="0">
                <a:latin typeface="Trebuchet MS"/>
                <a:cs typeface="Trebuchet MS"/>
              </a:rPr>
              <a:t> </a:t>
            </a:r>
            <a:r>
              <a:rPr sz="2400" spc="-79" dirty="0">
                <a:latin typeface="Trebuchet MS"/>
                <a:cs typeface="Trebuchet MS"/>
              </a:rPr>
              <a:t>is</a:t>
            </a:r>
            <a:r>
              <a:rPr sz="2400" spc="-256" dirty="0">
                <a:latin typeface="Trebuchet MS"/>
                <a:cs typeface="Trebuchet MS"/>
              </a:rPr>
              <a:t> </a:t>
            </a:r>
            <a:r>
              <a:rPr sz="2400" spc="-84" dirty="0">
                <a:latin typeface="Trebuchet MS"/>
                <a:cs typeface="Trebuchet MS"/>
              </a:rPr>
              <a:t>found,</a:t>
            </a:r>
            <a:r>
              <a:rPr sz="2400" spc="-229" dirty="0">
                <a:latin typeface="Trebuchet MS"/>
                <a:cs typeface="Trebuchet MS"/>
              </a:rPr>
              <a:t> </a:t>
            </a:r>
            <a:r>
              <a:rPr sz="2400" spc="-26" dirty="0">
                <a:latin typeface="Trebuchet MS"/>
                <a:cs typeface="Trebuchet MS"/>
              </a:rPr>
              <a:t>do</a:t>
            </a:r>
            <a:r>
              <a:rPr sz="2400" spc="-154" dirty="0">
                <a:latin typeface="Trebuchet MS"/>
                <a:cs typeface="Trebuchet MS"/>
              </a:rPr>
              <a:t> </a:t>
            </a:r>
            <a:r>
              <a:rPr sz="2400" spc="-44" dirty="0">
                <a:latin typeface="Trebuchet MS"/>
                <a:cs typeface="Trebuchet MS"/>
              </a:rPr>
              <a:t>DFS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49" dirty="0">
                <a:latin typeface="Trebuchet MS"/>
                <a:cs typeface="Trebuchet MS"/>
              </a:rPr>
              <a:t>to</a:t>
            </a:r>
            <a:r>
              <a:rPr sz="2400" spc="-207" dirty="0">
                <a:latin typeface="Trebuchet MS"/>
                <a:cs typeface="Trebuchet MS"/>
              </a:rPr>
              <a:t> </a:t>
            </a:r>
            <a:r>
              <a:rPr sz="2400" spc="-71" dirty="0">
                <a:latin typeface="Trebuchet MS"/>
                <a:cs typeface="Trebuchet MS"/>
              </a:rPr>
              <a:t>depth</a:t>
            </a:r>
            <a:r>
              <a:rPr sz="2400" spc="-199" dirty="0">
                <a:latin typeface="Trebuchet MS"/>
                <a:cs typeface="Trebuchet MS"/>
              </a:rPr>
              <a:t> </a:t>
            </a:r>
            <a:r>
              <a:rPr sz="2400" spc="-44" dirty="0">
                <a:latin typeface="Trebuchet MS"/>
                <a:cs typeface="Trebuchet MS"/>
              </a:rPr>
              <a:t>2</a:t>
            </a:r>
            <a:endParaRPr sz="2400" dirty="0">
              <a:latin typeface="Trebuchet MS"/>
              <a:cs typeface="Trebuchet MS"/>
            </a:endParaRPr>
          </a:p>
          <a:p>
            <a:pPr marL="543514" lvl="1" indent="-205639">
              <a:spcBef>
                <a:spcPts val="529"/>
              </a:spcBef>
              <a:buFont typeface="Microsoft Sans Serif"/>
              <a:buChar char="–"/>
              <a:tabLst>
                <a:tab pos="543514" algn="l"/>
              </a:tabLst>
            </a:pPr>
            <a:r>
              <a:rPr sz="2400" spc="-97" dirty="0">
                <a:latin typeface="Trebuchet MS"/>
                <a:cs typeface="Trebuchet MS"/>
              </a:rPr>
              <a:t>repeat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by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79" dirty="0">
                <a:latin typeface="Trebuchet MS"/>
                <a:cs typeface="Trebuchet MS"/>
              </a:rPr>
              <a:t>increasing</a:t>
            </a:r>
            <a:r>
              <a:rPr sz="2400" spc="-163" dirty="0">
                <a:latin typeface="Trebuchet MS"/>
                <a:cs typeface="Trebuchet MS"/>
              </a:rPr>
              <a:t> </a:t>
            </a:r>
            <a:r>
              <a:rPr sz="2400" spc="-97" dirty="0">
                <a:latin typeface="Trebuchet MS"/>
                <a:cs typeface="Trebuchet MS"/>
              </a:rPr>
              <a:t>“depth</a:t>
            </a:r>
            <a:r>
              <a:rPr sz="2400" spc="-224" dirty="0">
                <a:latin typeface="Trebuchet MS"/>
                <a:cs typeface="Trebuchet MS"/>
              </a:rPr>
              <a:t> </a:t>
            </a:r>
            <a:r>
              <a:rPr sz="2400" spc="-62" dirty="0">
                <a:latin typeface="Trebuchet MS"/>
                <a:cs typeface="Trebuchet MS"/>
              </a:rPr>
              <a:t>bound”</a:t>
            </a:r>
            <a:r>
              <a:rPr sz="2400" spc="-119" dirty="0">
                <a:latin typeface="Trebuchet MS"/>
                <a:cs typeface="Trebuchet MS"/>
              </a:rPr>
              <a:t> </a:t>
            </a:r>
            <a:r>
              <a:rPr sz="2400" spc="-79" dirty="0">
                <a:latin typeface="Trebuchet MS"/>
                <a:cs typeface="Trebuchet MS"/>
              </a:rPr>
              <a:t>until</a:t>
            </a:r>
            <a:r>
              <a:rPr sz="2400" spc="-27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146" dirty="0">
                <a:latin typeface="Trebuchet MS"/>
                <a:cs typeface="Trebuchet MS"/>
              </a:rPr>
              <a:t> </a:t>
            </a:r>
            <a:r>
              <a:rPr sz="2400" spc="-62" dirty="0">
                <a:latin typeface="Trebuchet MS"/>
                <a:cs typeface="Trebuchet MS"/>
              </a:rPr>
              <a:t>solution</a:t>
            </a:r>
            <a:r>
              <a:rPr sz="2400" spc="-224" dirty="0">
                <a:latin typeface="Trebuchet MS"/>
                <a:cs typeface="Trebuchet MS"/>
              </a:rPr>
              <a:t> </a:t>
            </a:r>
            <a:r>
              <a:rPr sz="2400" spc="-9" dirty="0">
                <a:latin typeface="Trebuchet MS"/>
                <a:cs typeface="Trebuchet MS"/>
              </a:rPr>
              <a:t>found</a:t>
            </a:r>
            <a:endParaRPr sz="2400" dirty="0">
              <a:latin typeface="Trebuchet MS"/>
              <a:cs typeface="Trebuchet MS"/>
            </a:endParaRPr>
          </a:p>
          <a:p>
            <a:pPr lvl="1">
              <a:spcBef>
                <a:spcPts val="1632"/>
              </a:spcBef>
              <a:buFont typeface="Microsoft Sans Serif"/>
              <a:buChar char="–"/>
            </a:pPr>
            <a:endParaRPr sz="2400" dirty="0">
              <a:latin typeface="Trebuchet MS"/>
              <a:cs typeface="Trebuchet MS"/>
            </a:endParaRPr>
          </a:p>
          <a:p>
            <a:pPr marL="255508" indent="-244301">
              <a:buFont typeface="Microsoft Sans Serif"/>
              <a:buChar char="•"/>
              <a:tabLst>
                <a:tab pos="255508" algn="l"/>
              </a:tabLst>
            </a:pPr>
            <a:r>
              <a:rPr sz="2800" spc="-110" dirty="0">
                <a:latin typeface="Trebuchet MS"/>
                <a:cs typeface="Trebuchet MS"/>
              </a:rPr>
              <a:t>Start</a:t>
            </a:r>
            <a:r>
              <a:rPr sz="2800" spc="-207" dirty="0">
                <a:latin typeface="Trebuchet MS"/>
                <a:cs typeface="Trebuchet MS"/>
              </a:rPr>
              <a:t> </a:t>
            </a:r>
            <a:r>
              <a:rPr sz="2800" spc="-66" dirty="0">
                <a:latin typeface="Trebuchet MS"/>
                <a:cs typeface="Trebuchet MS"/>
              </a:rPr>
              <a:t>node</a:t>
            </a:r>
            <a:r>
              <a:rPr sz="2800" spc="-115" dirty="0">
                <a:latin typeface="Trebuchet MS"/>
                <a:cs typeface="Trebuchet MS"/>
              </a:rPr>
              <a:t> </a:t>
            </a:r>
            <a:r>
              <a:rPr sz="2800" spc="-53" dirty="0">
                <a:latin typeface="Trebuchet MS"/>
                <a:cs typeface="Trebuchet MS"/>
              </a:rPr>
              <a:t>is</a:t>
            </a:r>
            <a:r>
              <a:rPr sz="2800" spc="-132" dirty="0">
                <a:latin typeface="Trebuchet MS"/>
                <a:cs typeface="Trebuchet MS"/>
              </a:rPr>
              <a:t> </a:t>
            </a:r>
            <a:r>
              <a:rPr sz="2800" spc="-84" dirty="0">
                <a:latin typeface="Trebuchet MS"/>
                <a:cs typeface="Trebuchet MS"/>
              </a:rPr>
              <a:t>at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9" dirty="0">
                <a:latin typeface="Trebuchet MS"/>
                <a:cs typeface="Trebuchet MS"/>
              </a:rPr>
              <a:t>depth</a:t>
            </a:r>
            <a:r>
              <a:rPr lang="en-US" sz="2800" spc="-9" dirty="0">
                <a:latin typeface="Trebuchet MS"/>
                <a:cs typeface="Trebuchet MS"/>
              </a:rPr>
              <a:t> </a:t>
            </a:r>
            <a:r>
              <a:rPr sz="2800" spc="-9" dirty="0">
                <a:latin typeface="Trebuchet MS"/>
                <a:cs typeface="Trebuchet MS"/>
              </a:rPr>
              <a:t>0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3</a:t>
            </a:fld>
            <a:endParaRPr spc="-2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566027"/>
            <a:ext cx="6825545" cy="681901"/>
          </a:xfrm>
          <a:prstGeom prst="rect">
            <a:avLst/>
          </a:prstGeom>
        </p:spPr>
        <p:txBody>
          <a:bodyPr vert="horz" wrap="square" lIns="0" tIns="18762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79"/>
              </a:spcBef>
            </a:pPr>
            <a:r>
              <a:rPr sz="3200" b="1" spc="-141" dirty="0"/>
              <a:t>Iterative‐Deepening</a:t>
            </a:r>
            <a:r>
              <a:rPr sz="3200" b="1" spc="-124" dirty="0"/>
              <a:t> </a:t>
            </a:r>
            <a:r>
              <a:rPr sz="3200" b="1" spc="-84" dirty="0"/>
              <a:t>Search(IDS)</a:t>
            </a:r>
            <a:endParaRPr sz="32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1201783" y="2317096"/>
            <a:ext cx="9361714" cy="359070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205639" marR="1659680" indent="-194992">
              <a:lnSpc>
                <a:spcPct val="120700"/>
              </a:lnSpc>
              <a:spcBef>
                <a:spcPts val="84"/>
              </a:spcBef>
            </a:pPr>
            <a:r>
              <a:rPr sz="2000" b="1" dirty="0">
                <a:latin typeface="Courier New"/>
                <a:cs typeface="Courier New"/>
              </a:rPr>
              <a:t>Node</a:t>
            </a:r>
            <a:r>
              <a:rPr sz="2000" b="1" spc="-71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deepeningSearch</a:t>
            </a:r>
            <a:r>
              <a:rPr sz="2000" b="1" spc="-71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(Problem</a:t>
            </a:r>
            <a:r>
              <a:rPr sz="2000" b="1" spc="-66" dirty="0">
                <a:latin typeface="Courier New"/>
                <a:cs typeface="Courier New"/>
              </a:rPr>
              <a:t> </a:t>
            </a:r>
            <a:r>
              <a:rPr sz="2000" b="1" spc="-9" dirty="0">
                <a:latin typeface="Courier New"/>
                <a:cs typeface="Courier New"/>
              </a:rPr>
              <a:t>problem)</a:t>
            </a:r>
            <a:r>
              <a:rPr sz="2000" b="1" spc="-180" dirty="0">
                <a:latin typeface="Courier New"/>
                <a:cs typeface="Courier New"/>
              </a:rPr>
              <a:t> </a:t>
            </a:r>
            <a:r>
              <a:rPr sz="2000" b="1" spc="-44" dirty="0">
                <a:latin typeface="Courier New"/>
                <a:cs typeface="Courier New"/>
              </a:rPr>
              <a:t>{ </a:t>
            </a:r>
            <a:r>
              <a:rPr sz="2000" b="1" dirty="0">
                <a:latin typeface="Courier New"/>
                <a:cs typeface="Courier New"/>
              </a:rPr>
              <a:t>int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depth</a:t>
            </a:r>
            <a:r>
              <a:rPr sz="2000" b="1" spc="-31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62" dirty="0">
                <a:latin typeface="Courier New"/>
                <a:cs typeface="Courier New"/>
              </a:rPr>
              <a:t> </a:t>
            </a:r>
            <a:r>
              <a:rPr sz="2000" b="1" spc="-22" dirty="0">
                <a:latin typeface="Courier New"/>
                <a:cs typeface="Courier New"/>
              </a:rPr>
              <a:t>1;</a:t>
            </a:r>
            <a:endParaRPr sz="2000" dirty="0">
              <a:latin typeface="Courier New"/>
              <a:cs typeface="Courier New"/>
            </a:endParaRPr>
          </a:p>
          <a:p>
            <a:pPr marL="205639">
              <a:spcBef>
                <a:spcPts val="379"/>
              </a:spcBef>
            </a:pPr>
            <a:r>
              <a:rPr sz="2000" b="1" dirty="0">
                <a:latin typeface="Courier New"/>
                <a:cs typeface="Courier New"/>
              </a:rPr>
              <a:t>Stack</a:t>
            </a:r>
            <a:r>
              <a:rPr sz="2000" b="1" spc="-53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DSnodes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26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new</a:t>
            </a:r>
            <a:r>
              <a:rPr sz="2000" b="1" spc="-88" dirty="0">
                <a:latin typeface="Courier New"/>
                <a:cs typeface="Courier New"/>
              </a:rPr>
              <a:t> </a:t>
            </a:r>
            <a:r>
              <a:rPr sz="2000" b="1" spc="-9" dirty="0">
                <a:latin typeface="Courier New"/>
                <a:cs typeface="Courier New"/>
              </a:rPr>
              <a:t>Stack();</a:t>
            </a:r>
            <a:endParaRPr sz="2000" dirty="0">
              <a:latin typeface="Courier New"/>
              <a:cs typeface="Courier New"/>
            </a:endParaRPr>
          </a:p>
          <a:p>
            <a:pPr marL="205639">
              <a:spcBef>
                <a:spcPts val="309"/>
              </a:spcBef>
              <a:tabLst>
                <a:tab pos="1770063" algn="l"/>
              </a:tabLst>
            </a:pPr>
            <a:r>
              <a:rPr sz="2000" b="1" dirty="0">
                <a:latin typeface="Courier New"/>
                <a:cs typeface="Courier New"/>
              </a:rPr>
              <a:t>while</a:t>
            </a:r>
            <a:r>
              <a:rPr sz="2000" b="1" spc="-79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(true)</a:t>
            </a:r>
            <a:r>
              <a:rPr sz="2000" b="1" spc="-71" dirty="0">
                <a:latin typeface="Courier New"/>
                <a:cs typeface="Courier New"/>
              </a:rPr>
              <a:t> </a:t>
            </a:r>
            <a:r>
              <a:rPr sz="2000" b="1" spc="-44" dirty="0">
                <a:latin typeface="Courier New"/>
                <a:cs typeface="Courier New"/>
              </a:rPr>
              <a:t>{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dirty="0">
                <a:solidFill>
                  <a:srgbClr val="C0504D"/>
                </a:solidFill>
                <a:latin typeface="Courier New"/>
                <a:cs typeface="Courier New"/>
              </a:rPr>
              <a:t>//</a:t>
            </a:r>
            <a:r>
              <a:rPr sz="2000" b="1" spc="-44" dirty="0">
                <a:solidFill>
                  <a:srgbClr val="C0504D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C0504D"/>
                </a:solidFill>
                <a:latin typeface="Courier New"/>
                <a:cs typeface="Courier New"/>
              </a:rPr>
              <a:t>while</a:t>
            </a:r>
            <a:r>
              <a:rPr sz="2000" b="1" spc="-35" dirty="0">
                <a:solidFill>
                  <a:srgbClr val="C0504D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C0504D"/>
                </a:solidFill>
                <a:latin typeface="Courier New"/>
                <a:cs typeface="Courier New"/>
              </a:rPr>
              <a:t>not</a:t>
            </a:r>
            <a:r>
              <a:rPr sz="2000" b="1" spc="-75" dirty="0">
                <a:solidFill>
                  <a:srgbClr val="C0504D"/>
                </a:solidFill>
                <a:latin typeface="Courier New"/>
                <a:cs typeface="Courier New"/>
              </a:rPr>
              <a:t> </a:t>
            </a:r>
            <a:r>
              <a:rPr sz="2000" b="1" spc="-9" dirty="0">
                <a:solidFill>
                  <a:srgbClr val="C0504D"/>
                </a:solidFill>
                <a:latin typeface="Courier New"/>
                <a:cs typeface="Courier New"/>
              </a:rPr>
              <a:t>solved</a:t>
            </a:r>
            <a:endParaRPr sz="2000" dirty="0">
              <a:latin typeface="Courier New"/>
              <a:cs typeface="Courier New"/>
            </a:endParaRPr>
          </a:p>
          <a:p>
            <a:pPr marL="402313">
              <a:spcBef>
                <a:spcPts val="296"/>
              </a:spcBef>
            </a:pPr>
            <a:r>
              <a:rPr sz="2000" b="1" dirty="0">
                <a:latin typeface="Courier New"/>
                <a:cs typeface="Courier New"/>
              </a:rPr>
              <a:t>Node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node</a:t>
            </a:r>
            <a:r>
              <a:rPr sz="2000" b="1" spc="-26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13" dirty="0">
                <a:latin typeface="Courier New"/>
                <a:cs typeface="Courier New"/>
              </a:rPr>
              <a:t> </a:t>
            </a:r>
            <a:r>
              <a:rPr sz="2000" b="1" spc="-9" dirty="0">
                <a:latin typeface="Courier New"/>
                <a:cs typeface="Courier New"/>
              </a:rPr>
              <a:t>DFS_depthBound(problem,</a:t>
            </a:r>
            <a:r>
              <a:rPr sz="2000" b="1" spc="-57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DSnodes,</a:t>
            </a:r>
            <a:r>
              <a:rPr sz="2000" b="1" spc="-141" dirty="0">
                <a:latin typeface="Courier New"/>
                <a:cs typeface="Courier New"/>
              </a:rPr>
              <a:t> </a:t>
            </a:r>
            <a:r>
              <a:rPr sz="2000" b="1" spc="-9" dirty="0">
                <a:latin typeface="Courier New"/>
                <a:cs typeface="Courier New"/>
              </a:rPr>
              <a:t>depth);</a:t>
            </a:r>
            <a:endParaRPr sz="2000" dirty="0">
              <a:latin typeface="Courier New"/>
              <a:cs typeface="Courier New"/>
            </a:endParaRPr>
          </a:p>
          <a:p>
            <a:pPr marL="402313">
              <a:spcBef>
                <a:spcPts val="243"/>
              </a:spcBef>
            </a:pPr>
            <a:r>
              <a:rPr sz="2000" b="1" dirty="0">
                <a:solidFill>
                  <a:srgbClr val="C0504D"/>
                </a:solidFill>
                <a:latin typeface="Courier New"/>
                <a:cs typeface="Courier New"/>
              </a:rPr>
              <a:t>//</a:t>
            </a:r>
            <a:r>
              <a:rPr sz="2000" b="1" spc="-62" dirty="0">
                <a:solidFill>
                  <a:srgbClr val="C0504D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C0504D"/>
                </a:solidFill>
                <a:latin typeface="Courier New"/>
                <a:cs typeface="Courier New"/>
              </a:rPr>
              <a:t>DFS_depthBound</a:t>
            </a:r>
            <a:r>
              <a:rPr sz="2000" b="1" spc="-66" dirty="0">
                <a:solidFill>
                  <a:srgbClr val="C0504D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C0504D"/>
                </a:solidFill>
                <a:latin typeface="Courier New"/>
                <a:cs typeface="Courier New"/>
              </a:rPr>
              <a:t>limits</a:t>
            </a:r>
            <a:r>
              <a:rPr sz="2000" b="1" spc="-49" dirty="0">
                <a:solidFill>
                  <a:srgbClr val="C0504D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C0504D"/>
                </a:solidFill>
                <a:latin typeface="Courier New"/>
                <a:cs typeface="Courier New"/>
              </a:rPr>
              <a:t>DFS</a:t>
            </a:r>
            <a:r>
              <a:rPr sz="2000" b="1" spc="-49" dirty="0">
                <a:solidFill>
                  <a:srgbClr val="C0504D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C0504D"/>
                </a:solidFill>
                <a:latin typeface="Courier New"/>
                <a:cs typeface="Courier New"/>
              </a:rPr>
              <a:t>search</a:t>
            </a:r>
            <a:r>
              <a:rPr sz="2000" b="1" spc="-49" dirty="0">
                <a:solidFill>
                  <a:srgbClr val="C0504D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C0504D"/>
                </a:solidFill>
                <a:latin typeface="Courier New"/>
                <a:cs typeface="Courier New"/>
              </a:rPr>
              <a:t>to</a:t>
            </a:r>
            <a:r>
              <a:rPr sz="2000" b="1" spc="-35" dirty="0">
                <a:solidFill>
                  <a:srgbClr val="C0504D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C0504D"/>
                </a:solidFill>
                <a:latin typeface="Courier New"/>
                <a:cs typeface="Courier New"/>
              </a:rPr>
              <a:t>level</a:t>
            </a:r>
            <a:r>
              <a:rPr sz="2000" b="1" spc="-35" dirty="0">
                <a:solidFill>
                  <a:srgbClr val="C0504D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C0504D"/>
                </a:solidFill>
                <a:latin typeface="Courier New"/>
                <a:cs typeface="Courier New"/>
              </a:rPr>
              <a:t>&lt;=</a:t>
            </a:r>
            <a:r>
              <a:rPr sz="2000" b="1" spc="-190" dirty="0">
                <a:solidFill>
                  <a:srgbClr val="C0504D"/>
                </a:solidFill>
                <a:latin typeface="Courier New"/>
                <a:cs typeface="Courier New"/>
              </a:rPr>
              <a:t> </a:t>
            </a:r>
            <a:r>
              <a:rPr sz="2000" b="1" spc="-9" dirty="0">
                <a:solidFill>
                  <a:srgbClr val="C0504D"/>
                </a:solidFill>
                <a:latin typeface="Courier New"/>
                <a:cs typeface="Courier New"/>
              </a:rPr>
              <a:t>depth</a:t>
            </a:r>
            <a:endParaRPr sz="2000" dirty="0">
              <a:latin typeface="Courier New"/>
              <a:cs typeface="Courier New"/>
            </a:endParaRPr>
          </a:p>
          <a:p>
            <a:pPr marL="402313" marR="472353">
              <a:lnSpc>
                <a:spcPct val="120700"/>
              </a:lnSpc>
              <a:spcBef>
                <a:spcPts val="13"/>
              </a:spcBef>
            </a:pPr>
            <a:r>
              <a:rPr sz="2000" b="1" dirty="0">
                <a:latin typeface="Courier New"/>
                <a:cs typeface="Courier New"/>
              </a:rPr>
              <a:t>if</a:t>
            </a:r>
            <a:r>
              <a:rPr sz="2000" b="1" spc="-44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</a:t>
            </a:r>
            <a:r>
              <a:rPr sz="2000" b="1" dirty="0">
                <a:solidFill>
                  <a:srgbClr val="CC3300"/>
                </a:solidFill>
                <a:latin typeface="Courier New"/>
                <a:cs typeface="Courier New"/>
              </a:rPr>
              <a:t>node</a:t>
            </a:r>
            <a:r>
              <a:rPr sz="2000" b="1" spc="-44" dirty="0">
                <a:solidFill>
                  <a:srgbClr val="CC33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CC3300"/>
                </a:solidFill>
                <a:latin typeface="Courier New"/>
                <a:cs typeface="Courier New"/>
              </a:rPr>
              <a:t>isn't</a:t>
            </a:r>
            <a:r>
              <a:rPr sz="2000" b="1" spc="-40" dirty="0">
                <a:solidFill>
                  <a:srgbClr val="CC33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CC3300"/>
                </a:solidFill>
                <a:latin typeface="Courier New"/>
                <a:cs typeface="Courier New"/>
              </a:rPr>
              <a:t>"failure"</a:t>
            </a:r>
            <a:r>
              <a:rPr sz="2000" b="1" dirty="0">
                <a:latin typeface="Courier New"/>
                <a:cs typeface="Courier New"/>
              </a:rPr>
              <a:t>)</a:t>
            </a:r>
            <a:r>
              <a:rPr sz="2000" b="1" spc="-57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return</a:t>
            </a:r>
            <a:r>
              <a:rPr sz="2000" b="1" spc="-49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node;</a:t>
            </a:r>
            <a:r>
              <a:rPr sz="2000" b="1" spc="-44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C0504D"/>
                </a:solidFill>
                <a:latin typeface="Courier New"/>
                <a:cs typeface="Courier New"/>
              </a:rPr>
              <a:t>//</a:t>
            </a:r>
            <a:r>
              <a:rPr sz="2000" b="1" spc="-22" dirty="0">
                <a:solidFill>
                  <a:srgbClr val="C0504D"/>
                </a:solidFill>
                <a:latin typeface="Courier New"/>
                <a:cs typeface="Courier New"/>
              </a:rPr>
              <a:t> </a:t>
            </a:r>
            <a:r>
              <a:rPr sz="2000" b="1" spc="-9" dirty="0">
                <a:solidFill>
                  <a:srgbClr val="C0504D"/>
                </a:solidFill>
                <a:latin typeface="Courier New"/>
                <a:cs typeface="Courier New"/>
              </a:rPr>
              <a:t>solved </a:t>
            </a:r>
            <a:r>
              <a:rPr sz="2000" b="1" dirty="0">
                <a:latin typeface="Courier New"/>
                <a:cs typeface="Courier New"/>
              </a:rPr>
              <a:t>depth++;</a:t>
            </a:r>
            <a:r>
              <a:rPr sz="2000" b="1" spc="-66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C0504D"/>
                </a:solidFill>
                <a:latin typeface="Courier New"/>
                <a:cs typeface="Courier New"/>
              </a:rPr>
              <a:t>//</a:t>
            </a:r>
            <a:r>
              <a:rPr sz="2000" b="1" spc="-35" dirty="0">
                <a:solidFill>
                  <a:srgbClr val="C0504D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C0504D"/>
                </a:solidFill>
                <a:latin typeface="Courier New"/>
                <a:cs typeface="Courier New"/>
              </a:rPr>
              <a:t>look</a:t>
            </a:r>
            <a:r>
              <a:rPr sz="2000" b="1" spc="-79" dirty="0">
                <a:solidFill>
                  <a:srgbClr val="C0504D"/>
                </a:solidFill>
                <a:latin typeface="Courier New"/>
                <a:cs typeface="Courier New"/>
              </a:rPr>
              <a:t> </a:t>
            </a:r>
            <a:r>
              <a:rPr sz="2000" b="1" spc="-9" dirty="0">
                <a:solidFill>
                  <a:srgbClr val="C0504D"/>
                </a:solidFill>
                <a:latin typeface="Courier New"/>
                <a:cs typeface="Courier New"/>
              </a:rPr>
              <a:t>deeper</a:t>
            </a:r>
            <a:endParaRPr sz="2000" dirty="0">
              <a:latin typeface="Courier New"/>
              <a:cs typeface="Courier New"/>
            </a:endParaRPr>
          </a:p>
          <a:p>
            <a:pPr marL="205639">
              <a:spcBef>
                <a:spcPts val="379"/>
              </a:spcBef>
            </a:pPr>
            <a:r>
              <a:rPr sz="2000" b="1" spc="-44" dirty="0"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  <a:p>
            <a:pPr marL="11206">
              <a:spcBef>
                <a:spcPts val="300"/>
              </a:spcBef>
            </a:pPr>
            <a:r>
              <a:rPr sz="2000" b="1" spc="-44" dirty="0"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4</a:t>
            </a:fld>
            <a:endParaRPr spc="-2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645014"/>
            <a:ext cx="6825545" cy="523926"/>
          </a:xfrm>
          <a:prstGeom prst="rect">
            <a:avLst/>
          </a:prstGeom>
        </p:spPr>
        <p:txBody>
          <a:bodyPr vert="horz" wrap="square" lIns="0" tIns="92139" rIns="0" bIns="0" rtlCol="0" anchor="ctr">
            <a:spAutoFit/>
          </a:bodyPr>
          <a:lstStyle/>
          <a:p>
            <a:pPr marL="1290986">
              <a:lnSpc>
                <a:spcPct val="100000"/>
              </a:lnSpc>
              <a:spcBef>
                <a:spcPts val="79"/>
              </a:spcBef>
            </a:pPr>
            <a:r>
              <a:rPr sz="2800" b="1" spc="-141" dirty="0"/>
              <a:t>Iterative‐Deepening</a:t>
            </a:r>
            <a:r>
              <a:rPr sz="2800" b="1" spc="-124" dirty="0"/>
              <a:t> </a:t>
            </a:r>
            <a:r>
              <a:rPr sz="2800" b="1" spc="-84" dirty="0"/>
              <a:t>Search(IDS)</a:t>
            </a:r>
            <a:endParaRPr sz="28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3320113" y="2216549"/>
            <a:ext cx="3111312" cy="538998"/>
          </a:xfrm>
          <a:prstGeom prst="rect">
            <a:avLst/>
          </a:prstGeom>
        </p:spPr>
        <p:txBody>
          <a:bodyPr vert="horz" wrap="square" lIns="0" tIns="72838" rIns="0" bIns="0" rtlCol="0">
            <a:spAutoFit/>
          </a:bodyPr>
          <a:lstStyle/>
          <a:p>
            <a:pPr marL="11206">
              <a:spcBef>
                <a:spcPts val="574"/>
              </a:spcBef>
            </a:pPr>
            <a:r>
              <a:rPr sz="1412" b="1" spc="-9" dirty="0">
                <a:solidFill>
                  <a:srgbClr val="CC3300"/>
                </a:solidFill>
                <a:latin typeface="Courier New"/>
                <a:cs typeface="Courier New"/>
              </a:rPr>
              <a:t>deepeningSearch(problem)</a:t>
            </a:r>
            <a:endParaRPr sz="1412">
              <a:latin typeface="Courier New"/>
              <a:cs typeface="Courier New"/>
            </a:endParaRPr>
          </a:p>
          <a:p>
            <a:pPr marL="11206">
              <a:spcBef>
                <a:spcPts val="441"/>
              </a:spcBef>
            </a:pP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depth:</a:t>
            </a:r>
            <a:r>
              <a:rPr sz="1279" spc="-31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1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13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#</a:t>
            </a:r>
            <a:r>
              <a:rPr sz="1279" spc="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of</a:t>
            </a:r>
            <a:r>
              <a:rPr sz="1279" spc="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nodes</a:t>
            </a:r>
            <a:r>
              <a:rPr sz="1279" spc="-9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expanded:</a:t>
            </a:r>
            <a:r>
              <a:rPr sz="1279" spc="-18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0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13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spc="-9" dirty="0">
                <a:solidFill>
                  <a:srgbClr val="1F497C"/>
                </a:solidFill>
                <a:latin typeface="Microsoft Sans Serif"/>
                <a:cs typeface="Microsoft Sans Serif"/>
              </a:rPr>
              <a:t>tested:</a:t>
            </a:r>
            <a:r>
              <a:rPr sz="1279" spc="-71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spc="-44" dirty="0">
                <a:latin typeface="Microsoft Sans Serif"/>
                <a:cs typeface="Microsoft Sans Serif"/>
              </a:rPr>
              <a:t>0</a:t>
            </a:r>
            <a:endParaRPr sz="1279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76029" y="2398955"/>
            <a:ext cx="509868" cy="508747"/>
            <a:chOff x="6819900" y="2718816"/>
            <a:chExt cx="577850" cy="576580"/>
          </a:xfrm>
        </p:grpSpPr>
        <p:sp>
          <p:nvSpPr>
            <p:cNvPr id="5" name="object 5"/>
            <p:cNvSpPr/>
            <p:nvPr/>
          </p:nvSpPr>
          <p:spPr>
            <a:xfrm>
              <a:off x="6830567" y="2727960"/>
              <a:ext cx="558165" cy="556260"/>
            </a:xfrm>
            <a:custGeom>
              <a:avLst/>
              <a:gdLst/>
              <a:ahLst/>
              <a:cxnLst/>
              <a:rect l="l" t="t" r="r" b="b"/>
              <a:pathLst>
                <a:path w="558165" h="556260">
                  <a:moveTo>
                    <a:pt x="278891" y="0"/>
                  </a:moveTo>
                  <a:lnTo>
                    <a:pt x="240791" y="3048"/>
                  </a:lnTo>
                  <a:lnTo>
                    <a:pt x="170687" y="21336"/>
                  </a:lnTo>
                  <a:lnTo>
                    <a:pt x="108203" y="57912"/>
                  </a:lnTo>
                  <a:lnTo>
                    <a:pt x="57911" y="108203"/>
                  </a:lnTo>
                  <a:lnTo>
                    <a:pt x="22859" y="170687"/>
                  </a:lnTo>
                  <a:lnTo>
                    <a:pt x="3048" y="240791"/>
                  </a:lnTo>
                  <a:lnTo>
                    <a:pt x="0" y="278891"/>
                  </a:lnTo>
                  <a:lnTo>
                    <a:pt x="3048" y="315467"/>
                  </a:lnTo>
                  <a:lnTo>
                    <a:pt x="22859" y="387095"/>
                  </a:lnTo>
                  <a:lnTo>
                    <a:pt x="57911" y="448055"/>
                  </a:lnTo>
                  <a:lnTo>
                    <a:pt x="108203" y="498348"/>
                  </a:lnTo>
                  <a:lnTo>
                    <a:pt x="170687" y="534924"/>
                  </a:lnTo>
                  <a:lnTo>
                    <a:pt x="240791" y="553212"/>
                  </a:lnTo>
                  <a:lnTo>
                    <a:pt x="278891" y="556260"/>
                  </a:lnTo>
                  <a:lnTo>
                    <a:pt x="316991" y="553212"/>
                  </a:lnTo>
                  <a:lnTo>
                    <a:pt x="387096" y="534924"/>
                  </a:lnTo>
                  <a:lnTo>
                    <a:pt x="448055" y="498348"/>
                  </a:lnTo>
                  <a:lnTo>
                    <a:pt x="498348" y="448055"/>
                  </a:lnTo>
                  <a:lnTo>
                    <a:pt x="534924" y="387095"/>
                  </a:lnTo>
                  <a:lnTo>
                    <a:pt x="554735" y="315467"/>
                  </a:lnTo>
                  <a:lnTo>
                    <a:pt x="557783" y="278891"/>
                  </a:lnTo>
                  <a:lnTo>
                    <a:pt x="554735" y="240791"/>
                  </a:lnTo>
                  <a:lnTo>
                    <a:pt x="534924" y="170687"/>
                  </a:lnTo>
                  <a:lnTo>
                    <a:pt x="498348" y="108203"/>
                  </a:lnTo>
                  <a:lnTo>
                    <a:pt x="448055" y="57912"/>
                  </a:lnTo>
                  <a:lnTo>
                    <a:pt x="387096" y="21336"/>
                  </a:lnTo>
                  <a:lnTo>
                    <a:pt x="316991" y="3048"/>
                  </a:lnTo>
                  <a:lnTo>
                    <a:pt x="27889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6819900" y="2718815"/>
              <a:ext cx="577850" cy="576580"/>
            </a:xfrm>
            <a:custGeom>
              <a:avLst/>
              <a:gdLst/>
              <a:ahLst/>
              <a:cxnLst/>
              <a:rect l="l" t="t" r="r" b="b"/>
              <a:pathLst>
                <a:path w="577850" h="576579">
                  <a:moveTo>
                    <a:pt x="577596" y="288036"/>
                  </a:moveTo>
                  <a:lnTo>
                    <a:pt x="569976" y="224028"/>
                  </a:lnTo>
                  <a:lnTo>
                    <a:pt x="565175" y="207264"/>
                  </a:lnTo>
                  <a:lnTo>
                    <a:pt x="560832" y="192024"/>
                  </a:lnTo>
                  <a:lnTo>
                    <a:pt x="557784" y="184797"/>
                  </a:lnTo>
                  <a:lnTo>
                    <a:pt x="557784" y="274320"/>
                  </a:lnTo>
                  <a:lnTo>
                    <a:pt x="557784" y="300228"/>
                  </a:lnTo>
                  <a:lnTo>
                    <a:pt x="554736" y="315468"/>
                  </a:lnTo>
                  <a:lnTo>
                    <a:pt x="554736" y="327660"/>
                  </a:lnTo>
                  <a:lnTo>
                    <a:pt x="551688" y="341376"/>
                  </a:lnTo>
                  <a:lnTo>
                    <a:pt x="548640" y="355092"/>
                  </a:lnTo>
                  <a:lnTo>
                    <a:pt x="548640" y="353568"/>
                  </a:lnTo>
                  <a:lnTo>
                    <a:pt x="545592" y="367284"/>
                  </a:lnTo>
                  <a:lnTo>
                    <a:pt x="541020" y="379476"/>
                  </a:lnTo>
                  <a:lnTo>
                    <a:pt x="534924" y="393192"/>
                  </a:lnTo>
                  <a:lnTo>
                    <a:pt x="534924" y="391668"/>
                  </a:lnTo>
                  <a:lnTo>
                    <a:pt x="530352" y="403860"/>
                  </a:lnTo>
                  <a:lnTo>
                    <a:pt x="518160" y="426720"/>
                  </a:lnTo>
                  <a:lnTo>
                    <a:pt x="495300" y="458724"/>
                  </a:lnTo>
                  <a:lnTo>
                    <a:pt x="496824" y="458724"/>
                  </a:lnTo>
                  <a:lnTo>
                    <a:pt x="478536" y="477012"/>
                  </a:lnTo>
                  <a:lnTo>
                    <a:pt x="467868" y="486156"/>
                  </a:lnTo>
                  <a:lnTo>
                    <a:pt x="469392" y="486156"/>
                  </a:lnTo>
                  <a:lnTo>
                    <a:pt x="458724" y="493776"/>
                  </a:lnTo>
                  <a:lnTo>
                    <a:pt x="449580" y="502920"/>
                  </a:lnTo>
                  <a:lnTo>
                    <a:pt x="449580" y="501396"/>
                  </a:lnTo>
                  <a:lnTo>
                    <a:pt x="438912" y="510540"/>
                  </a:lnTo>
                  <a:lnTo>
                    <a:pt x="440436" y="510540"/>
                  </a:lnTo>
                  <a:lnTo>
                    <a:pt x="426720" y="516636"/>
                  </a:lnTo>
                  <a:lnTo>
                    <a:pt x="428244" y="516636"/>
                  </a:lnTo>
                  <a:lnTo>
                    <a:pt x="416052" y="524256"/>
                  </a:lnTo>
                  <a:lnTo>
                    <a:pt x="417576" y="522732"/>
                  </a:lnTo>
                  <a:lnTo>
                    <a:pt x="405384" y="528828"/>
                  </a:lnTo>
                  <a:lnTo>
                    <a:pt x="393192" y="534924"/>
                  </a:lnTo>
                  <a:lnTo>
                    <a:pt x="368808" y="544068"/>
                  </a:lnTo>
                  <a:lnTo>
                    <a:pt x="356616" y="547116"/>
                  </a:lnTo>
                  <a:lnTo>
                    <a:pt x="342900" y="550164"/>
                  </a:lnTo>
                  <a:lnTo>
                    <a:pt x="344424" y="550164"/>
                  </a:lnTo>
                  <a:lnTo>
                    <a:pt x="329184" y="553212"/>
                  </a:lnTo>
                  <a:lnTo>
                    <a:pt x="315468" y="554736"/>
                  </a:lnTo>
                  <a:lnTo>
                    <a:pt x="303276" y="554736"/>
                  </a:lnTo>
                  <a:lnTo>
                    <a:pt x="289560" y="556260"/>
                  </a:lnTo>
                  <a:lnTo>
                    <a:pt x="274320" y="554736"/>
                  </a:lnTo>
                  <a:lnTo>
                    <a:pt x="262128" y="554736"/>
                  </a:lnTo>
                  <a:lnTo>
                    <a:pt x="248412" y="553212"/>
                  </a:lnTo>
                  <a:lnTo>
                    <a:pt x="234696" y="550164"/>
                  </a:lnTo>
                  <a:lnTo>
                    <a:pt x="236220" y="550164"/>
                  </a:lnTo>
                  <a:lnTo>
                    <a:pt x="220980" y="547116"/>
                  </a:lnTo>
                  <a:lnTo>
                    <a:pt x="222504" y="547116"/>
                  </a:lnTo>
                  <a:lnTo>
                    <a:pt x="208788" y="544068"/>
                  </a:lnTo>
                  <a:lnTo>
                    <a:pt x="184404" y="534924"/>
                  </a:lnTo>
                  <a:lnTo>
                    <a:pt x="185928" y="534924"/>
                  </a:lnTo>
                  <a:lnTo>
                    <a:pt x="172212" y="528828"/>
                  </a:lnTo>
                  <a:lnTo>
                    <a:pt x="161544" y="522732"/>
                  </a:lnTo>
                  <a:lnTo>
                    <a:pt x="161544" y="524256"/>
                  </a:lnTo>
                  <a:lnTo>
                    <a:pt x="138684" y="510540"/>
                  </a:lnTo>
                  <a:lnTo>
                    <a:pt x="140208" y="510540"/>
                  </a:lnTo>
                  <a:lnTo>
                    <a:pt x="128016" y="501396"/>
                  </a:lnTo>
                  <a:lnTo>
                    <a:pt x="128016" y="502920"/>
                  </a:lnTo>
                  <a:lnTo>
                    <a:pt x="118872" y="493776"/>
                  </a:lnTo>
                  <a:lnTo>
                    <a:pt x="108204" y="486156"/>
                  </a:lnTo>
                  <a:lnTo>
                    <a:pt x="89916" y="467868"/>
                  </a:lnTo>
                  <a:lnTo>
                    <a:pt x="82296" y="458724"/>
                  </a:lnTo>
                  <a:lnTo>
                    <a:pt x="59436" y="426720"/>
                  </a:lnTo>
                  <a:lnTo>
                    <a:pt x="60960" y="426720"/>
                  </a:lnTo>
                  <a:lnTo>
                    <a:pt x="53340" y="416052"/>
                  </a:lnTo>
                  <a:lnTo>
                    <a:pt x="47244" y="403860"/>
                  </a:lnTo>
                  <a:lnTo>
                    <a:pt x="48768" y="403860"/>
                  </a:lnTo>
                  <a:lnTo>
                    <a:pt x="43434" y="393192"/>
                  </a:lnTo>
                  <a:lnTo>
                    <a:pt x="42672" y="391668"/>
                  </a:lnTo>
                  <a:lnTo>
                    <a:pt x="42672" y="393192"/>
                  </a:lnTo>
                  <a:lnTo>
                    <a:pt x="38100" y="379476"/>
                  </a:lnTo>
                  <a:lnTo>
                    <a:pt x="32004" y="367284"/>
                  </a:lnTo>
                  <a:lnTo>
                    <a:pt x="29286" y="355092"/>
                  </a:lnTo>
                  <a:lnTo>
                    <a:pt x="28956" y="353568"/>
                  </a:lnTo>
                  <a:lnTo>
                    <a:pt x="28956" y="355092"/>
                  </a:lnTo>
                  <a:lnTo>
                    <a:pt x="25908" y="341376"/>
                  </a:lnTo>
                  <a:lnTo>
                    <a:pt x="24549" y="329184"/>
                  </a:lnTo>
                  <a:lnTo>
                    <a:pt x="24384" y="327660"/>
                  </a:lnTo>
                  <a:lnTo>
                    <a:pt x="24384" y="329184"/>
                  </a:lnTo>
                  <a:lnTo>
                    <a:pt x="23012" y="315468"/>
                  </a:lnTo>
                  <a:lnTo>
                    <a:pt x="22860" y="313944"/>
                  </a:lnTo>
                  <a:lnTo>
                    <a:pt x="22860" y="315468"/>
                  </a:lnTo>
                  <a:lnTo>
                    <a:pt x="21336" y="300228"/>
                  </a:lnTo>
                  <a:lnTo>
                    <a:pt x="21336" y="274320"/>
                  </a:lnTo>
                  <a:lnTo>
                    <a:pt x="25908" y="233172"/>
                  </a:lnTo>
                  <a:lnTo>
                    <a:pt x="25908" y="234696"/>
                  </a:lnTo>
                  <a:lnTo>
                    <a:pt x="26238" y="233172"/>
                  </a:lnTo>
                  <a:lnTo>
                    <a:pt x="32004" y="207264"/>
                  </a:lnTo>
                  <a:lnTo>
                    <a:pt x="32004" y="208788"/>
                  </a:lnTo>
                  <a:lnTo>
                    <a:pt x="32677" y="207264"/>
                  </a:lnTo>
                  <a:lnTo>
                    <a:pt x="38100" y="195072"/>
                  </a:lnTo>
                  <a:lnTo>
                    <a:pt x="42672" y="182880"/>
                  </a:lnTo>
                  <a:lnTo>
                    <a:pt x="47244" y="173736"/>
                  </a:lnTo>
                  <a:lnTo>
                    <a:pt x="48768" y="170688"/>
                  </a:lnTo>
                  <a:lnTo>
                    <a:pt x="47244" y="172212"/>
                  </a:lnTo>
                  <a:lnTo>
                    <a:pt x="53340" y="160020"/>
                  </a:lnTo>
                  <a:lnTo>
                    <a:pt x="59436" y="149352"/>
                  </a:lnTo>
                  <a:lnTo>
                    <a:pt x="67056" y="137160"/>
                  </a:lnTo>
                  <a:lnTo>
                    <a:pt x="67056" y="138684"/>
                  </a:lnTo>
                  <a:lnTo>
                    <a:pt x="68008" y="137160"/>
                  </a:lnTo>
                  <a:lnTo>
                    <a:pt x="74676" y="126492"/>
                  </a:lnTo>
                  <a:lnTo>
                    <a:pt x="82296" y="117348"/>
                  </a:lnTo>
                  <a:lnTo>
                    <a:pt x="89916" y="106680"/>
                  </a:lnTo>
                  <a:lnTo>
                    <a:pt x="108204" y="88392"/>
                  </a:lnTo>
                  <a:lnTo>
                    <a:pt x="108204" y="89916"/>
                  </a:lnTo>
                  <a:lnTo>
                    <a:pt x="110337" y="88392"/>
                  </a:lnTo>
                  <a:lnTo>
                    <a:pt x="118872" y="82296"/>
                  </a:lnTo>
                  <a:lnTo>
                    <a:pt x="118872" y="80772"/>
                  </a:lnTo>
                  <a:lnTo>
                    <a:pt x="128016" y="73152"/>
                  </a:lnTo>
                  <a:lnTo>
                    <a:pt x="138684" y="65532"/>
                  </a:lnTo>
                  <a:lnTo>
                    <a:pt x="161544" y="51816"/>
                  </a:lnTo>
                  <a:lnTo>
                    <a:pt x="172212" y="45720"/>
                  </a:lnTo>
                  <a:lnTo>
                    <a:pt x="184404" y="41148"/>
                  </a:lnTo>
                  <a:lnTo>
                    <a:pt x="196596" y="35052"/>
                  </a:lnTo>
                  <a:lnTo>
                    <a:pt x="196596" y="36576"/>
                  </a:lnTo>
                  <a:lnTo>
                    <a:pt x="200660" y="35052"/>
                  </a:lnTo>
                  <a:lnTo>
                    <a:pt x="208788" y="32004"/>
                  </a:lnTo>
                  <a:lnTo>
                    <a:pt x="220980" y="28956"/>
                  </a:lnTo>
                  <a:lnTo>
                    <a:pt x="234696" y="25908"/>
                  </a:lnTo>
                  <a:lnTo>
                    <a:pt x="248412" y="22860"/>
                  </a:lnTo>
                  <a:lnTo>
                    <a:pt x="262128" y="21336"/>
                  </a:lnTo>
                  <a:lnTo>
                    <a:pt x="274320" y="19812"/>
                  </a:lnTo>
                  <a:lnTo>
                    <a:pt x="303276" y="19812"/>
                  </a:lnTo>
                  <a:lnTo>
                    <a:pt x="344424" y="25908"/>
                  </a:lnTo>
                  <a:lnTo>
                    <a:pt x="381000" y="36576"/>
                  </a:lnTo>
                  <a:lnTo>
                    <a:pt x="381000" y="35052"/>
                  </a:lnTo>
                  <a:lnTo>
                    <a:pt x="393192" y="41148"/>
                  </a:lnTo>
                  <a:lnTo>
                    <a:pt x="405384" y="45720"/>
                  </a:lnTo>
                  <a:lnTo>
                    <a:pt x="405384" y="47244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26720" y="57912"/>
                  </a:lnTo>
                  <a:lnTo>
                    <a:pt x="428244" y="59436"/>
                  </a:lnTo>
                  <a:lnTo>
                    <a:pt x="440436" y="65532"/>
                  </a:lnTo>
                  <a:lnTo>
                    <a:pt x="458724" y="80772"/>
                  </a:lnTo>
                  <a:lnTo>
                    <a:pt x="469392" y="89916"/>
                  </a:lnTo>
                  <a:lnTo>
                    <a:pt x="478536" y="97536"/>
                  </a:lnTo>
                  <a:lnTo>
                    <a:pt x="478536" y="99060"/>
                  </a:lnTo>
                  <a:lnTo>
                    <a:pt x="487680" y="106680"/>
                  </a:lnTo>
                  <a:lnTo>
                    <a:pt x="496824" y="117348"/>
                  </a:lnTo>
                  <a:lnTo>
                    <a:pt x="495300" y="117348"/>
                  </a:lnTo>
                  <a:lnTo>
                    <a:pt x="496824" y="118872"/>
                  </a:lnTo>
                  <a:lnTo>
                    <a:pt x="502920" y="128016"/>
                  </a:lnTo>
                  <a:lnTo>
                    <a:pt x="502920" y="126492"/>
                  </a:lnTo>
                  <a:lnTo>
                    <a:pt x="510540" y="138684"/>
                  </a:lnTo>
                  <a:lnTo>
                    <a:pt x="510540" y="137160"/>
                  </a:lnTo>
                  <a:lnTo>
                    <a:pt x="518160" y="149352"/>
                  </a:lnTo>
                  <a:lnTo>
                    <a:pt x="518160" y="147828"/>
                  </a:lnTo>
                  <a:lnTo>
                    <a:pt x="530352" y="172212"/>
                  </a:lnTo>
                  <a:lnTo>
                    <a:pt x="530352" y="170688"/>
                  </a:lnTo>
                  <a:lnTo>
                    <a:pt x="534924" y="182880"/>
                  </a:lnTo>
                  <a:lnTo>
                    <a:pt x="541020" y="195072"/>
                  </a:lnTo>
                  <a:lnTo>
                    <a:pt x="545592" y="208788"/>
                  </a:lnTo>
                  <a:lnTo>
                    <a:pt x="545592" y="207264"/>
                  </a:lnTo>
                  <a:lnTo>
                    <a:pt x="551688" y="234696"/>
                  </a:lnTo>
                  <a:lnTo>
                    <a:pt x="551688" y="237744"/>
                  </a:lnTo>
                  <a:lnTo>
                    <a:pt x="554736" y="246888"/>
                  </a:lnTo>
                  <a:lnTo>
                    <a:pt x="554736" y="260604"/>
                  </a:lnTo>
                  <a:lnTo>
                    <a:pt x="557784" y="274320"/>
                  </a:lnTo>
                  <a:lnTo>
                    <a:pt x="557784" y="184797"/>
                  </a:lnTo>
                  <a:lnTo>
                    <a:pt x="551840" y="170688"/>
                  </a:lnTo>
                  <a:lnTo>
                    <a:pt x="548640" y="163068"/>
                  </a:lnTo>
                  <a:lnTo>
                    <a:pt x="539216" y="147828"/>
                  </a:lnTo>
                  <a:lnTo>
                    <a:pt x="532638" y="137160"/>
                  </a:lnTo>
                  <a:lnTo>
                    <a:pt x="526046" y="126492"/>
                  </a:lnTo>
                  <a:lnTo>
                    <a:pt x="516636" y="111252"/>
                  </a:lnTo>
                  <a:lnTo>
                    <a:pt x="478536" y="68580"/>
                  </a:lnTo>
                  <a:lnTo>
                    <a:pt x="432816" y="36576"/>
                  </a:lnTo>
                  <a:lnTo>
                    <a:pt x="429221" y="35052"/>
                  </a:lnTo>
                  <a:lnTo>
                    <a:pt x="393293" y="19812"/>
                  </a:lnTo>
                  <a:lnTo>
                    <a:pt x="382524" y="15240"/>
                  </a:lnTo>
                  <a:lnTo>
                    <a:pt x="329184" y="3048"/>
                  </a:lnTo>
                  <a:lnTo>
                    <a:pt x="274320" y="0"/>
                  </a:lnTo>
                  <a:lnTo>
                    <a:pt x="248412" y="3048"/>
                  </a:lnTo>
                  <a:lnTo>
                    <a:pt x="195072" y="15240"/>
                  </a:lnTo>
                  <a:lnTo>
                    <a:pt x="144780" y="36576"/>
                  </a:lnTo>
                  <a:lnTo>
                    <a:pt x="99060" y="68580"/>
                  </a:lnTo>
                  <a:lnTo>
                    <a:pt x="60960" y="111252"/>
                  </a:lnTo>
                  <a:lnTo>
                    <a:pt x="28956" y="163068"/>
                  </a:lnTo>
                  <a:lnTo>
                    <a:pt x="7620" y="224028"/>
                  </a:lnTo>
                  <a:lnTo>
                    <a:pt x="0" y="272796"/>
                  </a:lnTo>
                  <a:lnTo>
                    <a:pt x="0" y="301752"/>
                  </a:lnTo>
                  <a:lnTo>
                    <a:pt x="7620" y="345948"/>
                  </a:lnTo>
                  <a:lnTo>
                    <a:pt x="21336" y="394716"/>
                  </a:lnTo>
                  <a:lnTo>
                    <a:pt x="47244" y="443484"/>
                  </a:lnTo>
                  <a:lnTo>
                    <a:pt x="50292" y="449580"/>
                  </a:lnTo>
                  <a:lnTo>
                    <a:pt x="59436" y="461772"/>
                  </a:lnTo>
                  <a:lnTo>
                    <a:pt x="73152" y="478536"/>
                  </a:lnTo>
                  <a:lnTo>
                    <a:pt x="99060" y="504444"/>
                  </a:lnTo>
                  <a:lnTo>
                    <a:pt x="118872" y="519684"/>
                  </a:lnTo>
                  <a:lnTo>
                    <a:pt x="128016" y="527304"/>
                  </a:lnTo>
                  <a:lnTo>
                    <a:pt x="138684" y="533400"/>
                  </a:lnTo>
                  <a:lnTo>
                    <a:pt x="160020" y="545592"/>
                  </a:lnTo>
                  <a:lnTo>
                    <a:pt x="184404" y="556260"/>
                  </a:lnTo>
                  <a:lnTo>
                    <a:pt x="220980" y="568452"/>
                  </a:lnTo>
                  <a:lnTo>
                    <a:pt x="228600" y="569976"/>
                  </a:lnTo>
                  <a:lnTo>
                    <a:pt x="234696" y="571500"/>
                  </a:lnTo>
                  <a:lnTo>
                    <a:pt x="265176" y="574548"/>
                  </a:lnTo>
                  <a:lnTo>
                    <a:pt x="303276" y="576072"/>
                  </a:lnTo>
                  <a:lnTo>
                    <a:pt x="316992" y="574548"/>
                  </a:lnTo>
                  <a:lnTo>
                    <a:pt x="318516" y="574548"/>
                  </a:lnTo>
                  <a:lnTo>
                    <a:pt x="332232" y="573024"/>
                  </a:lnTo>
                  <a:lnTo>
                    <a:pt x="344424" y="569976"/>
                  </a:lnTo>
                  <a:lnTo>
                    <a:pt x="373380" y="563880"/>
                  </a:lnTo>
                  <a:lnTo>
                    <a:pt x="405384" y="551688"/>
                  </a:lnTo>
                  <a:lnTo>
                    <a:pt x="409956" y="550164"/>
                  </a:lnTo>
                  <a:lnTo>
                    <a:pt x="416052" y="547116"/>
                  </a:lnTo>
                  <a:lnTo>
                    <a:pt x="428244" y="539496"/>
                  </a:lnTo>
                  <a:lnTo>
                    <a:pt x="440436" y="533400"/>
                  </a:lnTo>
                  <a:lnTo>
                    <a:pt x="443484" y="530352"/>
                  </a:lnTo>
                  <a:lnTo>
                    <a:pt x="449580" y="525780"/>
                  </a:lnTo>
                  <a:lnTo>
                    <a:pt x="469392" y="512064"/>
                  </a:lnTo>
                  <a:lnTo>
                    <a:pt x="475488" y="507492"/>
                  </a:lnTo>
                  <a:lnTo>
                    <a:pt x="478536" y="504444"/>
                  </a:lnTo>
                  <a:lnTo>
                    <a:pt x="496824" y="487680"/>
                  </a:lnTo>
                  <a:lnTo>
                    <a:pt x="502920" y="481584"/>
                  </a:lnTo>
                  <a:lnTo>
                    <a:pt x="527304" y="451104"/>
                  </a:lnTo>
                  <a:lnTo>
                    <a:pt x="547116" y="417576"/>
                  </a:lnTo>
                  <a:lnTo>
                    <a:pt x="551688" y="405384"/>
                  </a:lnTo>
                  <a:lnTo>
                    <a:pt x="557784" y="393192"/>
                  </a:lnTo>
                  <a:lnTo>
                    <a:pt x="562356" y="381000"/>
                  </a:lnTo>
                  <a:lnTo>
                    <a:pt x="573024" y="342900"/>
                  </a:lnTo>
                  <a:lnTo>
                    <a:pt x="576072" y="301752"/>
                  </a:lnTo>
                  <a:lnTo>
                    <a:pt x="577596" y="288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60249" y="2397182"/>
            <a:ext cx="342340" cy="411123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algn="ctr">
              <a:lnSpc>
                <a:spcPts val="1619"/>
              </a:lnSpc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S</a:t>
            </a:r>
            <a:endParaRPr sz="1412">
              <a:latin typeface="Arial"/>
              <a:cs typeface="Arial"/>
            </a:endParaRPr>
          </a:p>
          <a:p>
            <a:pPr algn="ctr">
              <a:lnSpc>
                <a:spcPts val="1460"/>
              </a:lnSpc>
            </a:pPr>
            <a:r>
              <a:rPr sz="1279" spc="-9" dirty="0">
                <a:solidFill>
                  <a:srgbClr val="FFFFFF"/>
                </a:solidFill>
                <a:latin typeface="Microsoft Sans Serif"/>
                <a:cs typeface="Microsoft Sans Serif"/>
              </a:rPr>
              <a:t>start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99021" y="2827916"/>
            <a:ext cx="1065119" cy="210110"/>
          </a:xfrm>
          <a:custGeom>
            <a:avLst/>
            <a:gdLst/>
            <a:ahLst/>
            <a:cxnLst/>
            <a:rect l="l" t="t" r="r" b="b"/>
            <a:pathLst>
              <a:path w="1207134" h="238125">
                <a:moveTo>
                  <a:pt x="411480" y="18288"/>
                </a:moveTo>
                <a:lnTo>
                  <a:pt x="400812" y="0"/>
                </a:lnTo>
                <a:lnTo>
                  <a:pt x="0" y="237744"/>
                </a:lnTo>
                <a:lnTo>
                  <a:pt x="39624" y="237744"/>
                </a:lnTo>
                <a:lnTo>
                  <a:pt x="411480" y="18288"/>
                </a:lnTo>
                <a:close/>
              </a:path>
              <a:path w="1207134" h="238125">
                <a:moveTo>
                  <a:pt x="614172" y="89916"/>
                </a:moveTo>
                <a:lnTo>
                  <a:pt x="592836" y="89916"/>
                </a:lnTo>
                <a:lnTo>
                  <a:pt x="592836" y="237744"/>
                </a:lnTo>
                <a:lnTo>
                  <a:pt x="614172" y="237744"/>
                </a:lnTo>
                <a:lnTo>
                  <a:pt x="614172" y="89916"/>
                </a:lnTo>
                <a:close/>
              </a:path>
              <a:path w="1207134" h="238125">
                <a:moveTo>
                  <a:pt x="1207008" y="237744"/>
                </a:moveTo>
                <a:lnTo>
                  <a:pt x="806196" y="0"/>
                </a:lnTo>
                <a:lnTo>
                  <a:pt x="795528" y="18288"/>
                </a:lnTo>
                <a:lnTo>
                  <a:pt x="1165860" y="237744"/>
                </a:lnTo>
                <a:lnTo>
                  <a:pt x="1207008" y="237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307079" y="2762025"/>
          <a:ext cx="2511239" cy="4308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4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27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b="1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expnd. </a:t>
                      </a:r>
                      <a:r>
                        <a:rPr sz="1300" b="1" spc="-20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b="1" spc="-10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Frontier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5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{S}</a:t>
                      </a:r>
                      <a:endParaRPr sz="13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7085331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5</a:t>
            </a:r>
            <a:endParaRPr sz="1279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93880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86043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4921" y="3037690"/>
            <a:ext cx="2799678" cy="210580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035414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A</a:t>
            </a:r>
            <a:endParaRPr sz="1412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54500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B</a:t>
            </a:r>
            <a:endParaRPr sz="1412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73407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C</a:t>
            </a:r>
            <a:endParaRPr sz="1412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30426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9</a:t>
            </a:r>
            <a:endParaRPr sz="1279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67084" y="4055249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76399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12838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86043" y="4055249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1</a:t>
            </a:r>
            <a:endParaRPr sz="1279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40860" y="4157349"/>
            <a:ext cx="143996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E</a:t>
            </a:r>
            <a:endParaRPr sz="1412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81887" y="4157349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D</a:t>
            </a:r>
            <a:endParaRPr sz="1412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82846" y="4157349"/>
            <a:ext cx="133350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F</a:t>
            </a:r>
            <a:endParaRPr sz="1412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65663" y="3736698"/>
            <a:ext cx="333375" cy="691706"/>
          </a:xfrm>
          <a:prstGeom prst="rect">
            <a:avLst/>
          </a:prstGeom>
        </p:spPr>
        <p:txBody>
          <a:bodyPr vert="horz" wrap="square" lIns="0" tIns="58271" rIns="0" bIns="0" rtlCol="0">
            <a:spAutoFit/>
          </a:bodyPr>
          <a:lstStyle/>
          <a:p>
            <a:pPr marL="40343">
              <a:spcBef>
                <a:spcPts val="459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  <a:p>
            <a:pPr marL="94134">
              <a:lnSpc>
                <a:spcPts val="1579"/>
              </a:lnSpc>
              <a:spcBef>
                <a:spcPts val="415"/>
              </a:spcBef>
            </a:pPr>
            <a:r>
              <a:rPr sz="1412" b="1" spc="-44" dirty="0">
                <a:latin typeface="Arial"/>
                <a:cs typeface="Arial"/>
              </a:rPr>
              <a:t>G</a:t>
            </a:r>
            <a:endParaRPr sz="1412">
              <a:latin typeface="Arial"/>
              <a:cs typeface="Arial"/>
            </a:endParaRPr>
          </a:p>
          <a:p>
            <a:pPr marL="11206">
              <a:lnSpc>
                <a:spcPts val="1421"/>
              </a:lnSpc>
            </a:pPr>
            <a:r>
              <a:rPr sz="1279" spc="-18" dirty="0">
                <a:solidFill>
                  <a:srgbClr val="FFFFFF"/>
                </a:solidFill>
                <a:latin typeface="Microsoft Sans Serif"/>
                <a:cs typeface="Microsoft Sans Serif"/>
              </a:rPr>
              <a:t>goal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321494" y="4601057"/>
            <a:ext cx="214032" cy="623447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7</a:t>
            </a:r>
            <a:endParaRPr sz="1279">
              <a:latin typeface="Arial"/>
              <a:cs typeface="Arial"/>
            </a:endParaRPr>
          </a:p>
          <a:p>
            <a:pPr>
              <a:spcBef>
                <a:spcPts val="9"/>
              </a:spcBef>
            </a:pPr>
            <a:endParaRPr sz="1279">
              <a:latin typeface="Arial"/>
              <a:cs typeface="Arial"/>
            </a:endParaRPr>
          </a:p>
          <a:p>
            <a:pPr marL="71161"/>
            <a:r>
              <a:rPr sz="1412" b="1" spc="-44" dirty="0">
                <a:latin typeface="Arial"/>
                <a:cs typeface="Arial"/>
              </a:rPr>
              <a:t>H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206265" y="5140811"/>
            <a:ext cx="504265" cy="220756"/>
            <a:chOff x="5154167" y="5826252"/>
            <a:chExt cx="571500" cy="250190"/>
          </a:xfrm>
        </p:grpSpPr>
        <p:sp>
          <p:nvSpPr>
            <p:cNvPr id="34" name="object 34"/>
            <p:cNvSpPr/>
            <p:nvPr/>
          </p:nvSpPr>
          <p:spPr>
            <a:xfrm>
              <a:off x="5164835" y="5826252"/>
              <a:ext cx="550545" cy="241300"/>
            </a:xfrm>
            <a:custGeom>
              <a:avLst/>
              <a:gdLst/>
              <a:ahLst/>
              <a:cxnLst/>
              <a:rect l="l" t="t" r="r" b="b"/>
              <a:pathLst>
                <a:path w="550545" h="241300">
                  <a:moveTo>
                    <a:pt x="550163" y="0"/>
                  </a:moveTo>
                  <a:lnTo>
                    <a:pt x="0" y="0"/>
                  </a:lnTo>
                  <a:lnTo>
                    <a:pt x="6096" y="36575"/>
                  </a:lnTo>
                  <a:lnTo>
                    <a:pt x="35051" y="103631"/>
                  </a:lnTo>
                  <a:lnTo>
                    <a:pt x="77724" y="160020"/>
                  </a:lnTo>
                  <a:lnTo>
                    <a:pt x="134112" y="202692"/>
                  </a:lnTo>
                  <a:lnTo>
                    <a:pt x="201167" y="230124"/>
                  </a:lnTo>
                  <a:lnTo>
                    <a:pt x="274319" y="240792"/>
                  </a:lnTo>
                  <a:lnTo>
                    <a:pt x="312419" y="237744"/>
                  </a:lnTo>
                  <a:lnTo>
                    <a:pt x="382524" y="219456"/>
                  </a:lnTo>
                  <a:lnTo>
                    <a:pt x="445008" y="182880"/>
                  </a:lnTo>
                  <a:lnTo>
                    <a:pt x="495300" y="132587"/>
                  </a:lnTo>
                  <a:lnTo>
                    <a:pt x="531876" y="71628"/>
                  </a:lnTo>
                  <a:lnTo>
                    <a:pt x="55016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5154168" y="5826252"/>
              <a:ext cx="571500" cy="250190"/>
            </a:xfrm>
            <a:custGeom>
              <a:avLst/>
              <a:gdLst/>
              <a:ahLst/>
              <a:cxnLst/>
              <a:rect l="l" t="t" r="r" b="b"/>
              <a:pathLst>
                <a:path w="571500" h="250189">
                  <a:moveTo>
                    <a:pt x="571500" y="0"/>
                  </a:moveTo>
                  <a:lnTo>
                    <a:pt x="550164" y="0"/>
                  </a:lnTo>
                  <a:lnTo>
                    <a:pt x="550164" y="3048"/>
                  </a:lnTo>
                  <a:lnTo>
                    <a:pt x="548640" y="16764"/>
                  </a:lnTo>
                  <a:lnTo>
                    <a:pt x="545592" y="30480"/>
                  </a:lnTo>
                  <a:lnTo>
                    <a:pt x="545592" y="28956"/>
                  </a:lnTo>
                  <a:lnTo>
                    <a:pt x="541020" y="42672"/>
                  </a:lnTo>
                  <a:lnTo>
                    <a:pt x="537972" y="54864"/>
                  </a:lnTo>
                  <a:lnTo>
                    <a:pt x="531876" y="67056"/>
                  </a:lnTo>
                  <a:lnTo>
                    <a:pt x="527304" y="79248"/>
                  </a:lnTo>
                  <a:lnTo>
                    <a:pt x="521208" y="89916"/>
                  </a:lnTo>
                  <a:lnTo>
                    <a:pt x="515112" y="102108"/>
                  </a:lnTo>
                  <a:lnTo>
                    <a:pt x="499872" y="123444"/>
                  </a:lnTo>
                  <a:lnTo>
                    <a:pt x="499872" y="121920"/>
                  </a:lnTo>
                  <a:lnTo>
                    <a:pt x="492252" y="132588"/>
                  </a:lnTo>
                  <a:lnTo>
                    <a:pt x="483108" y="143256"/>
                  </a:lnTo>
                  <a:lnTo>
                    <a:pt x="484632" y="143256"/>
                  </a:lnTo>
                  <a:lnTo>
                    <a:pt x="475488" y="152400"/>
                  </a:lnTo>
                  <a:lnTo>
                    <a:pt x="466344" y="161544"/>
                  </a:lnTo>
                  <a:lnTo>
                    <a:pt x="455676" y="169164"/>
                  </a:lnTo>
                  <a:lnTo>
                    <a:pt x="446532" y="178308"/>
                  </a:lnTo>
                  <a:lnTo>
                    <a:pt x="446532" y="176784"/>
                  </a:lnTo>
                  <a:lnTo>
                    <a:pt x="435864" y="184404"/>
                  </a:lnTo>
                  <a:lnTo>
                    <a:pt x="423672" y="192024"/>
                  </a:lnTo>
                  <a:lnTo>
                    <a:pt x="425196" y="192024"/>
                  </a:lnTo>
                  <a:lnTo>
                    <a:pt x="413004" y="198120"/>
                  </a:lnTo>
                  <a:lnTo>
                    <a:pt x="400812" y="204216"/>
                  </a:lnTo>
                  <a:lnTo>
                    <a:pt x="402336" y="204216"/>
                  </a:lnTo>
                  <a:lnTo>
                    <a:pt x="390144" y="210312"/>
                  </a:lnTo>
                  <a:lnTo>
                    <a:pt x="377952" y="214884"/>
                  </a:lnTo>
                  <a:lnTo>
                    <a:pt x="377952" y="213360"/>
                  </a:lnTo>
                  <a:lnTo>
                    <a:pt x="364236" y="217932"/>
                  </a:lnTo>
                  <a:lnTo>
                    <a:pt x="365760" y="217932"/>
                  </a:lnTo>
                  <a:lnTo>
                    <a:pt x="352044" y="222504"/>
                  </a:lnTo>
                  <a:lnTo>
                    <a:pt x="353568" y="222504"/>
                  </a:lnTo>
                  <a:lnTo>
                    <a:pt x="339852" y="225552"/>
                  </a:lnTo>
                  <a:lnTo>
                    <a:pt x="326136" y="227076"/>
                  </a:lnTo>
                  <a:lnTo>
                    <a:pt x="312420" y="230124"/>
                  </a:lnTo>
                  <a:lnTo>
                    <a:pt x="257556" y="230124"/>
                  </a:lnTo>
                  <a:lnTo>
                    <a:pt x="245364" y="227076"/>
                  </a:lnTo>
                  <a:lnTo>
                    <a:pt x="231648" y="225552"/>
                  </a:lnTo>
                  <a:lnTo>
                    <a:pt x="217932" y="222504"/>
                  </a:lnTo>
                  <a:lnTo>
                    <a:pt x="219456" y="222504"/>
                  </a:lnTo>
                  <a:lnTo>
                    <a:pt x="205740" y="217932"/>
                  </a:lnTo>
                  <a:lnTo>
                    <a:pt x="193548" y="213360"/>
                  </a:lnTo>
                  <a:lnTo>
                    <a:pt x="193548" y="214884"/>
                  </a:lnTo>
                  <a:lnTo>
                    <a:pt x="181356" y="210312"/>
                  </a:lnTo>
                  <a:lnTo>
                    <a:pt x="158496" y="198894"/>
                  </a:lnTo>
                  <a:lnTo>
                    <a:pt x="158496" y="198120"/>
                  </a:lnTo>
                  <a:lnTo>
                    <a:pt x="146304" y="192024"/>
                  </a:lnTo>
                  <a:lnTo>
                    <a:pt x="147828" y="192024"/>
                  </a:lnTo>
                  <a:lnTo>
                    <a:pt x="135636" y="184404"/>
                  </a:lnTo>
                  <a:lnTo>
                    <a:pt x="124968" y="176784"/>
                  </a:lnTo>
                  <a:lnTo>
                    <a:pt x="124968" y="178308"/>
                  </a:lnTo>
                  <a:lnTo>
                    <a:pt x="114300" y="169164"/>
                  </a:lnTo>
                  <a:lnTo>
                    <a:pt x="115824" y="169164"/>
                  </a:lnTo>
                  <a:lnTo>
                    <a:pt x="105156" y="161544"/>
                  </a:lnTo>
                  <a:lnTo>
                    <a:pt x="96012" y="152400"/>
                  </a:lnTo>
                  <a:lnTo>
                    <a:pt x="86868" y="143256"/>
                  </a:lnTo>
                  <a:lnTo>
                    <a:pt x="79248" y="132588"/>
                  </a:lnTo>
                  <a:lnTo>
                    <a:pt x="72707" y="123444"/>
                  </a:lnTo>
                  <a:lnTo>
                    <a:pt x="71628" y="121920"/>
                  </a:lnTo>
                  <a:lnTo>
                    <a:pt x="71628" y="123444"/>
                  </a:lnTo>
                  <a:lnTo>
                    <a:pt x="62484" y="112776"/>
                  </a:lnTo>
                  <a:lnTo>
                    <a:pt x="64008" y="112776"/>
                  </a:lnTo>
                  <a:lnTo>
                    <a:pt x="56388" y="102108"/>
                  </a:lnTo>
                  <a:lnTo>
                    <a:pt x="50292" y="89916"/>
                  </a:lnTo>
                  <a:lnTo>
                    <a:pt x="44196" y="79248"/>
                  </a:lnTo>
                  <a:lnTo>
                    <a:pt x="39624" y="67056"/>
                  </a:lnTo>
                  <a:lnTo>
                    <a:pt x="33528" y="54864"/>
                  </a:lnTo>
                  <a:lnTo>
                    <a:pt x="28956" y="42672"/>
                  </a:lnTo>
                  <a:lnTo>
                    <a:pt x="26238" y="30480"/>
                  </a:lnTo>
                  <a:lnTo>
                    <a:pt x="25908" y="28956"/>
                  </a:lnTo>
                  <a:lnTo>
                    <a:pt x="25908" y="30480"/>
                  </a:lnTo>
                  <a:lnTo>
                    <a:pt x="22860" y="16764"/>
                  </a:lnTo>
                  <a:lnTo>
                    <a:pt x="21501" y="4572"/>
                  </a:lnTo>
                  <a:lnTo>
                    <a:pt x="21336" y="3048"/>
                  </a:lnTo>
                  <a:lnTo>
                    <a:pt x="21336" y="4572"/>
                  </a:lnTo>
                  <a:lnTo>
                    <a:pt x="19812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3048" y="21336"/>
                  </a:lnTo>
                  <a:lnTo>
                    <a:pt x="13716" y="57912"/>
                  </a:lnTo>
                  <a:lnTo>
                    <a:pt x="22860" y="80772"/>
                  </a:lnTo>
                  <a:lnTo>
                    <a:pt x="27432" y="92964"/>
                  </a:lnTo>
                  <a:lnTo>
                    <a:pt x="44196" y="120396"/>
                  </a:lnTo>
                  <a:lnTo>
                    <a:pt x="47244" y="124968"/>
                  </a:lnTo>
                  <a:lnTo>
                    <a:pt x="56388" y="137160"/>
                  </a:lnTo>
                  <a:lnTo>
                    <a:pt x="62484" y="146304"/>
                  </a:lnTo>
                  <a:lnTo>
                    <a:pt x="68580" y="153924"/>
                  </a:lnTo>
                  <a:lnTo>
                    <a:pt x="79248" y="163068"/>
                  </a:lnTo>
                  <a:lnTo>
                    <a:pt x="96012" y="179832"/>
                  </a:lnTo>
                  <a:lnTo>
                    <a:pt x="105156" y="187452"/>
                  </a:lnTo>
                  <a:lnTo>
                    <a:pt x="114300" y="195072"/>
                  </a:lnTo>
                  <a:lnTo>
                    <a:pt x="124968" y="201168"/>
                  </a:lnTo>
                  <a:lnTo>
                    <a:pt x="124968" y="202692"/>
                  </a:lnTo>
                  <a:lnTo>
                    <a:pt x="135636" y="208788"/>
                  </a:lnTo>
                  <a:lnTo>
                    <a:pt x="146304" y="214884"/>
                  </a:lnTo>
                  <a:lnTo>
                    <a:pt x="155448" y="220980"/>
                  </a:lnTo>
                  <a:lnTo>
                    <a:pt x="158496" y="220980"/>
                  </a:lnTo>
                  <a:lnTo>
                    <a:pt x="181356" y="231648"/>
                  </a:lnTo>
                  <a:lnTo>
                    <a:pt x="217932" y="243840"/>
                  </a:lnTo>
                  <a:lnTo>
                    <a:pt x="225552" y="245364"/>
                  </a:lnTo>
                  <a:lnTo>
                    <a:pt x="231648" y="245364"/>
                  </a:lnTo>
                  <a:lnTo>
                    <a:pt x="262128" y="249936"/>
                  </a:lnTo>
                  <a:lnTo>
                    <a:pt x="300228" y="249936"/>
                  </a:lnTo>
                  <a:lnTo>
                    <a:pt x="313944" y="249936"/>
                  </a:lnTo>
                  <a:lnTo>
                    <a:pt x="315468" y="249936"/>
                  </a:lnTo>
                  <a:lnTo>
                    <a:pt x="329184" y="248412"/>
                  </a:lnTo>
                  <a:lnTo>
                    <a:pt x="339852" y="245364"/>
                  </a:lnTo>
                  <a:lnTo>
                    <a:pt x="353568" y="242316"/>
                  </a:lnTo>
                  <a:lnTo>
                    <a:pt x="365760" y="239268"/>
                  </a:lnTo>
                  <a:lnTo>
                    <a:pt x="368808" y="239268"/>
                  </a:lnTo>
                  <a:lnTo>
                    <a:pt x="390144" y="231648"/>
                  </a:lnTo>
                  <a:lnTo>
                    <a:pt x="402336" y="227076"/>
                  </a:lnTo>
                  <a:lnTo>
                    <a:pt x="406908" y="225552"/>
                  </a:lnTo>
                  <a:lnTo>
                    <a:pt x="413004" y="220980"/>
                  </a:lnTo>
                  <a:lnTo>
                    <a:pt x="425196" y="214884"/>
                  </a:lnTo>
                  <a:lnTo>
                    <a:pt x="435864" y="208788"/>
                  </a:lnTo>
                  <a:lnTo>
                    <a:pt x="440436" y="205740"/>
                  </a:lnTo>
                  <a:lnTo>
                    <a:pt x="446532" y="202692"/>
                  </a:lnTo>
                  <a:lnTo>
                    <a:pt x="455676" y="195072"/>
                  </a:lnTo>
                  <a:lnTo>
                    <a:pt x="466344" y="187452"/>
                  </a:lnTo>
                  <a:lnTo>
                    <a:pt x="472440" y="182880"/>
                  </a:lnTo>
                  <a:lnTo>
                    <a:pt x="475488" y="179832"/>
                  </a:lnTo>
                  <a:lnTo>
                    <a:pt x="484632" y="170688"/>
                  </a:lnTo>
                  <a:lnTo>
                    <a:pt x="492252" y="163068"/>
                  </a:lnTo>
                  <a:lnTo>
                    <a:pt x="499872" y="155448"/>
                  </a:lnTo>
                  <a:lnTo>
                    <a:pt x="515112" y="137160"/>
                  </a:lnTo>
                  <a:lnTo>
                    <a:pt x="524256" y="124968"/>
                  </a:lnTo>
                  <a:lnTo>
                    <a:pt x="527304" y="118872"/>
                  </a:lnTo>
                  <a:lnTo>
                    <a:pt x="544068" y="91440"/>
                  </a:lnTo>
                  <a:lnTo>
                    <a:pt x="548640" y="80772"/>
                  </a:lnTo>
                  <a:lnTo>
                    <a:pt x="559308" y="56388"/>
                  </a:lnTo>
                  <a:lnTo>
                    <a:pt x="568452" y="18288"/>
                  </a:lnTo>
                  <a:lnTo>
                    <a:pt x="570738" y="4572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5</a:t>
            </a:fld>
            <a:endParaRPr spc="-2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639788"/>
            <a:ext cx="6825545" cy="534378"/>
          </a:xfrm>
          <a:prstGeom prst="rect">
            <a:avLst/>
          </a:prstGeom>
        </p:spPr>
        <p:txBody>
          <a:bodyPr vert="horz" wrap="square" lIns="0" tIns="92139" rIns="0" bIns="0" rtlCol="0" anchor="ctr">
            <a:spAutoFit/>
          </a:bodyPr>
          <a:lstStyle/>
          <a:p>
            <a:pPr marL="1290986">
              <a:lnSpc>
                <a:spcPct val="100000"/>
              </a:lnSpc>
              <a:spcBef>
                <a:spcPts val="79"/>
              </a:spcBef>
            </a:pPr>
            <a:r>
              <a:rPr sz="2868" spc="-141" dirty="0"/>
              <a:t>Iterative‐Deepening</a:t>
            </a:r>
            <a:r>
              <a:rPr sz="2868" spc="-124" dirty="0"/>
              <a:t> </a:t>
            </a:r>
            <a:r>
              <a:rPr sz="2868" spc="-84" dirty="0"/>
              <a:t>Search(IDS)</a:t>
            </a:r>
            <a:endParaRPr sz="2868"/>
          </a:p>
        </p:txBody>
      </p:sp>
      <p:sp>
        <p:nvSpPr>
          <p:cNvPr id="3" name="object 3"/>
          <p:cNvSpPr txBox="1"/>
          <p:nvPr/>
        </p:nvSpPr>
        <p:spPr>
          <a:xfrm>
            <a:off x="3320113" y="2216549"/>
            <a:ext cx="3115235" cy="538998"/>
          </a:xfrm>
          <a:prstGeom prst="rect">
            <a:avLst/>
          </a:prstGeom>
        </p:spPr>
        <p:txBody>
          <a:bodyPr vert="horz" wrap="square" lIns="0" tIns="72838" rIns="0" bIns="0" rtlCol="0">
            <a:spAutoFit/>
          </a:bodyPr>
          <a:lstStyle/>
          <a:p>
            <a:pPr marL="11206">
              <a:spcBef>
                <a:spcPts val="574"/>
              </a:spcBef>
            </a:pPr>
            <a:r>
              <a:rPr sz="1412" b="1" spc="-9" dirty="0">
                <a:solidFill>
                  <a:srgbClr val="CC3300"/>
                </a:solidFill>
                <a:latin typeface="Courier New"/>
                <a:cs typeface="Courier New"/>
              </a:rPr>
              <a:t>deepeningSearch(problem)</a:t>
            </a:r>
            <a:endParaRPr sz="1412">
              <a:latin typeface="Courier New"/>
              <a:cs typeface="Courier New"/>
            </a:endParaRPr>
          </a:p>
          <a:p>
            <a:pPr marL="11206">
              <a:spcBef>
                <a:spcPts val="441"/>
              </a:spcBef>
            </a:pP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depth:</a:t>
            </a:r>
            <a:r>
              <a:rPr sz="1279" spc="-35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1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#</a:t>
            </a:r>
            <a:r>
              <a:rPr sz="1279" spc="-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of</a:t>
            </a:r>
            <a:r>
              <a:rPr sz="1279" spc="-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nodes</a:t>
            </a:r>
            <a:r>
              <a:rPr sz="1279" spc="-18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tested:</a:t>
            </a:r>
            <a:r>
              <a:rPr sz="1279" spc="-31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1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expanded:</a:t>
            </a:r>
            <a:r>
              <a:rPr sz="1279" spc="-40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spc="-44" dirty="0">
                <a:latin typeface="Microsoft Sans Serif"/>
                <a:cs typeface="Microsoft Sans Serif"/>
              </a:rPr>
              <a:t>1</a:t>
            </a:r>
            <a:endParaRPr sz="1279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76029" y="2398955"/>
            <a:ext cx="509868" cy="508747"/>
            <a:chOff x="6819900" y="2718816"/>
            <a:chExt cx="577850" cy="576580"/>
          </a:xfrm>
        </p:grpSpPr>
        <p:sp>
          <p:nvSpPr>
            <p:cNvPr id="5" name="object 5"/>
            <p:cNvSpPr/>
            <p:nvPr/>
          </p:nvSpPr>
          <p:spPr>
            <a:xfrm>
              <a:off x="6830567" y="2727960"/>
              <a:ext cx="558165" cy="556260"/>
            </a:xfrm>
            <a:custGeom>
              <a:avLst/>
              <a:gdLst/>
              <a:ahLst/>
              <a:cxnLst/>
              <a:rect l="l" t="t" r="r" b="b"/>
              <a:pathLst>
                <a:path w="558165" h="556260">
                  <a:moveTo>
                    <a:pt x="278891" y="0"/>
                  </a:moveTo>
                  <a:lnTo>
                    <a:pt x="240791" y="3048"/>
                  </a:lnTo>
                  <a:lnTo>
                    <a:pt x="170687" y="21336"/>
                  </a:lnTo>
                  <a:lnTo>
                    <a:pt x="108203" y="57912"/>
                  </a:lnTo>
                  <a:lnTo>
                    <a:pt x="57911" y="108203"/>
                  </a:lnTo>
                  <a:lnTo>
                    <a:pt x="22859" y="170687"/>
                  </a:lnTo>
                  <a:lnTo>
                    <a:pt x="3048" y="240791"/>
                  </a:lnTo>
                  <a:lnTo>
                    <a:pt x="0" y="278891"/>
                  </a:lnTo>
                  <a:lnTo>
                    <a:pt x="3048" y="315467"/>
                  </a:lnTo>
                  <a:lnTo>
                    <a:pt x="22859" y="387095"/>
                  </a:lnTo>
                  <a:lnTo>
                    <a:pt x="57911" y="448055"/>
                  </a:lnTo>
                  <a:lnTo>
                    <a:pt x="108203" y="498348"/>
                  </a:lnTo>
                  <a:lnTo>
                    <a:pt x="170687" y="534924"/>
                  </a:lnTo>
                  <a:lnTo>
                    <a:pt x="240791" y="553212"/>
                  </a:lnTo>
                  <a:lnTo>
                    <a:pt x="278891" y="556260"/>
                  </a:lnTo>
                  <a:lnTo>
                    <a:pt x="316991" y="553212"/>
                  </a:lnTo>
                  <a:lnTo>
                    <a:pt x="387096" y="534924"/>
                  </a:lnTo>
                  <a:lnTo>
                    <a:pt x="448055" y="498348"/>
                  </a:lnTo>
                  <a:lnTo>
                    <a:pt x="498348" y="448055"/>
                  </a:lnTo>
                  <a:lnTo>
                    <a:pt x="534924" y="387095"/>
                  </a:lnTo>
                  <a:lnTo>
                    <a:pt x="554735" y="315467"/>
                  </a:lnTo>
                  <a:lnTo>
                    <a:pt x="557783" y="278891"/>
                  </a:lnTo>
                  <a:lnTo>
                    <a:pt x="554735" y="240791"/>
                  </a:lnTo>
                  <a:lnTo>
                    <a:pt x="534924" y="170687"/>
                  </a:lnTo>
                  <a:lnTo>
                    <a:pt x="498348" y="108203"/>
                  </a:lnTo>
                  <a:lnTo>
                    <a:pt x="448055" y="57912"/>
                  </a:lnTo>
                  <a:lnTo>
                    <a:pt x="387096" y="21336"/>
                  </a:lnTo>
                  <a:lnTo>
                    <a:pt x="316991" y="3048"/>
                  </a:lnTo>
                  <a:lnTo>
                    <a:pt x="278891" y="0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6819900" y="2718815"/>
              <a:ext cx="577850" cy="576580"/>
            </a:xfrm>
            <a:custGeom>
              <a:avLst/>
              <a:gdLst/>
              <a:ahLst/>
              <a:cxnLst/>
              <a:rect l="l" t="t" r="r" b="b"/>
              <a:pathLst>
                <a:path w="577850" h="576579">
                  <a:moveTo>
                    <a:pt x="577596" y="288036"/>
                  </a:moveTo>
                  <a:lnTo>
                    <a:pt x="569976" y="224028"/>
                  </a:lnTo>
                  <a:lnTo>
                    <a:pt x="565175" y="207264"/>
                  </a:lnTo>
                  <a:lnTo>
                    <a:pt x="560832" y="192024"/>
                  </a:lnTo>
                  <a:lnTo>
                    <a:pt x="557784" y="184797"/>
                  </a:lnTo>
                  <a:lnTo>
                    <a:pt x="557784" y="274320"/>
                  </a:lnTo>
                  <a:lnTo>
                    <a:pt x="557784" y="300228"/>
                  </a:lnTo>
                  <a:lnTo>
                    <a:pt x="554736" y="315468"/>
                  </a:lnTo>
                  <a:lnTo>
                    <a:pt x="554736" y="327660"/>
                  </a:lnTo>
                  <a:lnTo>
                    <a:pt x="551688" y="341376"/>
                  </a:lnTo>
                  <a:lnTo>
                    <a:pt x="548640" y="355092"/>
                  </a:lnTo>
                  <a:lnTo>
                    <a:pt x="548640" y="353568"/>
                  </a:lnTo>
                  <a:lnTo>
                    <a:pt x="545592" y="367284"/>
                  </a:lnTo>
                  <a:lnTo>
                    <a:pt x="541020" y="379476"/>
                  </a:lnTo>
                  <a:lnTo>
                    <a:pt x="534924" y="393192"/>
                  </a:lnTo>
                  <a:lnTo>
                    <a:pt x="534924" y="391668"/>
                  </a:lnTo>
                  <a:lnTo>
                    <a:pt x="530352" y="403860"/>
                  </a:lnTo>
                  <a:lnTo>
                    <a:pt x="518160" y="426720"/>
                  </a:lnTo>
                  <a:lnTo>
                    <a:pt x="495300" y="458724"/>
                  </a:lnTo>
                  <a:lnTo>
                    <a:pt x="496824" y="458724"/>
                  </a:lnTo>
                  <a:lnTo>
                    <a:pt x="478536" y="477012"/>
                  </a:lnTo>
                  <a:lnTo>
                    <a:pt x="467868" y="486156"/>
                  </a:lnTo>
                  <a:lnTo>
                    <a:pt x="469392" y="486156"/>
                  </a:lnTo>
                  <a:lnTo>
                    <a:pt x="458724" y="493776"/>
                  </a:lnTo>
                  <a:lnTo>
                    <a:pt x="449580" y="502920"/>
                  </a:lnTo>
                  <a:lnTo>
                    <a:pt x="449580" y="501396"/>
                  </a:lnTo>
                  <a:lnTo>
                    <a:pt x="438912" y="510540"/>
                  </a:lnTo>
                  <a:lnTo>
                    <a:pt x="440436" y="510540"/>
                  </a:lnTo>
                  <a:lnTo>
                    <a:pt x="426720" y="516636"/>
                  </a:lnTo>
                  <a:lnTo>
                    <a:pt x="428244" y="516636"/>
                  </a:lnTo>
                  <a:lnTo>
                    <a:pt x="416052" y="524256"/>
                  </a:lnTo>
                  <a:lnTo>
                    <a:pt x="417576" y="522732"/>
                  </a:lnTo>
                  <a:lnTo>
                    <a:pt x="405384" y="528828"/>
                  </a:lnTo>
                  <a:lnTo>
                    <a:pt x="393192" y="534924"/>
                  </a:lnTo>
                  <a:lnTo>
                    <a:pt x="368808" y="544068"/>
                  </a:lnTo>
                  <a:lnTo>
                    <a:pt x="356616" y="547116"/>
                  </a:lnTo>
                  <a:lnTo>
                    <a:pt x="342900" y="550164"/>
                  </a:lnTo>
                  <a:lnTo>
                    <a:pt x="344424" y="550164"/>
                  </a:lnTo>
                  <a:lnTo>
                    <a:pt x="329184" y="553212"/>
                  </a:lnTo>
                  <a:lnTo>
                    <a:pt x="315468" y="554736"/>
                  </a:lnTo>
                  <a:lnTo>
                    <a:pt x="303276" y="554736"/>
                  </a:lnTo>
                  <a:lnTo>
                    <a:pt x="289560" y="556260"/>
                  </a:lnTo>
                  <a:lnTo>
                    <a:pt x="274320" y="554736"/>
                  </a:lnTo>
                  <a:lnTo>
                    <a:pt x="262128" y="554736"/>
                  </a:lnTo>
                  <a:lnTo>
                    <a:pt x="248412" y="553212"/>
                  </a:lnTo>
                  <a:lnTo>
                    <a:pt x="234696" y="550164"/>
                  </a:lnTo>
                  <a:lnTo>
                    <a:pt x="236220" y="550164"/>
                  </a:lnTo>
                  <a:lnTo>
                    <a:pt x="220980" y="547116"/>
                  </a:lnTo>
                  <a:lnTo>
                    <a:pt x="222504" y="547116"/>
                  </a:lnTo>
                  <a:lnTo>
                    <a:pt x="208788" y="544068"/>
                  </a:lnTo>
                  <a:lnTo>
                    <a:pt x="184404" y="534924"/>
                  </a:lnTo>
                  <a:lnTo>
                    <a:pt x="185928" y="534924"/>
                  </a:lnTo>
                  <a:lnTo>
                    <a:pt x="172212" y="528828"/>
                  </a:lnTo>
                  <a:lnTo>
                    <a:pt x="161544" y="522732"/>
                  </a:lnTo>
                  <a:lnTo>
                    <a:pt x="161544" y="524256"/>
                  </a:lnTo>
                  <a:lnTo>
                    <a:pt x="138684" y="510540"/>
                  </a:lnTo>
                  <a:lnTo>
                    <a:pt x="140208" y="510540"/>
                  </a:lnTo>
                  <a:lnTo>
                    <a:pt x="128016" y="501396"/>
                  </a:lnTo>
                  <a:lnTo>
                    <a:pt x="128016" y="502920"/>
                  </a:lnTo>
                  <a:lnTo>
                    <a:pt x="118872" y="493776"/>
                  </a:lnTo>
                  <a:lnTo>
                    <a:pt x="108204" y="486156"/>
                  </a:lnTo>
                  <a:lnTo>
                    <a:pt x="89916" y="467868"/>
                  </a:lnTo>
                  <a:lnTo>
                    <a:pt x="82296" y="458724"/>
                  </a:lnTo>
                  <a:lnTo>
                    <a:pt x="59436" y="426720"/>
                  </a:lnTo>
                  <a:lnTo>
                    <a:pt x="60960" y="426720"/>
                  </a:lnTo>
                  <a:lnTo>
                    <a:pt x="53340" y="416052"/>
                  </a:lnTo>
                  <a:lnTo>
                    <a:pt x="47244" y="403860"/>
                  </a:lnTo>
                  <a:lnTo>
                    <a:pt x="48768" y="403860"/>
                  </a:lnTo>
                  <a:lnTo>
                    <a:pt x="43434" y="393192"/>
                  </a:lnTo>
                  <a:lnTo>
                    <a:pt x="42672" y="391668"/>
                  </a:lnTo>
                  <a:lnTo>
                    <a:pt x="42672" y="393192"/>
                  </a:lnTo>
                  <a:lnTo>
                    <a:pt x="38100" y="379476"/>
                  </a:lnTo>
                  <a:lnTo>
                    <a:pt x="32004" y="367284"/>
                  </a:lnTo>
                  <a:lnTo>
                    <a:pt x="29286" y="355092"/>
                  </a:lnTo>
                  <a:lnTo>
                    <a:pt x="28956" y="353568"/>
                  </a:lnTo>
                  <a:lnTo>
                    <a:pt x="28956" y="355092"/>
                  </a:lnTo>
                  <a:lnTo>
                    <a:pt x="25908" y="341376"/>
                  </a:lnTo>
                  <a:lnTo>
                    <a:pt x="24549" y="329184"/>
                  </a:lnTo>
                  <a:lnTo>
                    <a:pt x="24384" y="327660"/>
                  </a:lnTo>
                  <a:lnTo>
                    <a:pt x="24384" y="329184"/>
                  </a:lnTo>
                  <a:lnTo>
                    <a:pt x="23012" y="315468"/>
                  </a:lnTo>
                  <a:lnTo>
                    <a:pt x="22860" y="313944"/>
                  </a:lnTo>
                  <a:lnTo>
                    <a:pt x="22860" y="315468"/>
                  </a:lnTo>
                  <a:lnTo>
                    <a:pt x="21336" y="300228"/>
                  </a:lnTo>
                  <a:lnTo>
                    <a:pt x="21336" y="274320"/>
                  </a:lnTo>
                  <a:lnTo>
                    <a:pt x="25908" y="233172"/>
                  </a:lnTo>
                  <a:lnTo>
                    <a:pt x="25908" y="234696"/>
                  </a:lnTo>
                  <a:lnTo>
                    <a:pt x="26238" y="233172"/>
                  </a:lnTo>
                  <a:lnTo>
                    <a:pt x="32004" y="207264"/>
                  </a:lnTo>
                  <a:lnTo>
                    <a:pt x="32004" y="208788"/>
                  </a:lnTo>
                  <a:lnTo>
                    <a:pt x="32677" y="207264"/>
                  </a:lnTo>
                  <a:lnTo>
                    <a:pt x="38100" y="195072"/>
                  </a:lnTo>
                  <a:lnTo>
                    <a:pt x="42672" y="182880"/>
                  </a:lnTo>
                  <a:lnTo>
                    <a:pt x="47244" y="173736"/>
                  </a:lnTo>
                  <a:lnTo>
                    <a:pt x="48768" y="170688"/>
                  </a:lnTo>
                  <a:lnTo>
                    <a:pt x="47244" y="172212"/>
                  </a:lnTo>
                  <a:lnTo>
                    <a:pt x="53340" y="160020"/>
                  </a:lnTo>
                  <a:lnTo>
                    <a:pt x="59436" y="149352"/>
                  </a:lnTo>
                  <a:lnTo>
                    <a:pt x="67056" y="137160"/>
                  </a:lnTo>
                  <a:lnTo>
                    <a:pt x="67056" y="138684"/>
                  </a:lnTo>
                  <a:lnTo>
                    <a:pt x="68008" y="137160"/>
                  </a:lnTo>
                  <a:lnTo>
                    <a:pt x="74676" y="126492"/>
                  </a:lnTo>
                  <a:lnTo>
                    <a:pt x="82296" y="117348"/>
                  </a:lnTo>
                  <a:lnTo>
                    <a:pt x="89916" y="106680"/>
                  </a:lnTo>
                  <a:lnTo>
                    <a:pt x="108204" y="88392"/>
                  </a:lnTo>
                  <a:lnTo>
                    <a:pt x="108204" y="89916"/>
                  </a:lnTo>
                  <a:lnTo>
                    <a:pt x="110337" y="88392"/>
                  </a:lnTo>
                  <a:lnTo>
                    <a:pt x="118872" y="82296"/>
                  </a:lnTo>
                  <a:lnTo>
                    <a:pt x="118872" y="80772"/>
                  </a:lnTo>
                  <a:lnTo>
                    <a:pt x="128016" y="73152"/>
                  </a:lnTo>
                  <a:lnTo>
                    <a:pt x="138684" y="65532"/>
                  </a:lnTo>
                  <a:lnTo>
                    <a:pt x="161544" y="51816"/>
                  </a:lnTo>
                  <a:lnTo>
                    <a:pt x="172212" y="45720"/>
                  </a:lnTo>
                  <a:lnTo>
                    <a:pt x="184404" y="41148"/>
                  </a:lnTo>
                  <a:lnTo>
                    <a:pt x="196596" y="35052"/>
                  </a:lnTo>
                  <a:lnTo>
                    <a:pt x="196596" y="36576"/>
                  </a:lnTo>
                  <a:lnTo>
                    <a:pt x="200660" y="35052"/>
                  </a:lnTo>
                  <a:lnTo>
                    <a:pt x="208788" y="32004"/>
                  </a:lnTo>
                  <a:lnTo>
                    <a:pt x="220980" y="28956"/>
                  </a:lnTo>
                  <a:lnTo>
                    <a:pt x="234696" y="25908"/>
                  </a:lnTo>
                  <a:lnTo>
                    <a:pt x="248412" y="22860"/>
                  </a:lnTo>
                  <a:lnTo>
                    <a:pt x="262128" y="21336"/>
                  </a:lnTo>
                  <a:lnTo>
                    <a:pt x="274320" y="19812"/>
                  </a:lnTo>
                  <a:lnTo>
                    <a:pt x="303276" y="19812"/>
                  </a:lnTo>
                  <a:lnTo>
                    <a:pt x="344424" y="25908"/>
                  </a:lnTo>
                  <a:lnTo>
                    <a:pt x="381000" y="36576"/>
                  </a:lnTo>
                  <a:lnTo>
                    <a:pt x="381000" y="35052"/>
                  </a:lnTo>
                  <a:lnTo>
                    <a:pt x="393192" y="41148"/>
                  </a:lnTo>
                  <a:lnTo>
                    <a:pt x="405384" y="45720"/>
                  </a:lnTo>
                  <a:lnTo>
                    <a:pt x="405384" y="47244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26720" y="57912"/>
                  </a:lnTo>
                  <a:lnTo>
                    <a:pt x="428244" y="59436"/>
                  </a:lnTo>
                  <a:lnTo>
                    <a:pt x="440436" y="65532"/>
                  </a:lnTo>
                  <a:lnTo>
                    <a:pt x="458724" y="80772"/>
                  </a:lnTo>
                  <a:lnTo>
                    <a:pt x="469392" y="89916"/>
                  </a:lnTo>
                  <a:lnTo>
                    <a:pt x="478536" y="97536"/>
                  </a:lnTo>
                  <a:lnTo>
                    <a:pt x="478536" y="99060"/>
                  </a:lnTo>
                  <a:lnTo>
                    <a:pt x="487680" y="106680"/>
                  </a:lnTo>
                  <a:lnTo>
                    <a:pt x="496824" y="117348"/>
                  </a:lnTo>
                  <a:lnTo>
                    <a:pt x="495300" y="117348"/>
                  </a:lnTo>
                  <a:lnTo>
                    <a:pt x="496824" y="118872"/>
                  </a:lnTo>
                  <a:lnTo>
                    <a:pt x="502920" y="128016"/>
                  </a:lnTo>
                  <a:lnTo>
                    <a:pt x="502920" y="126492"/>
                  </a:lnTo>
                  <a:lnTo>
                    <a:pt x="510540" y="138684"/>
                  </a:lnTo>
                  <a:lnTo>
                    <a:pt x="510540" y="137160"/>
                  </a:lnTo>
                  <a:lnTo>
                    <a:pt x="518160" y="149352"/>
                  </a:lnTo>
                  <a:lnTo>
                    <a:pt x="518160" y="147828"/>
                  </a:lnTo>
                  <a:lnTo>
                    <a:pt x="530352" y="172212"/>
                  </a:lnTo>
                  <a:lnTo>
                    <a:pt x="530352" y="170688"/>
                  </a:lnTo>
                  <a:lnTo>
                    <a:pt x="534924" y="182880"/>
                  </a:lnTo>
                  <a:lnTo>
                    <a:pt x="541020" y="195072"/>
                  </a:lnTo>
                  <a:lnTo>
                    <a:pt x="545592" y="208788"/>
                  </a:lnTo>
                  <a:lnTo>
                    <a:pt x="545592" y="207264"/>
                  </a:lnTo>
                  <a:lnTo>
                    <a:pt x="551688" y="234696"/>
                  </a:lnTo>
                  <a:lnTo>
                    <a:pt x="551688" y="237744"/>
                  </a:lnTo>
                  <a:lnTo>
                    <a:pt x="554736" y="246888"/>
                  </a:lnTo>
                  <a:lnTo>
                    <a:pt x="554736" y="260604"/>
                  </a:lnTo>
                  <a:lnTo>
                    <a:pt x="557784" y="274320"/>
                  </a:lnTo>
                  <a:lnTo>
                    <a:pt x="557784" y="184797"/>
                  </a:lnTo>
                  <a:lnTo>
                    <a:pt x="551840" y="170688"/>
                  </a:lnTo>
                  <a:lnTo>
                    <a:pt x="548640" y="163068"/>
                  </a:lnTo>
                  <a:lnTo>
                    <a:pt x="539216" y="147828"/>
                  </a:lnTo>
                  <a:lnTo>
                    <a:pt x="532638" y="137160"/>
                  </a:lnTo>
                  <a:lnTo>
                    <a:pt x="526046" y="126492"/>
                  </a:lnTo>
                  <a:lnTo>
                    <a:pt x="516636" y="111252"/>
                  </a:lnTo>
                  <a:lnTo>
                    <a:pt x="478536" y="68580"/>
                  </a:lnTo>
                  <a:lnTo>
                    <a:pt x="432816" y="36576"/>
                  </a:lnTo>
                  <a:lnTo>
                    <a:pt x="429221" y="35052"/>
                  </a:lnTo>
                  <a:lnTo>
                    <a:pt x="393293" y="19812"/>
                  </a:lnTo>
                  <a:lnTo>
                    <a:pt x="382524" y="15240"/>
                  </a:lnTo>
                  <a:lnTo>
                    <a:pt x="329184" y="3048"/>
                  </a:lnTo>
                  <a:lnTo>
                    <a:pt x="274320" y="0"/>
                  </a:lnTo>
                  <a:lnTo>
                    <a:pt x="248412" y="3048"/>
                  </a:lnTo>
                  <a:lnTo>
                    <a:pt x="195072" y="15240"/>
                  </a:lnTo>
                  <a:lnTo>
                    <a:pt x="144780" y="36576"/>
                  </a:lnTo>
                  <a:lnTo>
                    <a:pt x="99060" y="68580"/>
                  </a:lnTo>
                  <a:lnTo>
                    <a:pt x="60960" y="111252"/>
                  </a:lnTo>
                  <a:lnTo>
                    <a:pt x="28956" y="163068"/>
                  </a:lnTo>
                  <a:lnTo>
                    <a:pt x="7620" y="224028"/>
                  </a:lnTo>
                  <a:lnTo>
                    <a:pt x="0" y="272796"/>
                  </a:lnTo>
                  <a:lnTo>
                    <a:pt x="0" y="301752"/>
                  </a:lnTo>
                  <a:lnTo>
                    <a:pt x="7620" y="345948"/>
                  </a:lnTo>
                  <a:lnTo>
                    <a:pt x="21336" y="394716"/>
                  </a:lnTo>
                  <a:lnTo>
                    <a:pt x="47244" y="443484"/>
                  </a:lnTo>
                  <a:lnTo>
                    <a:pt x="50292" y="449580"/>
                  </a:lnTo>
                  <a:lnTo>
                    <a:pt x="59436" y="461772"/>
                  </a:lnTo>
                  <a:lnTo>
                    <a:pt x="73152" y="478536"/>
                  </a:lnTo>
                  <a:lnTo>
                    <a:pt x="99060" y="504444"/>
                  </a:lnTo>
                  <a:lnTo>
                    <a:pt x="118872" y="519684"/>
                  </a:lnTo>
                  <a:lnTo>
                    <a:pt x="128016" y="527304"/>
                  </a:lnTo>
                  <a:lnTo>
                    <a:pt x="138684" y="533400"/>
                  </a:lnTo>
                  <a:lnTo>
                    <a:pt x="160020" y="545592"/>
                  </a:lnTo>
                  <a:lnTo>
                    <a:pt x="184404" y="556260"/>
                  </a:lnTo>
                  <a:lnTo>
                    <a:pt x="220980" y="568452"/>
                  </a:lnTo>
                  <a:lnTo>
                    <a:pt x="228600" y="569976"/>
                  </a:lnTo>
                  <a:lnTo>
                    <a:pt x="234696" y="571500"/>
                  </a:lnTo>
                  <a:lnTo>
                    <a:pt x="265176" y="574548"/>
                  </a:lnTo>
                  <a:lnTo>
                    <a:pt x="303276" y="576072"/>
                  </a:lnTo>
                  <a:lnTo>
                    <a:pt x="316992" y="574548"/>
                  </a:lnTo>
                  <a:lnTo>
                    <a:pt x="318516" y="574548"/>
                  </a:lnTo>
                  <a:lnTo>
                    <a:pt x="332232" y="573024"/>
                  </a:lnTo>
                  <a:lnTo>
                    <a:pt x="344424" y="569976"/>
                  </a:lnTo>
                  <a:lnTo>
                    <a:pt x="373380" y="563880"/>
                  </a:lnTo>
                  <a:lnTo>
                    <a:pt x="405384" y="551688"/>
                  </a:lnTo>
                  <a:lnTo>
                    <a:pt x="409956" y="550164"/>
                  </a:lnTo>
                  <a:lnTo>
                    <a:pt x="416052" y="547116"/>
                  </a:lnTo>
                  <a:lnTo>
                    <a:pt x="428244" y="539496"/>
                  </a:lnTo>
                  <a:lnTo>
                    <a:pt x="440436" y="533400"/>
                  </a:lnTo>
                  <a:lnTo>
                    <a:pt x="443484" y="530352"/>
                  </a:lnTo>
                  <a:lnTo>
                    <a:pt x="449580" y="525780"/>
                  </a:lnTo>
                  <a:lnTo>
                    <a:pt x="469392" y="512064"/>
                  </a:lnTo>
                  <a:lnTo>
                    <a:pt x="475488" y="507492"/>
                  </a:lnTo>
                  <a:lnTo>
                    <a:pt x="478536" y="504444"/>
                  </a:lnTo>
                  <a:lnTo>
                    <a:pt x="496824" y="487680"/>
                  </a:lnTo>
                  <a:lnTo>
                    <a:pt x="502920" y="481584"/>
                  </a:lnTo>
                  <a:lnTo>
                    <a:pt x="527304" y="451104"/>
                  </a:lnTo>
                  <a:lnTo>
                    <a:pt x="547116" y="417576"/>
                  </a:lnTo>
                  <a:lnTo>
                    <a:pt x="551688" y="405384"/>
                  </a:lnTo>
                  <a:lnTo>
                    <a:pt x="557784" y="393192"/>
                  </a:lnTo>
                  <a:lnTo>
                    <a:pt x="562356" y="381000"/>
                  </a:lnTo>
                  <a:lnTo>
                    <a:pt x="573024" y="342900"/>
                  </a:lnTo>
                  <a:lnTo>
                    <a:pt x="576072" y="301752"/>
                  </a:lnTo>
                  <a:lnTo>
                    <a:pt x="577596" y="288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60249" y="2397182"/>
            <a:ext cx="342340" cy="411123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algn="ctr">
              <a:lnSpc>
                <a:spcPts val="1619"/>
              </a:lnSpc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S</a:t>
            </a:r>
            <a:endParaRPr sz="1412">
              <a:latin typeface="Arial"/>
              <a:cs typeface="Arial"/>
            </a:endParaRPr>
          </a:p>
          <a:p>
            <a:pPr algn="ctr">
              <a:lnSpc>
                <a:spcPts val="1460"/>
              </a:lnSpc>
            </a:pPr>
            <a:r>
              <a:rPr sz="1279" spc="-9" dirty="0">
                <a:solidFill>
                  <a:srgbClr val="FFFFFF"/>
                </a:solidFill>
                <a:latin typeface="Microsoft Sans Serif"/>
                <a:cs typeface="Microsoft Sans Serif"/>
              </a:rPr>
              <a:t>start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99021" y="2827916"/>
            <a:ext cx="1065119" cy="210110"/>
          </a:xfrm>
          <a:custGeom>
            <a:avLst/>
            <a:gdLst/>
            <a:ahLst/>
            <a:cxnLst/>
            <a:rect l="l" t="t" r="r" b="b"/>
            <a:pathLst>
              <a:path w="1207134" h="238125">
                <a:moveTo>
                  <a:pt x="411480" y="18288"/>
                </a:moveTo>
                <a:lnTo>
                  <a:pt x="400812" y="0"/>
                </a:lnTo>
                <a:lnTo>
                  <a:pt x="0" y="237744"/>
                </a:lnTo>
                <a:lnTo>
                  <a:pt x="39624" y="237744"/>
                </a:lnTo>
                <a:lnTo>
                  <a:pt x="411480" y="18288"/>
                </a:lnTo>
                <a:close/>
              </a:path>
              <a:path w="1207134" h="238125">
                <a:moveTo>
                  <a:pt x="614172" y="89916"/>
                </a:moveTo>
                <a:lnTo>
                  <a:pt x="592836" y="89916"/>
                </a:lnTo>
                <a:lnTo>
                  <a:pt x="592836" y="237744"/>
                </a:lnTo>
                <a:lnTo>
                  <a:pt x="614172" y="237744"/>
                </a:lnTo>
                <a:lnTo>
                  <a:pt x="614172" y="89916"/>
                </a:lnTo>
                <a:close/>
              </a:path>
              <a:path w="1207134" h="238125">
                <a:moveTo>
                  <a:pt x="1207008" y="237744"/>
                </a:moveTo>
                <a:lnTo>
                  <a:pt x="806196" y="0"/>
                </a:lnTo>
                <a:lnTo>
                  <a:pt x="795528" y="18288"/>
                </a:lnTo>
                <a:lnTo>
                  <a:pt x="1165860" y="237744"/>
                </a:lnTo>
                <a:lnTo>
                  <a:pt x="1207008" y="237744"/>
                </a:lnTo>
                <a:close/>
              </a:path>
            </a:pathLst>
          </a:custGeom>
          <a:solidFill>
            <a:srgbClr val="FF7C8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7085331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5</a:t>
            </a:r>
            <a:endParaRPr sz="1279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93880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86043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307079" y="2762025"/>
          <a:ext cx="2511239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4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27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b="1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expnd. </a:t>
                      </a:r>
                      <a:r>
                        <a:rPr sz="1300" b="1" spc="-20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b="1" spc="-10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Frontier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7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{S}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713"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r>
                        <a:rPr sz="1300" spc="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sz="1300" spc="1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goal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</a:t>
                      </a:r>
                      <a:r>
                        <a:rPr sz="1300" spc="-10" dirty="0">
                          <a:solidFill>
                            <a:srgbClr val="C0504D"/>
                          </a:solidFill>
                          <a:latin typeface="Microsoft Sans Serif"/>
                          <a:cs typeface="Microsoft Sans Serif"/>
                        </a:rPr>
                        <a:t>A,B,C</a:t>
                      </a: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6858448" y="3037690"/>
            <a:ext cx="2140324" cy="687481"/>
            <a:chOff x="5893308" y="3442715"/>
            <a:chExt cx="2425700" cy="779145"/>
          </a:xfrm>
        </p:grpSpPr>
        <p:sp>
          <p:nvSpPr>
            <p:cNvPr id="14" name="object 14"/>
            <p:cNvSpPr/>
            <p:nvPr/>
          </p:nvSpPr>
          <p:spPr>
            <a:xfrm>
              <a:off x="5907487" y="3656075"/>
              <a:ext cx="548005" cy="230504"/>
            </a:xfrm>
            <a:custGeom>
              <a:avLst/>
              <a:gdLst/>
              <a:ahLst/>
              <a:cxnLst/>
              <a:rect l="l" t="t" r="r" b="b"/>
              <a:pathLst>
                <a:path w="548004" h="230504">
                  <a:moveTo>
                    <a:pt x="273856" y="0"/>
                  </a:moveTo>
                  <a:lnTo>
                    <a:pt x="200704" y="9144"/>
                  </a:lnTo>
                  <a:lnTo>
                    <a:pt x="133648" y="38100"/>
                  </a:lnTo>
                  <a:lnTo>
                    <a:pt x="77260" y="80772"/>
                  </a:lnTo>
                  <a:lnTo>
                    <a:pt x="34588" y="137160"/>
                  </a:lnTo>
                  <a:lnTo>
                    <a:pt x="5632" y="204215"/>
                  </a:lnTo>
                  <a:lnTo>
                    <a:pt x="0" y="230124"/>
                  </a:lnTo>
                  <a:lnTo>
                    <a:pt x="547712" y="230124"/>
                  </a:lnTo>
                  <a:lnTo>
                    <a:pt x="531412" y="169163"/>
                  </a:lnTo>
                  <a:lnTo>
                    <a:pt x="494836" y="108203"/>
                  </a:lnTo>
                  <a:lnTo>
                    <a:pt x="444544" y="57912"/>
                  </a:lnTo>
                  <a:lnTo>
                    <a:pt x="382060" y="21336"/>
                  </a:lnTo>
                  <a:lnTo>
                    <a:pt x="311956" y="1524"/>
                  </a:lnTo>
                  <a:lnTo>
                    <a:pt x="27385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5898007" y="3646931"/>
              <a:ext cx="566420" cy="239395"/>
            </a:xfrm>
            <a:custGeom>
              <a:avLst/>
              <a:gdLst/>
              <a:ahLst/>
              <a:cxnLst/>
              <a:rect l="l" t="t" r="r" b="b"/>
              <a:pathLst>
                <a:path w="566420" h="239395">
                  <a:moveTo>
                    <a:pt x="566140" y="239268"/>
                  </a:moveTo>
                  <a:lnTo>
                    <a:pt x="563753" y="222504"/>
                  </a:lnTo>
                  <a:lnTo>
                    <a:pt x="562838" y="219456"/>
                  </a:lnTo>
                  <a:lnTo>
                    <a:pt x="554609" y="192024"/>
                  </a:lnTo>
                  <a:lnTo>
                    <a:pt x="511937" y="109728"/>
                  </a:lnTo>
                  <a:lnTo>
                    <a:pt x="473837" y="68580"/>
                  </a:lnTo>
                  <a:lnTo>
                    <a:pt x="426593" y="36576"/>
                  </a:lnTo>
                  <a:lnTo>
                    <a:pt x="387578" y="18288"/>
                  </a:lnTo>
                  <a:lnTo>
                    <a:pt x="377825" y="13716"/>
                  </a:lnTo>
                  <a:lnTo>
                    <a:pt x="324485" y="1524"/>
                  </a:lnTo>
                  <a:lnTo>
                    <a:pt x="269621" y="0"/>
                  </a:lnTo>
                  <a:lnTo>
                    <a:pt x="242189" y="1524"/>
                  </a:lnTo>
                  <a:lnTo>
                    <a:pt x="190373" y="13716"/>
                  </a:lnTo>
                  <a:lnTo>
                    <a:pt x="140081" y="36576"/>
                  </a:lnTo>
                  <a:lnTo>
                    <a:pt x="94361" y="68580"/>
                  </a:lnTo>
                  <a:lnTo>
                    <a:pt x="54737" y="109728"/>
                  </a:lnTo>
                  <a:lnTo>
                    <a:pt x="24257" y="161544"/>
                  </a:lnTo>
                  <a:lnTo>
                    <a:pt x="2921" y="222504"/>
                  </a:lnTo>
                  <a:lnTo>
                    <a:pt x="0" y="239268"/>
                  </a:lnTo>
                  <a:lnTo>
                    <a:pt x="19850" y="239268"/>
                  </a:lnTo>
                  <a:lnTo>
                    <a:pt x="24257" y="219456"/>
                  </a:lnTo>
                  <a:lnTo>
                    <a:pt x="24257" y="220980"/>
                  </a:lnTo>
                  <a:lnTo>
                    <a:pt x="36449" y="182880"/>
                  </a:lnTo>
                  <a:lnTo>
                    <a:pt x="42545" y="170688"/>
                  </a:lnTo>
                  <a:lnTo>
                    <a:pt x="41021" y="170688"/>
                  </a:lnTo>
                  <a:lnTo>
                    <a:pt x="53213" y="149352"/>
                  </a:lnTo>
                  <a:lnTo>
                    <a:pt x="54737" y="147828"/>
                  </a:lnTo>
                  <a:lnTo>
                    <a:pt x="53213" y="147828"/>
                  </a:lnTo>
                  <a:lnTo>
                    <a:pt x="60833" y="137160"/>
                  </a:lnTo>
                  <a:lnTo>
                    <a:pt x="69977" y="126492"/>
                  </a:lnTo>
                  <a:lnTo>
                    <a:pt x="76073" y="115824"/>
                  </a:lnTo>
                  <a:lnTo>
                    <a:pt x="76073" y="117348"/>
                  </a:lnTo>
                  <a:lnTo>
                    <a:pt x="77368" y="115824"/>
                  </a:lnTo>
                  <a:lnTo>
                    <a:pt x="85217" y="106680"/>
                  </a:lnTo>
                  <a:lnTo>
                    <a:pt x="103505" y="88392"/>
                  </a:lnTo>
                  <a:lnTo>
                    <a:pt x="112649" y="80772"/>
                  </a:lnTo>
                  <a:lnTo>
                    <a:pt x="123317" y="71628"/>
                  </a:lnTo>
                  <a:lnTo>
                    <a:pt x="132461" y="65532"/>
                  </a:lnTo>
                  <a:lnTo>
                    <a:pt x="133985" y="64008"/>
                  </a:lnTo>
                  <a:lnTo>
                    <a:pt x="132461" y="64008"/>
                  </a:lnTo>
                  <a:lnTo>
                    <a:pt x="155321" y="51816"/>
                  </a:lnTo>
                  <a:lnTo>
                    <a:pt x="167513" y="45720"/>
                  </a:lnTo>
                  <a:lnTo>
                    <a:pt x="178181" y="41148"/>
                  </a:lnTo>
                  <a:lnTo>
                    <a:pt x="179705" y="39624"/>
                  </a:lnTo>
                  <a:lnTo>
                    <a:pt x="178181" y="39624"/>
                  </a:lnTo>
                  <a:lnTo>
                    <a:pt x="190373" y="35052"/>
                  </a:lnTo>
                  <a:lnTo>
                    <a:pt x="202565" y="32004"/>
                  </a:lnTo>
                  <a:lnTo>
                    <a:pt x="216281" y="27432"/>
                  </a:lnTo>
                  <a:lnTo>
                    <a:pt x="228473" y="24384"/>
                  </a:lnTo>
                  <a:lnTo>
                    <a:pt x="242189" y="21336"/>
                  </a:lnTo>
                  <a:lnTo>
                    <a:pt x="255905" y="19812"/>
                  </a:lnTo>
                  <a:lnTo>
                    <a:pt x="269621" y="19812"/>
                  </a:lnTo>
                  <a:lnTo>
                    <a:pt x="283337" y="18288"/>
                  </a:lnTo>
                  <a:lnTo>
                    <a:pt x="297053" y="19812"/>
                  </a:lnTo>
                  <a:lnTo>
                    <a:pt x="298577" y="19812"/>
                  </a:lnTo>
                  <a:lnTo>
                    <a:pt x="310769" y="19812"/>
                  </a:lnTo>
                  <a:lnTo>
                    <a:pt x="324485" y="21336"/>
                  </a:lnTo>
                  <a:lnTo>
                    <a:pt x="338201" y="24384"/>
                  </a:lnTo>
                  <a:lnTo>
                    <a:pt x="350393" y="27432"/>
                  </a:lnTo>
                  <a:lnTo>
                    <a:pt x="362585" y="32004"/>
                  </a:lnTo>
                  <a:lnTo>
                    <a:pt x="374777" y="35052"/>
                  </a:lnTo>
                  <a:lnTo>
                    <a:pt x="388493" y="39624"/>
                  </a:lnTo>
                  <a:lnTo>
                    <a:pt x="400685" y="45720"/>
                  </a:lnTo>
                  <a:lnTo>
                    <a:pt x="409829" y="51816"/>
                  </a:lnTo>
                  <a:lnTo>
                    <a:pt x="423545" y="57912"/>
                  </a:lnTo>
                  <a:lnTo>
                    <a:pt x="434213" y="64008"/>
                  </a:lnTo>
                  <a:lnTo>
                    <a:pt x="432689" y="64008"/>
                  </a:lnTo>
                  <a:lnTo>
                    <a:pt x="434213" y="65532"/>
                  </a:lnTo>
                  <a:lnTo>
                    <a:pt x="444881" y="71628"/>
                  </a:lnTo>
                  <a:lnTo>
                    <a:pt x="443357" y="71628"/>
                  </a:lnTo>
                  <a:lnTo>
                    <a:pt x="444881" y="73152"/>
                  </a:lnTo>
                  <a:lnTo>
                    <a:pt x="454025" y="80772"/>
                  </a:lnTo>
                  <a:lnTo>
                    <a:pt x="464693" y="88392"/>
                  </a:lnTo>
                  <a:lnTo>
                    <a:pt x="463169" y="88392"/>
                  </a:lnTo>
                  <a:lnTo>
                    <a:pt x="464693" y="89916"/>
                  </a:lnTo>
                  <a:lnTo>
                    <a:pt x="473837" y="97536"/>
                  </a:lnTo>
                  <a:lnTo>
                    <a:pt x="472313" y="97536"/>
                  </a:lnTo>
                  <a:lnTo>
                    <a:pt x="473837" y="99060"/>
                  </a:lnTo>
                  <a:lnTo>
                    <a:pt x="481457" y="106680"/>
                  </a:lnTo>
                  <a:lnTo>
                    <a:pt x="490601" y="117348"/>
                  </a:lnTo>
                  <a:lnTo>
                    <a:pt x="524129" y="170688"/>
                  </a:lnTo>
                  <a:lnTo>
                    <a:pt x="539369" y="207264"/>
                  </a:lnTo>
                  <a:lnTo>
                    <a:pt x="543941" y="220980"/>
                  </a:lnTo>
                  <a:lnTo>
                    <a:pt x="543941" y="219456"/>
                  </a:lnTo>
                  <a:lnTo>
                    <a:pt x="546989" y="233172"/>
                  </a:lnTo>
                  <a:lnTo>
                    <a:pt x="545465" y="233172"/>
                  </a:lnTo>
                  <a:lnTo>
                    <a:pt x="546989" y="237744"/>
                  </a:lnTo>
                  <a:lnTo>
                    <a:pt x="547243" y="239268"/>
                  </a:lnTo>
                  <a:lnTo>
                    <a:pt x="566140" y="239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6181344" y="3442715"/>
              <a:ext cx="364490" cy="208915"/>
            </a:xfrm>
            <a:custGeom>
              <a:avLst/>
              <a:gdLst/>
              <a:ahLst/>
              <a:cxnLst/>
              <a:rect l="l" t="t" r="r" b="b"/>
              <a:pathLst>
                <a:path w="364490" h="208914">
                  <a:moveTo>
                    <a:pt x="364236" y="0"/>
                  </a:moveTo>
                  <a:lnTo>
                    <a:pt x="324612" y="0"/>
                  </a:lnTo>
                  <a:lnTo>
                    <a:pt x="30480" y="172212"/>
                  </a:lnTo>
                  <a:lnTo>
                    <a:pt x="19812" y="155448"/>
                  </a:lnTo>
                  <a:lnTo>
                    <a:pt x="0" y="202692"/>
                  </a:lnTo>
                  <a:lnTo>
                    <a:pt x="22860" y="205740"/>
                  </a:lnTo>
                  <a:lnTo>
                    <a:pt x="51816" y="208788"/>
                  </a:lnTo>
                  <a:lnTo>
                    <a:pt x="41148" y="190500"/>
                  </a:lnTo>
                  <a:lnTo>
                    <a:pt x="364236" y="0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6835603" y="3656075"/>
              <a:ext cx="548005" cy="230504"/>
            </a:xfrm>
            <a:custGeom>
              <a:avLst/>
              <a:gdLst/>
              <a:ahLst/>
              <a:cxnLst/>
              <a:rect l="l" t="t" r="r" b="b"/>
              <a:pathLst>
                <a:path w="548004" h="230504">
                  <a:moveTo>
                    <a:pt x="273856" y="0"/>
                  </a:moveTo>
                  <a:lnTo>
                    <a:pt x="235756" y="1524"/>
                  </a:lnTo>
                  <a:lnTo>
                    <a:pt x="165652" y="21336"/>
                  </a:lnTo>
                  <a:lnTo>
                    <a:pt x="103168" y="57912"/>
                  </a:lnTo>
                  <a:lnTo>
                    <a:pt x="52876" y="108203"/>
                  </a:lnTo>
                  <a:lnTo>
                    <a:pt x="17824" y="169163"/>
                  </a:lnTo>
                  <a:lnTo>
                    <a:pt x="0" y="230124"/>
                  </a:lnTo>
                  <a:lnTo>
                    <a:pt x="547712" y="230124"/>
                  </a:lnTo>
                  <a:lnTo>
                    <a:pt x="529888" y="169163"/>
                  </a:lnTo>
                  <a:lnTo>
                    <a:pt x="493312" y="108203"/>
                  </a:lnTo>
                  <a:lnTo>
                    <a:pt x="443020" y="57912"/>
                  </a:lnTo>
                  <a:lnTo>
                    <a:pt x="382060" y="21336"/>
                  </a:lnTo>
                  <a:lnTo>
                    <a:pt x="311956" y="1524"/>
                  </a:lnTo>
                  <a:lnTo>
                    <a:pt x="27385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6824749" y="3646931"/>
              <a:ext cx="568325" cy="239395"/>
            </a:xfrm>
            <a:custGeom>
              <a:avLst/>
              <a:gdLst/>
              <a:ahLst/>
              <a:cxnLst/>
              <a:rect l="l" t="t" r="r" b="b"/>
              <a:pathLst>
                <a:path w="568325" h="239395">
                  <a:moveTo>
                    <a:pt x="298426" y="0"/>
                  </a:moveTo>
                  <a:lnTo>
                    <a:pt x="269470" y="0"/>
                  </a:lnTo>
                  <a:lnTo>
                    <a:pt x="243562" y="1523"/>
                  </a:lnTo>
                  <a:lnTo>
                    <a:pt x="190222" y="13715"/>
                  </a:lnTo>
                  <a:lnTo>
                    <a:pt x="139930" y="36575"/>
                  </a:lnTo>
                  <a:lnTo>
                    <a:pt x="94210" y="68579"/>
                  </a:lnTo>
                  <a:lnTo>
                    <a:pt x="56110" y="109727"/>
                  </a:lnTo>
                  <a:lnTo>
                    <a:pt x="24106" y="161543"/>
                  </a:lnTo>
                  <a:lnTo>
                    <a:pt x="2770" y="224027"/>
                  </a:lnTo>
                  <a:lnTo>
                    <a:pt x="0" y="239267"/>
                  </a:lnTo>
                  <a:lnTo>
                    <a:pt x="20381" y="239267"/>
                  </a:lnTo>
                  <a:lnTo>
                    <a:pt x="21058" y="233171"/>
                  </a:lnTo>
                  <a:lnTo>
                    <a:pt x="24106" y="219455"/>
                  </a:lnTo>
                  <a:lnTo>
                    <a:pt x="24445" y="219455"/>
                  </a:lnTo>
                  <a:lnTo>
                    <a:pt x="27154" y="207263"/>
                  </a:lnTo>
                  <a:lnTo>
                    <a:pt x="33250" y="195071"/>
                  </a:lnTo>
                  <a:lnTo>
                    <a:pt x="37822" y="182879"/>
                  </a:lnTo>
                  <a:lnTo>
                    <a:pt x="42394" y="172212"/>
                  </a:lnTo>
                  <a:lnTo>
                    <a:pt x="43918" y="170687"/>
                  </a:lnTo>
                  <a:lnTo>
                    <a:pt x="42394" y="170687"/>
                  </a:lnTo>
                  <a:lnTo>
                    <a:pt x="54586" y="149351"/>
                  </a:lnTo>
                  <a:lnTo>
                    <a:pt x="56110" y="147827"/>
                  </a:lnTo>
                  <a:lnTo>
                    <a:pt x="54586" y="147827"/>
                  </a:lnTo>
                  <a:lnTo>
                    <a:pt x="77446" y="115823"/>
                  </a:lnTo>
                  <a:lnTo>
                    <a:pt x="78535" y="115823"/>
                  </a:lnTo>
                  <a:lnTo>
                    <a:pt x="85066" y="106679"/>
                  </a:lnTo>
                  <a:lnTo>
                    <a:pt x="103354" y="88391"/>
                  </a:lnTo>
                  <a:lnTo>
                    <a:pt x="114022" y="80771"/>
                  </a:lnTo>
                  <a:lnTo>
                    <a:pt x="123166" y="71627"/>
                  </a:lnTo>
                  <a:lnTo>
                    <a:pt x="133834" y="65531"/>
                  </a:lnTo>
                  <a:lnTo>
                    <a:pt x="135358" y="64007"/>
                  </a:lnTo>
                  <a:lnTo>
                    <a:pt x="133834" y="64007"/>
                  </a:lnTo>
                  <a:lnTo>
                    <a:pt x="156694" y="51815"/>
                  </a:lnTo>
                  <a:lnTo>
                    <a:pt x="167362" y="45719"/>
                  </a:lnTo>
                  <a:lnTo>
                    <a:pt x="179554" y="41147"/>
                  </a:lnTo>
                  <a:lnTo>
                    <a:pt x="181078" y="39623"/>
                  </a:lnTo>
                  <a:lnTo>
                    <a:pt x="179554" y="39623"/>
                  </a:lnTo>
                  <a:lnTo>
                    <a:pt x="191746" y="35051"/>
                  </a:lnTo>
                  <a:lnTo>
                    <a:pt x="203938" y="32003"/>
                  </a:lnTo>
                  <a:lnTo>
                    <a:pt x="216130" y="27431"/>
                  </a:lnTo>
                  <a:lnTo>
                    <a:pt x="243562" y="21335"/>
                  </a:lnTo>
                  <a:lnTo>
                    <a:pt x="257278" y="19812"/>
                  </a:lnTo>
                  <a:lnTo>
                    <a:pt x="269470" y="19812"/>
                  </a:lnTo>
                  <a:lnTo>
                    <a:pt x="284710" y="18287"/>
                  </a:lnTo>
                  <a:lnTo>
                    <a:pt x="384740" y="18287"/>
                  </a:lnTo>
                  <a:lnTo>
                    <a:pt x="351766" y="7619"/>
                  </a:lnTo>
                  <a:lnTo>
                    <a:pt x="298426" y="0"/>
                  </a:lnTo>
                  <a:close/>
                </a:path>
                <a:path w="568325" h="239395">
                  <a:moveTo>
                    <a:pt x="552934" y="219455"/>
                  </a:moveTo>
                  <a:lnTo>
                    <a:pt x="543790" y="219455"/>
                  </a:lnTo>
                  <a:lnTo>
                    <a:pt x="546838" y="233171"/>
                  </a:lnTo>
                  <a:lnTo>
                    <a:pt x="546838" y="237743"/>
                  </a:lnTo>
                  <a:lnTo>
                    <a:pt x="547346" y="239267"/>
                  </a:lnTo>
                  <a:lnTo>
                    <a:pt x="552934" y="239267"/>
                  </a:lnTo>
                  <a:lnTo>
                    <a:pt x="552934" y="219455"/>
                  </a:lnTo>
                  <a:close/>
                </a:path>
                <a:path w="568325" h="239395">
                  <a:moveTo>
                    <a:pt x="552934" y="184403"/>
                  </a:moveTo>
                  <a:lnTo>
                    <a:pt x="552934" y="239267"/>
                  </a:lnTo>
                  <a:lnTo>
                    <a:pt x="567897" y="239267"/>
                  </a:lnTo>
                  <a:lnTo>
                    <a:pt x="565126" y="224027"/>
                  </a:lnTo>
                  <a:lnTo>
                    <a:pt x="555982" y="192023"/>
                  </a:lnTo>
                  <a:lnTo>
                    <a:pt x="552934" y="184403"/>
                  </a:lnTo>
                  <a:close/>
                </a:path>
                <a:path w="568325" h="239395">
                  <a:moveTo>
                    <a:pt x="24445" y="219455"/>
                  </a:moveTo>
                  <a:lnTo>
                    <a:pt x="24106" y="219455"/>
                  </a:lnTo>
                  <a:lnTo>
                    <a:pt x="24106" y="220979"/>
                  </a:lnTo>
                  <a:lnTo>
                    <a:pt x="24445" y="219455"/>
                  </a:lnTo>
                  <a:close/>
                </a:path>
                <a:path w="568325" h="239395">
                  <a:moveTo>
                    <a:pt x="384740" y="18287"/>
                  </a:moveTo>
                  <a:lnTo>
                    <a:pt x="284710" y="18287"/>
                  </a:lnTo>
                  <a:lnTo>
                    <a:pt x="298426" y="19812"/>
                  </a:lnTo>
                  <a:lnTo>
                    <a:pt x="312142" y="19812"/>
                  </a:lnTo>
                  <a:lnTo>
                    <a:pt x="324334" y="21335"/>
                  </a:lnTo>
                  <a:lnTo>
                    <a:pt x="339574" y="24383"/>
                  </a:lnTo>
                  <a:lnTo>
                    <a:pt x="351766" y="27431"/>
                  </a:lnTo>
                  <a:lnTo>
                    <a:pt x="363958" y="32003"/>
                  </a:lnTo>
                  <a:lnTo>
                    <a:pt x="376150" y="35051"/>
                  </a:lnTo>
                  <a:lnTo>
                    <a:pt x="388342" y="39623"/>
                  </a:lnTo>
                  <a:lnTo>
                    <a:pt x="400534" y="45719"/>
                  </a:lnTo>
                  <a:lnTo>
                    <a:pt x="411202" y="51815"/>
                  </a:lnTo>
                  <a:lnTo>
                    <a:pt x="435586" y="64007"/>
                  </a:lnTo>
                  <a:lnTo>
                    <a:pt x="434062" y="64007"/>
                  </a:lnTo>
                  <a:lnTo>
                    <a:pt x="435586" y="65531"/>
                  </a:lnTo>
                  <a:lnTo>
                    <a:pt x="444730" y="71627"/>
                  </a:lnTo>
                  <a:lnTo>
                    <a:pt x="444730" y="73151"/>
                  </a:lnTo>
                  <a:lnTo>
                    <a:pt x="453874" y="80771"/>
                  </a:lnTo>
                  <a:lnTo>
                    <a:pt x="464542" y="88391"/>
                  </a:lnTo>
                  <a:lnTo>
                    <a:pt x="463018" y="88391"/>
                  </a:lnTo>
                  <a:lnTo>
                    <a:pt x="464542" y="89915"/>
                  </a:lnTo>
                  <a:lnTo>
                    <a:pt x="473686" y="97535"/>
                  </a:lnTo>
                  <a:lnTo>
                    <a:pt x="473686" y="99059"/>
                  </a:lnTo>
                  <a:lnTo>
                    <a:pt x="482830" y="106679"/>
                  </a:lnTo>
                  <a:lnTo>
                    <a:pt x="491974" y="117347"/>
                  </a:lnTo>
                  <a:lnTo>
                    <a:pt x="498070" y="126491"/>
                  </a:lnTo>
                  <a:lnTo>
                    <a:pt x="513310" y="147827"/>
                  </a:lnTo>
                  <a:lnTo>
                    <a:pt x="525502" y="170687"/>
                  </a:lnTo>
                  <a:lnTo>
                    <a:pt x="530074" y="182879"/>
                  </a:lnTo>
                  <a:lnTo>
                    <a:pt x="536170" y="195071"/>
                  </a:lnTo>
                  <a:lnTo>
                    <a:pt x="540742" y="207263"/>
                  </a:lnTo>
                  <a:lnTo>
                    <a:pt x="543790" y="220979"/>
                  </a:lnTo>
                  <a:lnTo>
                    <a:pt x="543790" y="219455"/>
                  </a:lnTo>
                  <a:lnTo>
                    <a:pt x="552934" y="219455"/>
                  </a:lnTo>
                  <a:lnTo>
                    <a:pt x="552934" y="184403"/>
                  </a:lnTo>
                  <a:lnTo>
                    <a:pt x="530074" y="134112"/>
                  </a:lnTo>
                  <a:lnTo>
                    <a:pt x="493498" y="88391"/>
                  </a:lnTo>
                  <a:lnTo>
                    <a:pt x="450826" y="51815"/>
                  </a:lnTo>
                  <a:lnTo>
                    <a:pt x="403582" y="24383"/>
                  </a:lnTo>
                  <a:lnTo>
                    <a:pt x="384740" y="18287"/>
                  </a:lnTo>
                  <a:close/>
                </a:path>
                <a:path w="568325" h="239395">
                  <a:moveTo>
                    <a:pt x="78535" y="115823"/>
                  </a:moveTo>
                  <a:lnTo>
                    <a:pt x="77446" y="115823"/>
                  </a:lnTo>
                  <a:lnTo>
                    <a:pt x="77446" y="117347"/>
                  </a:lnTo>
                  <a:lnTo>
                    <a:pt x="78535" y="115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7763322" y="3656075"/>
              <a:ext cx="547370" cy="230504"/>
            </a:xfrm>
            <a:custGeom>
              <a:avLst/>
              <a:gdLst/>
              <a:ahLst/>
              <a:cxnLst/>
              <a:rect l="l" t="t" r="r" b="b"/>
              <a:pathLst>
                <a:path w="547370" h="230504">
                  <a:moveTo>
                    <a:pt x="274253" y="0"/>
                  </a:moveTo>
                  <a:lnTo>
                    <a:pt x="236153" y="1524"/>
                  </a:lnTo>
                  <a:lnTo>
                    <a:pt x="164525" y="21336"/>
                  </a:lnTo>
                  <a:lnTo>
                    <a:pt x="103565" y="57912"/>
                  </a:lnTo>
                  <a:lnTo>
                    <a:pt x="53273" y="108203"/>
                  </a:lnTo>
                  <a:lnTo>
                    <a:pt x="16697" y="169163"/>
                  </a:lnTo>
                  <a:lnTo>
                    <a:pt x="0" y="230124"/>
                  </a:lnTo>
                  <a:lnTo>
                    <a:pt x="546983" y="230124"/>
                  </a:lnTo>
                  <a:lnTo>
                    <a:pt x="530285" y="169163"/>
                  </a:lnTo>
                  <a:lnTo>
                    <a:pt x="493709" y="108203"/>
                  </a:lnTo>
                  <a:lnTo>
                    <a:pt x="443417" y="57912"/>
                  </a:lnTo>
                  <a:lnTo>
                    <a:pt x="382457" y="21336"/>
                  </a:lnTo>
                  <a:lnTo>
                    <a:pt x="310829" y="1524"/>
                  </a:lnTo>
                  <a:lnTo>
                    <a:pt x="27425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7752715" y="3646931"/>
              <a:ext cx="566420" cy="239395"/>
            </a:xfrm>
            <a:custGeom>
              <a:avLst/>
              <a:gdLst/>
              <a:ahLst/>
              <a:cxnLst/>
              <a:rect l="l" t="t" r="r" b="b"/>
              <a:pathLst>
                <a:path w="566420" h="239395">
                  <a:moveTo>
                    <a:pt x="566140" y="239268"/>
                  </a:moveTo>
                  <a:lnTo>
                    <a:pt x="563753" y="222504"/>
                  </a:lnTo>
                  <a:lnTo>
                    <a:pt x="562838" y="219456"/>
                  </a:lnTo>
                  <a:lnTo>
                    <a:pt x="554609" y="192024"/>
                  </a:lnTo>
                  <a:lnTo>
                    <a:pt x="511937" y="109728"/>
                  </a:lnTo>
                  <a:lnTo>
                    <a:pt x="473837" y="68580"/>
                  </a:lnTo>
                  <a:lnTo>
                    <a:pt x="426593" y="36576"/>
                  </a:lnTo>
                  <a:lnTo>
                    <a:pt x="387578" y="18288"/>
                  </a:lnTo>
                  <a:lnTo>
                    <a:pt x="377825" y="13716"/>
                  </a:lnTo>
                  <a:lnTo>
                    <a:pt x="324485" y="1524"/>
                  </a:lnTo>
                  <a:lnTo>
                    <a:pt x="269621" y="0"/>
                  </a:lnTo>
                  <a:lnTo>
                    <a:pt x="242189" y="1524"/>
                  </a:lnTo>
                  <a:lnTo>
                    <a:pt x="190373" y="13716"/>
                  </a:lnTo>
                  <a:lnTo>
                    <a:pt x="140081" y="36576"/>
                  </a:lnTo>
                  <a:lnTo>
                    <a:pt x="94361" y="68580"/>
                  </a:lnTo>
                  <a:lnTo>
                    <a:pt x="54737" y="109728"/>
                  </a:lnTo>
                  <a:lnTo>
                    <a:pt x="24257" y="161544"/>
                  </a:lnTo>
                  <a:lnTo>
                    <a:pt x="2921" y="222504"/>
                  </a:lnTo>
                  <a:lnTo>
                    <a:pt x="0" y="239268"/>
                  </a:lnTo>
                  <a:lnTo>
                    <a:pt x="20523" y="239268"/>
                  </a:lnTo>
                  <a:lnTo>
                    <a:pt x="21209" y="233172"/>
                  </a:lnTo>
                  <a:lnTo>
                    <a:pt x="24257" y="219456"/>
                  </a:lnTo>
                  <a:lnTo>
                    <a:pt x="24257" y="220980"/>
                  </a:lnTo>
                  <a:lnTo>
                    <a:pt x="24587" y="219456"/>
                  </a:lnTo>
                  <a:lnTo>
                    <a:pt x="27305" y="207264"/>
                  </a:lnTo>
                  <a:lnTo>
                    <a:pt x="36449" y="182880"/>
                  </a:lnTo>
                  <a:lnTo>
                    <a:pt x="42545" y="172212"/>
                  </a:lnTo>
                  <a:lnTo>
                    <a:pt x="42545" y="170688"/>
                  </a:lnTo>
                  <a:lnTo>
                    <a:pt x="54737" y="149352"/>
                  </a:lnTo>
                  <a:lnTo>
                    <a:pt x="54737" y="147828"/>
                  </a:lnTo>
                  <a:lnTo>
                    <a:pt x="60833" y="137160"/>
                  </a:lnTo>
                  <a:lnTo>
                    <a:pt x="69977" y="126492"/>
                  </a:lnTo>
                  <a:lnTo>
                    <a:pt x="77597" y="115824"/>
                  </a:lnTo>
                  <a:lnTo>
                    <a:pt x="77597" y="117348"/>
                  </a:lnTo>
                  <a:lnTo>
                    <a:pt x="78676" y="115824"/>
                  </a:lnTo>
                  <a:lnTo>
                    <a:pt x="85217" y="106680"/>
                  </a:lnTo>
                  <a:lnTo>
                    <a:pt x="103505" y="88392"/>
                  </a:lnTo>
                  <a:lnTo>
                    <a:pt x="112649" y="80772"/>
                  </a:lnTo>
                  <a:lnTo>
                    <a:pt x="123317" y="71628"/>
                  </a:lnTo>
                  <a:lnTo>
                    <a:pt x="133985" y="65532"/>
                  </a:lnTo>
                  <a:lnTo>
                    <a:pt x="133985" y="64008"/>
                  </a:lnTo>
                  <a:lnTo>
                    <a:pt x="156845" y="51816"/>
                  </a:lnTo>
                  <a:lnTo>
                    <a:pt x="167513" y="45720"/>
                  </a:lnTo>
                  <a:lnTo>
                    <a:pt x="178181" y="41148"/>
                  </a:lnTo>
                  <a:lnTo>
                    <a:pt x="179705" y="39624"/>
                  </a:lnTo>
                  <a:lnTo>
                    <a:pt x="178181" y="39624"/>
                  </a:lnTo>
                  <a:lnTo>
                    <a:pt x="191897" y="35052"/>
                  </a:lnTo>
                  <a:lnTo>
                    <a:pt x="204089" y="32004"/>
                  </a:lnTo>
                  <a:lnTo>
                    <a:pt x="216281" y="27432"/>
                  </a:lnTo>
                  <a:lnTo>
                    <a:pt x="229997" y="24384"/>
                  </a:lnTo>
                  <a:lnTo>
                    <a:pt x="242189" y="21336"/>
                  </a:lnTo>
                  <a:lnTo>
                    <a:pt x="255905" y="19812"/>
                  </a:lnTo>
                  <a:lnTo>
                    <a:pt x="269621" y="19812"/>
                  </a:lnTo>
                  <a:lnTo>
                    <a:pt x="283337" y="18288"/>
                  </a:lnTo>
                  <a:lnTo>
                    <a:pt x="297053" y="19812"/>
                  </a:lnTo>
                  <a:lnTo>
                    <a:pt x="298577" y="19812"/>
                  </a:lnTo>
                  <a:lnTo>
                    <a:pt x="310769" y="19812"/>
                  </a:lnTo>
                  <a:lnTo>
                    <a:pt x="312293" y="19812"/>
                  </a:lnTo>
                  <a:lnTo>
                    <a:pt x="324485" y="21336"/>
                  </a:lnTo>
                  <a:lnTo>
                    <a:pt x="338201" y="24384"/>
                  </a:lnTo>
                  <a:lnTo>
                    <a:pt x="350393" y="27432"/>
                  </a:lnTo>
                  <a:lnTo>
                    <a:pt x="364109" y="32004"/>
                  </a:lnTo>
                  <a:lnTo>
                    <a:pt x="376301" y="35052"/>
                  </a:lnTo>
                  <a:lnTo>
                    <a:pt x="388493" y="39624"/>
                  </a:lnTo>
                  <a:lnTo>
                    <a:pt x="400685" y="45720"/>
                  </a:lnTo>
                  <a:lnTo>
                    <a:pt x="411353" y="51816"/>
                  </a:lnTo>
                  <a:lnTo>
                    <a:pt x="423545" y="57912"/>
                  </a:lnTo>
                  <a:lnTo>
                    <a:pt x="434213" y="64008"/>
                  </a:lnTo>
                  <a:lnTo>
                    <a:pt x="434213" y="65532"/>
                  </a:lnTo>
                  <a:lnTo>
                    <a:pt x="444881" y="71628"/>
                  </a:lnTo>
                  <a:lnTo>
                    <a:pt x="444881" y="73152"/>
                  </a:lnTo>
                  <a:lnTo>
                    <a:pt x="454025" y="80772"/>
                  </a:lnTo>
                  <a:lnTo>
                    <a:pt x="464693" y="88392"/>
                  </a:lnTo>
                  <a:lnTo>
                    <a:pt x="464693" y="89916"/>
                  </a:lnTo>
                  <a:lnTo>
                    <a:pt x="473837" y="97536"/>
                  </a:lnTo>
                  <a:lnTo>
                    <a:pt x="473837" y="99060"/>
                  </a:lnTo>
                  <a:lnTo>
                    <a:pt x="481457" y="106680"/>
                  </a:lnTo>
                  <a:lnTo>
                    <a:pt x="513461" y="147828"/>
                  </a:lnTo>
                  <a:lnTo>
                    <a:pt x="539369" y="207264"/>
                  </a:lnTo>
                  <a:lnTo>
                    <a:pt x="543941" y="220980"/>
                  </a:lnTo>
                  <a:lnTo>
                    <a:pt x="543941" y="219456"/>
                  </a:lnTo>
                  <a:lnTo>
                    <a:pt x="546989" y="233172"/>
                  </a:lnTo>
                  <a:lnTo>
                    <a:pt x="546989" y="237744"/>
                  </a:lnTo>
                  <a:lnTo>
                    <a:pt x="547243" y="239268"/>
                  </a:lnTo>
                  <a:lnTo>
                    <a:pt x="566140" y="239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1876" y="3692651"/>
              <a:ext cx="91440" cy="7162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298180" y="3880103"/>
              <a:ext cx="1905" cy="5080"/>
            </a:xfrm>
            <a:custGeom>
              <a:avLst/>
              <a:gdLst/>
              <a:ahLst/>
              <a:cxnLst/>
              <a:rect l="l" t="t" r="r" b="b"/>
              <a:pathLst>
                <a:path w="1904" h="5079">
                  <a:moveTo>
                    <a:pt x="1524" y="0"/>
                  </a:moveTo>
                  <a:lnTo>
                    <a:pt x="0" y="0"/>
                  </a:lnTo>
                  <a:lnTo>
                    <a:pt x="1524" y="4572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7671816" y="3442715"/>
              <a:ext cx="365760" cy="208915"/>
            </a:xfrm>
            <a:custGeom>
              <a:avLst/>
              <a:gdLst/>
              <a:ahLst/>
              <a:cxnLst/>
              <a:rect l="l" t="t" r="r" b="b"/>
              <a:pathLst>
                <a:path w="365759" h="208914">
                  <a:moveTo>
                    <a:pt x="365760" y="202692"/>
                  </a:moveTo>
                  <a:lnTo>
                    <a:pt x="345948" y="155448"/>
                  </a:lnTo>
                  <a:lnTo>
                    <a:pt x="335280" y="172212"/>
                  </a:lnTo>
                  <a:lnTo>
                    <a:pt x="41148" y="0"/>
                  </a:lnTo>
                  <a:lnTo>
                    <a:pt x="0" y="0"/>
                  </a:lnTo>
                  <a:lnTo>
                    <a:pt x="324612" y="190500"/>
                  </a:lnTo>
                  <a:lnTo>
                    <a:pt x="313944" y="208788"/>
                  </a:lnTo>
                  <a:lnTo>
                    <a:pt x="342900" y="205740"/>
                  </a:lnTo>
                  <a:lnTo>
                    <a:pt x="365760" y="202692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2028" y="3442715"/>
              <a:ext cx="59435" cy="20573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903976" y="3886199"/>
              <a:ext cx="556260" cy="326390"/>
            </a:xfrm>
            <a:custGeom>
              <a:avLst/>
              <a:gdLst/>
              <a:ahLst/>
              <a:cxnLst/>
              <a:rect l="l" t="t" r="r" b="b"/>
              <a:pathLst>
                <a:path w="556260" h="326389">
                  <a:moveTo>
                    <a:pt x="551224" y="0"/>
                  </a:moveTo>
                  <a:lnTo>
                    <a:pt x="3511" y="0"/>
                  </a:lnTo>
                  <a:lnTo>
                    <a:pt x="1524" y="9144"/>
                  </a:lnTo>
                  <a:lnTo>
                    <a:pt x="0" y="47244"/>
                  </a:lnTo>
                  <a:lnTo>
                    <a:pt x="1524" y="85344"/>
                  </a:lnTo>
                  <a:lnTo>
                    <a:pt x="21336" y="155448"/>
                  </a:lnTo>
                  <a:lnTo>
                    <a:pt x="57912" y="217932"/>
                  </a:lnTo>
                  <a:lnTo>
                    <a:pt x="108203" y="268224"/>
                  </a:lnTo>
                  <a:lnTo>
                    <a:pt x="169163" y="303275"/>
                  </a:lnTo>
                  <a:lnTo>
                    <a:pt x="240791" y="323088"/>
                  </a:lnTo>
                  <a:lnTo>
                    <a:pt x="277368" y="326136"/>
                  </a:lnTo>
                  <a:lnTo>
                    <a:pt x="315468" y="323088"/>
                  </a:lnTo>
                  <a:lnTo>
                    <a:pt x="385572" y="303275"/>
                  </a:lnTo>
                  <a:lnTo>
                    <a:pt x="448056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3212" y="85344"/>
                  </a:lnTo>
                  <a:lnTo>
                    <a:pt x="556260" y="47244"/>
                  </a:lnTo>
                  <a:lnTo>
                    <a:pt x="553212" y="9144"/>
                  </a:lnTo>
                  <a:lnTo>
                    <a:pt x="55122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5893308" y="3886199"/>
              <a:ext cx="577850" cy="335280"/>
            </a:xfrm>
            <a:custGeom>
              <a:avLst/>
              <a:gdLst/>
              <a:ahLst/>
              <a:cxnLst/>
              <a:rect l="l" t="t" r="r" b="b"/>
              <a:pathLst>
                <a:path w="577850" h="335279">
                  <a:moveTo>
                    <a:pt x="577596" y="47244"/>
                  </a:moveTo>
                  <a:lnTo>
                    <a:pt x="573671" y="19812"/>
                  </a:lnTo>
                  <a:lnTo>
                    <a:pt x="571715" y="6096"/>
                  </a:lnTo>
                  <a:lnTo>
                    <a:pt x="570839" y="0"/>
                  </a:lnTo>
                  <a:lnTo>
                    <a:pt x="551942" y="0"/>
                  </a:lnTo>
                  <a:lnTo>
                    <a:pt x="553212" y="7620"/>
                  </a:lnTo>
                  <a:lnTo>
                    <a:pt x="553212" y="6096"/>
                  </a:lnTo>
                  <a:lnTo>
                    <a:pt x="554736" y="21336"/>
                  </a:lnTo>
                  <a:lnTo>
                    <a:pt x="554736" y="19812"/>
                  </a:lnTo>
                  <a:lnTo>
                    <a:pt x="556260" y="35052"/>
                  </a:lnTo>
                  <a:lnTo>
                    <a:pt x="556260" y="60960"/>
                  </a:lnTo>
                  <a:lnTo>
                    <a:pt x="553212" y="88392"/>
                  </a:lnTo>
                  <a:lnTo>
                    <a:pt x="550164" y="102108"/>
                  </a:lnTo>
                  <a:lnTo>
                    <a:pt x="551688" y="100584"/>
                  </a:lnTo>
                  <a:lnTo>
                    <a:pt x="548640" y="114300"/>
                  </a:lnTo>
                  <a:lnTo>
                    <a:pt x="544068" y="128016"/>
                  </a:lnTo>
                  <a:lnTo>
                    <a:pt x="544068" y="126492"/>
                  </a:lnTo>
                  <a:lnTo>
                    <a:pt x="539496" y="140208"/>
                  </a:lnTo>
                  <a:lnTo>
                    <a:pt x="534924" y="152400"/>
                  </a:lnTo>
                  <a:lnTo>
                    <a:pt x="528828" y="164592"/>
                  </a:lnTo>
                  <a:lnTo>
                    <a:pt x="528828" y="163068"/>
                  </a:lnTo>
                  <a:lnTo>
                    <a:pt x="516636" y="187452"/>
                  </a:lnTo>
                  <a:lnTo>
                    <a:pt x="516636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3776" y="217932"/>
                  </a:lnTo>
                  <a:lnTo>
                    <a:pt x="495300" y="217932"/>
                  </a:lnTo>
                  <a:lnTo>
                    <a:pt x="486156" y="228600"/>
                  </a:lnTo>
                  <a:lnTo>
                    <a:pt x="477012" y="237744"/>
                  </a:lnTo>
                  <a:lnTo>
                    <a:pt x="478536" y="237744"/>
                  </a:lnTo>
                  <a:lnTo>
                    <a:pt x="469392" y="245592"/>
                  </a:lnTo>
                  <a:lnTo>
                    <a:pt x="469392" y="245364"/>
                  </a:lnTo>
                  <a:lnTo>
                    <a:pt x="458724" y="254508"/>
                  </a:lnTo>
                  <a:lnTo>
                    <a:pt x="448056" y="262128"/>
                  </a:lnTo>
                  <a:lnTo>
                    <a:pt x="449580" y="262128"/>
                  </a:lnTo>
                  <a:lnTo>
                    <a:pt x="437388" y="269748"/>
                  </a:lnTo>
                  <a:lnTo>
                    <a:pt x="438912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4528" y="283464"/>
                  </a:lnTo>
                  <a:lnTo>
                    <a:pt x="414528" y="284226"/>
                  </a:lnTo>
                  <a:lnTo>
                    <a:pt x="403860" y="289560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79476" y="300228"/>
                  </a:lnTo>
                  <a:lnTo>
                    <a:pt x="379476" y="298704"/>
                  </a:lnTo>
                  <a:lnTo>
                    <a:pt x="355092" y="307848"/>
                  </a:lnTo>
                  <a:lnTo>
                    <a:pt x="341376" y="310896"/>
                  </a:lnTo>
                  <a:lnTo>
                    <a:pt x="342900" y="310896"/>
                  </a:lnTo>
                  <a:lnTo>
                    <a:pt x="315468" y="313944"/>
                  </a:lnTo>
                  <a:lnTo>
                    <a:pt x="301752" y="315468"/>
                  </a:lnTo>
                  <a:lnTo>
                    <a:pt x="274320" y="315468"/>
                  </a:lnTo>
                  <a:lnTo>
                    <a:pt x="233172" y="310896"/>
                  </a:lnTo>
                  <a:lnTo>
                    <a:pt x="234696" y="310896"/>
                  </a:lnTo>
                  <a:lnTo>
                    <a:pt x="220980" y="307848"/>
                  </a:lnTo>
                  <a:lnTo>
                    <a:pt x="207264" y="303276"/>
                  </a:lnTo>
                  <a:lnTo>
                    <a:pt x="199123" y="300228"/>
                  </a:lnTo>
                  <a:lnTo>
                    <a:pt x="195072" y="298704"/>
                  </a:lnTo>
                  <a:lnTo>
                    <a:pt x="195072" y="300228"/>
                  </a:lnTo>
                  <a:lnTo>
                    <a:pt x="182880" y="294132"/>
                  </a:lnTo>
                  <a:lnTo>
                    <a:pt x="184404" y="294132"/>
                  </a:lnTo>
                  <a:lnTo>
                    <a:pt x="172212" y="289560"/>
                  </a:lnTo>
                  <a:lnTo>
                    <a:pt x="160020" y="283464"/>
                  </a:lnTo>
                  <a:lnTo>
                    <a:pt x="137160" y="269748"/>
                  </a:lnTo>
                  <a:lnTo>
                    <a:pt x="138684" y="269748"/>
                  </a:lnTo>
                  <a:lnTo>
                    <a:pt x="117348" y="254508"/>
                  </a:lnTo>
                  <a:lnTo>
                    <a:pt x="118872" y="25450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80772" y="217932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5532" y="196596"/>
                  </a:lnTo>
                  <a:lnTo>
                    <a:pt x="65532" y="198120"/>
                  </a:lnTo>
                  <a:lnTo>
                    <a:pt x="57912" y="185928"/>
                  </a:lnTo>
                  <a:lnTo>
                    <a:pt x="59436" y="187452"/>
                  </a:lnTo>
                  <a:lnTo>
                    <a:pt x="51816" y="175260"/>
                  </a:lnTo>
                  <a:lnTo>
                    <a:pt x="45720" y="163068"/>
                  </a:lnTo>
                  <a:lnTo>
                    <a:pt x="47244" y="164592"/>
                  </a:lnTo>
                  <a:lnTo>
                    <a:pt x="46482" y="163068"/>
                  </a:lnTo>
                  <a:lnTo>
                    <a:pt x="41148" y="152400"/>
                  </a:lnTo>
                  <a:lnTo>
                    <a:pt x="36576" y="140208"/>
                  </a:lnTo>
                  <a:lnTo>
                    <a:pt x="32512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2860" y="88392"/>
                  </a:lnTo>
                  <a:lnTo>
                    <a:pt x="19812" y="60960"/>
                  </a:lnTo>
                  <a:lnTo>
                    <a:pt x="19812" y="35052"/>
                  </a:lnTo>
                  <a:lnTo>
                    <a:pt x="21336" y="19812"/>
                  </a:lnTo>
                  <a:lnTo>
                    <a:pt x="21336" y="21336"/>
                  </a:lnTo>
                  <a:lnTo>
                    <a:pt x="21488" y="19812"/>
                  </a:lnTo>
                  <a:lnTo>
                    <a:pt x="22860" y="6096"/>
                  </a:lnTo>
                  <a:lnTo>
                    <a:pt x="22860" y="7620"/>
                  </a:lnTo>
                  <a:lnTo>
                    <a:pt x="23190" y="6096"/>
                  </a:lnTo>
                  <a:lnTo>
                    <a:pt x="24549" y="0"/>
                  </a:lnTo>
                  <a:lnTo>
                    <a:pt x="4699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6096" y="106680"/>
                  </a:lnTo>
                  <a:lnTo>
                    <a:pt x="19812" y="155448"/>
                  </a:lnTo>
                  <a:lnTo>
                    <a:pt x="45720" y="204216"/>
                  </a:lnTo>
                  <a:lnTo>
                    <a:pt x="71628" y="237744"/>
                  </a:lnTo>
                  <a:lnTo>
                    <a:pt x="117348" y="280416"/>
                  </a:lnTo>
                  <a:lnTo>
                    <a:pt x="126492" y="286512"/>
                  </a:lnTo>
                  <a:lnTo>
                    <a:pt x="137160" y="294132"/>
                  </a:lnTo>
                  <a:lnTo>
                    <a:pt x="158496" y="304800"/>
                  </a:lnTo>
                  <a:lnTo>
                    <a:pt x="182880" y="315468"/>
                  </a:lnTo>
                  <a:lnTo>
                    <a:pt x="192024" y="320040"/>
                  </a:lnTo>
                  <a:lnTo>
                    <a:pt x="220980" y="327660"/>
                  </a:lnTo>
                  <a:lnTo>
                    <a:pt x="227076" y="330708"/>
                  </a:lnTo>
                  <a:lnTo>
                    <a:pt x="233172" y="330708"/>
                  </a:lnTo>
                  <a:lnTo>
                    <a:pt x="265176" y="335280"/>
                  </a:lnTo>
                  <a:lnTo>
                    <a:pt x="303276" y="335280"/>
                  </a:lnTo>
                  <a:lnTo>
                    <a:pt x="315468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2900" y="330708"/>
                  </a:lnTo>
                  <a:lnTo>
                    <a:pt x="371856" y="324612"/>
                  </a:lnTo>
                  <a:lnTo>
                    <a:pt x="405384" y="310896"/>
                  </a:lnTo>
                  <a:lnTo>
                    <a:pt x="414528" y="306324"/>
                  </a:lnTo>
                  <a:lnTo>
                    <a:pt x="428244" y="300228"/>
                  </a:lnTo>
                  <a:lnTo>
                    <a:pt x="438912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5300" y="248412"/>
                  </a:lnTo>
                  <a:lnTo>
                    <a:pt x="502920" y="240792"/>
                  </a:lnTo>
                  <a:lnTo>
                    <a:pt x="525780" y="210312"/>
                  </a:lnTo>
                  <a:lnTo>
                    <a:pt x="526669" y="208788"/>
                  </a:lnTo>
                  <a:lnTo>
                    <a:pt x="532980" y="198120"/>
                  </a:lnTo>
                  <a:lnTo>
                    <a:pt x="539280" y="187452"/>
                  </a:lnTo>
                  <a:lnTo>
                    <a:pt x="545592" y="176784"/>
                  </a:lnTo>
                  <a:lnTo>
                    <a:pt x="551688" y="164592"/>
                  </a:lnTo>
                  <a:lnTo>
                    <a:pt x="556260" y="152400"/>
                  </a:lnTo>
                  <a:lnTo>
                    <a:pt x="560832" y="141732"/>
                  </a:lnTo>
                  <a:lnTo>
                    <a:pt x="571500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035414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A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818107" y="3429000"/>
            <a:ext cx="1940859" cy="309282"/>
            <a:chOff x="5847588" y="3886200"/>
            <a:chExt cx="2199640" cy="350520"/>
          </a:xfrm>
        </p:grpSpPr>
        <p:sp>
          <p:nvSpPr>
            <p:cNvPr id="35" name="object 35"/>
            <p:cNvSpPr/>
            <p:nvPr/>
          </p:nvSpPr>
          <p:spPr>
            <a:xfrm>
              <a:off x="5847588" y="4133087"/>
              <a:ext cx="344805" cy="104139"/>
            </a:xfrm>
            <a:custGeom>
              <a:avLst/>
              <a:gdLst/>
              <a:ahLst/>
              <a:cxnLst/>
              <a:rect l="l" t="t" r="r" b="b"/>
              <a:pathLst>
                <a:path w="344804" h="104139">
                  <a:moveTo>
                    <a:pt x="143256" y="16764"/>
                  </a:moveTo>
                  <a:lnTo>
                    <a:pt x="131064" y="0"/>
                  </a:lnTo>
                  <a:lnTo>
                    <a:pt x="0" y="103632"/>
                  </a:lnTo>
                  <a:lnTo>
                    <a:pt x="33528" y="103632"/>
                  </a:lnTo>
                  <a:lnTo>
                    <a:pt x="143256" y="16764"/>
                  </a:lnTo>
                  <a:close/>
                </a:path>
                <a:path w="344804" h="104139">
                  <a:moveTo>
                    <a:pt x="344424" y="89916"/>
                  </a:moveTo>
                  <a:lnTo>
                    <a:pt x="323088" y="89916"/>
                  </a:lnTo>
                  <a:lnTo>
                    <a:pt x="323088" y="103632"/>
                  </a:lnTo>
                  <a:lnTo>
                    <a:pt x="344424" y="103632"/>
                  </a:lnTo>
                  <a:lnTo>
                    <a:pt x="344424" y="899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6" name="object 36"/>
            <p:cNvSpPr/>
            <p:nvPr/>
          </p:nvSpPr>
          <p:spPr>
            <a:xfrm>
              <a:off x="6830568" y="3886200"/>
              <a:ext cx="558165" cy="326390"/>
            </a:xfrm>
            <a:custGeom>
              <a:avLst/>
              <a:gdLst/>
              <a:ahLst/>
              <a:cxnLst/>
              <a:rect l="l" t="t" r="r" b="b"/>
              <a:pathLst>
                <a:path w="558165" h="326389">
                  <a:moveTo>
                    <a:pt x="552748" y="0"/>
                  </a:moveTo>
                  <a:lnTo>
                    <a:pt x="5035" y="0"/>
                  </a:lnTo>
                  <a:lnTo>
                    <a:pt x="3048" y="9144"/>
                  </a:lnTo>
                  <a:lnTo>
                    <a:pt x="0" y="47244"/>
                  </a:lnTo>
                  <a:lnTo>
                    <a:pt x="3048" y="85344"/>
                  </a:lnTo>
                  <a:lnTo>
                    <a:pt x="22859" y="155448"/>
                  </a:lnTo>
                  <a:lnTo>
                    <a:pt x="57911" y="217932"/>
                  </a:lnTo>
                  <a:lnTo>
                    <a:pt x="108203" y="268224"/>
                  </a:lnTo>
                  <a:lnTo>
                    <a:pt x="170687" y="303275"/>
                  </a:lnTo>
                  <a:lnTo>
                    <a:pt x="240791" y="323088"/>
                  </a:lnTo>
                  <a:lnTo>
                    <a:pt x="278891" y="326136"/>
                  </a:lnTo>
                  <a:lnTo>
                    <a:pt x="316991" y="323088"/>
                  </a:lnTo>
                  <a:lnTo>
                    <a:pt x="387096" y="303275"/>
                  </a:lnTo>
                  <a:lnTo>
                    <a:pt x="448055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4735" y="85344"/>
                  </a:lnTo>
                  <a:lnTo>
                    <a:pt x="557783" y="47244"/>
                  </a:lnTo>
                  <a:lnTo>
                    <a:pt x="554735" y="9144"/>
                  </a:lnTo>
                  <a:lnTo>
                    <a:pt x="55274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6819900" y="3886199"/>
              <a:ext cx="1226820" cy="350520"/>
            </a:xfrm>
            <a:custGeom>
              <a:avLst/>
              <a:gdLst/>
              <a:ahLst/>
              <a:cxnLst/>
              <a:rect l="l" t="t" r="r" b="b"/>
              <a:pathLst>
                <a:path w="1226820" h="350520">
                  <a:moveTo>
                    <a:pt x="577596" y="47244"/>
                  </a:moveTo>
                  <a:lnTo>
                    <a:pt x="576224" y="21336"/>
                  </a:lnTo>
                  <a:lnTo>
                    <a:pt x="576148" y="19812"/>
                  </a:lnTo>
                  <a:lnTo>
                    <a:pt x="576072" y="18288"/>
                  </a:lnTo>
                  <a:lnTo>
                    <a:pt x="572744" y="0"/>
                  </a:lnTo>
                  <a:lnTo>
                    <a:pt x="557784" y="0"/>
                  </a:lnTo>
                  <a:lnTo>
                    <a:pt x="552196" y="0"/>
                  </a:lnTo>
                  <a:lnTo>
                    <a:pt x="554736" y="7620"/>
                  </a:lnTo>
                  <a:lnTo>
                    <a:pt x="554736" y="19812"/>
                  </a:lnTo>
                  <a:lnTo>
                    <a:pt x="557784" y="35052"/>
                  </a:lnTo>
                  <a:lnTo>
                    <a:pt x="557784" y="60960"/>
                  </a:lnTo>
                  <a:lnTo>
                    <a:pt x="554736" y="74676"/>
                  </a:lnTo>
                  <a:lnTo>
                    <a:pt x="554736" y="88392"/>
                  </a:lnTo>
                  <a:lnTo>
                    <a:pt x="551688" y="102108"/>
                  </a:lnTo>
                  <a:lnTo>
                    <a:pt x="551688" y="100584"/>
                  </a:lnTo>
                  <a:lnTo>
                    <a:pt x="545592" y="128016"/>
                  </a:lnTo>
                  <a:lnTo>
                    <a:pt x="545592" y="126492"/>
                  </a:lnTo>
                  <a:lnTo>
                    <a:pt x="541020" y="140208"/>
                  </a:lnTo>
                  <a:lnTo>
                    <a:pt x="534924" y="152400"/>
                  </a:lnTo>
                  <a:lnTo>
                    <a:pt x="530352" y="164592"/>
                  </a:lnTo>
                  <a:lnTo>
                    <a:pt x="530352" y="163068"/>
                  </a:lnTo>
                  <a:lnTo>
                    <a:pt x="518160" y="187452"/>
                  </a:lnTo>
                  <a:lnTo>
                    <a:pt x="518160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5300" y="217932"/>
                  </a:lnTo>
                  <a:lnTo>
                    <a:pt x="496824" y="217932"/>
                  </a:lnTo>
                  <a:lnTo>
                    <a:pt x="487680" y="228600"/>
                  </a:lnTo>
                  <a:lnTo>
                    <a:pt x="478536" y="237744"/>
                  </a:lnTo>
                  <a:lnTo>
                    <a:pt x="467868" y="246888"/>
                  </a:lnTo>
                  <a:lnTo>
                    <a:pt x="467614" y="246888"/>
                  </a:lnTo>
                  <a:lnTo>
                    <a:pt x="458724" y="254508"/>
                  </a:lnTo>
                  <a:lnTo>
                    <a:pt x="449580" y="262128"/>
                  </a:lnTo>
                  <a:lnTo>
                    <a:pt x="438912" y="269748"/>
                  </a:lnTo>
                  <a:lnTo>
                    <a:pt x="440436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6052" y="283464"/>
                  </a:lnTo>
                  <a:lnTo>
                    <a:pt x="417576" y="283464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81000" y="300228"/>
                  </a:lnTo>
                  <a:lnTo>
                    <a:pt x="381000" y="298704"/>
                  </a:lnTo>
                  <a:lnTo>
                    <a:pt x="356616" y="307848"/>
                  </a:lnTo>
                  <a:lnTo>
                    <a:pt x="342900" y="310896"/>
                  </a:lnTo>
                  <a:lnTo>
                    <a:pt x="344424" y="310896"/>
                  </a:lnTo>
                  <a:lnTo>
                    <a:pt x="329184" y="312420"/>
                  </a:lnTo>
                  <a:lnTo>
                    <a:pt x="315468" y="313944"/>
                  </a:lnTo>
                  <a:lnTo>
                    <a:pt x="316992" y="313944"/>
                  </a:lnTo>
                  <a:lnTo>
                    <a:pt x="303276" y="315468"/>
                  </a:lnTo>
                  <a:lnTo>
                    <a:pt x="274320" y="315468"/>
                  </a:lnTo>
                  <a:lnTo>
                    <a:pt x="262128" y="313944"/>
                  </a:lnTo>
                  <a:lnTo>
                    <a:pt x="234696" y="310896"/>
                  </a:lnTo>
                  <a:lnTo>
                    <a:pt x="236220" y="310896"/>
                  </a:lnTo>
                  <a:lnTo>
                    <a:pt x="220980" y="307848"/>
                  </a:lnTo>
                  <a:lnTo>
                    <a:pt x="222504" y="307848"/>
                  </a:lnTo>
                  <a:lnTo>
                    <a:pt x="208788" y="303276"/>
                  </a:lnTo>
                  <a:lnTo>
                    <a:pt x="200660" y="300228"/>
                  </a:lnTo>
                  <a:lnTo>
                    <a:pt x="196596" y="298704"/>
                  </a:lnTo>
                  <a:lnTo>
                    <a:pt x="196596" y="300228"/>
                  </a:lnTo>
                  <a:lnTo>
                    <a:pt x="184404" y="294132"/>
                  </a:lnTo>
                  <a:lnTo>
                    <a:pt x="185928" y="294132"/>
                  </a:lnTo>
                  <a:lnTo>
                    <a:pt x="172212" y="289560"/>
                  </a:lnTo>
                  <a:lnTo>
                    <a:pt x="161544" y="283464"/>
                  </a:lnTo>
                  <a:lnTo>
                    <a:pt x="138684" y="269748"/>
                  </a:lnTo>
                  <a:lnTo>
                    <a:pt x="140208" y="269748"/>
                  </a:lnTo>
                  <a:lnTo>
                    <a:pt x="128016" y="262128"/>
                  </a:lnTo>
                  <a:lnTo>
                    <a:pt x="118872" y="254508"/>
                  </a:lnTo>
                  <a:lnTo>
                    <a:pt x="109982" y="24688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75755" y="208788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8008" y="198120"/>
                  </a:lnTo>
                  <a:lnTo>
                    <a:pt x="67056" y="196596"/>
                  </a:lnTo>
                  <a:lnTo>
                    <a:pt x="67056" y="198120"/>
                  </a:lnTo>
                  <a:lnTo>
                    <a:pt x="59436" y="185928"/>
                  </a:lnTo>
                  <a:lnTo>
                    <a:pt x="60960" y="187452"/>
                  </a:lnTo>
                  <a:lnTo>
                    <a:pt x="59994" y="185928"/>
                  </a:lnTo>
                  <a:lnTo>
                    <a:pt x="53340" y="175260"/>
                  </a:lnTo>
                  <a:lnTo>
                    <a:pt x="47244" y="163068"/>
                  </a:lnTo>
                  <a:lnTo>
                    <a:pt x="48768" y="164592"/>
                  </a:lnTo>
                  <a:lnTo>
                    <a:pt x="48006" y="163068"/>
                  </a:lnTo>
                  <a:lnTo>
                    <a:pt x="42672" y="152400"/>
                  </a:lnTo>
                  <a:lnTo>
                    <a:pt x="38100" y="140208"/>
                  </a:lnTo>
                  <a:lnTo>
                    <a:pt x="32677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1336" y="60960"/>
                  </a:lnTo>
                  <a:lnTo>
                    <a:pt x="21336" y="35052"/>
                  </a:lnTo>
                  <a:lnTo>
                    <a:pt x="22860" y="19812"/>
                  </a:lnTo>
                  <a:lnTo>
                    <a:pt x="22860" y="21336"/>
                  </a:lnTo>
                  <a:lnTo>
                    <a:pt x="23012" y="19812"/>
                  </a:lnTo>
                  <a:lnTo>
                    <a:pt x="24384" y="6096"/>
                  </a:lnTo>
                  <a:lnTo>
                    <a:pt x="24384" y="7620"/>
                  </a:lnTo>
                  <a:lnTo>
                    <a:pt x="24549" y="6096"/>
                  </a:lnTo>
                  <a:lnTo>
                    <a:pt x="25222" y="0"/>
                  </a:lnTo>
                  <a:lnTo>
                    <a:pt x="4838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7620" y="106680"/>
                  </a:lnTo>
                  <a:lnTo>
                    <a:pt x="21336" y="155448"/>
                  </a:lnTo>
                  <a:lnTo>
                    <a:pt x="47244" y="204216"/>
                  </a:lnTo>
                  <a:lnTo>
                    <a:pt x="73152" y="237744"/>
                  </a:lnTo>
                  <a:lnTo>
                    <a:pt x="118872" y="280416"/>
                  </a:lnTo>
                  <a:lnTo>
                    <a:pt x="128016" y="286512"/>
                  </a:lnTo>
                  <a:lnTo>
                    <a:pt x="138684" y="294132"/>
                  </a:lnTo>
                  <a:lnTo>
                    <a:pt x="160020" y="304800"/>
                  </a:lnTo>
                  <a:lnTo>
                    <a:pt x="184404" y="315468"/>
                  </a:lnTo>
                  <a:lnTo>
                    <a:pt x="193548" y="320040"/>
                  </a:lnTo>
                  <a:lnTo>
                    <a:pt x="228600" y="330708"/>
                  </a:lnTo>
                  <a:lnTo>
                    <a:pt x="265176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4424" y="330708"/>
                  </a:lnTo>
                  <a:lnTo>
                    <a:pt x="373380" y="324612"/>
                  </a:lnTo>
                  <a:lnTo>
                    <a:pt x="394716" y="315468"/>
                  </a:lnTo>
                  <a:lnTo>
                    <a:pt x="405384" y="310896"/>
                  </a:lnTo>
                  <a:lnTo>
                    <a:pt x="409956" y="309372"/>
                  </a:lnTo>
                  <a:lnTo>
                    <a:pt x="428244" y="300228"/>
                  </a:lnTo>
                  <a:lnTo>
                    <a:pt x="440436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6824" y="248412"/>
                  </a:lnTo>
                  <a:lnTo>
                    <a:pt x="527304" y="210312"/>
                  </a:lnTo>
                  <a:lnTo>
                    <a:pt x="528193" y="208788"/>
                  </a:lnTo>
                  <a:lnTo>
                    <a:pt x="534504" y="198120"/>
                  </a:lnTo>
                  <a:lnTo>
                    <a:pt x="540804" y="187452"/>
                  </a:lnTo>
                  <a:lnTo>
                    <a:pt x="547116" y="176784"/>
                  </a:lnTo>
                  <a:lnTo>
                    <a:pt x="551688" y="164592"/>
                  </a:lnTo>
                  <a:lnTo>
                    <a:pt x="557784" y="152400"/>
                  </a:lnTo>
                  <a:lnTo>
                    <a:pt x="562356" y="141732"/>
                  </a:lnTo>
                  <a:lnTo>
                    <a:pt x="566039" y="128016"/>
                  </a:lnTo>
                  <a:lnTo>
                    <a:pt x="573024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  <a:path w="1226820" h="350520">
                  <a:moveTo>
                    <a:pt x="1226820" y="336804"/>
                  </a:moveTo>
                  <a:lnTo>
                    <a:pt x="1207008" y="336804"/>
                  </a:lnTo>
                  <a:lnTo>
                    <a:pt x="1207008" y="350520"/>
                  </a:lnTo>
                  <a:lnTo>
                    <a:pt x="1226820" y="350520"/>
                  </a:lnTo>
                  <a:lnTo>
                    <a:pt x="1226820" y="3368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854500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B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922111" y="3429000"/>
            <a:ext cx="1082488" cy="309282"/>
            <a:chOff x="7098792" y="3886200"/>
            <a:chExt cx="1226820" cy="350520"/>
          </a:xfrm>
        </p:grpSpPr>
        <p:sp>
          <p:nvSpPr>
            <p:cNvPr id="40" name="object 40"/>
            <p:cNvSpPr/>
            <p:nvPr/>
          </p:nvSpPr>
          <p:spPr>
            <a:xfrm>
              <a:off x="7098792" y="4223004"/>
              <a:ext cx="21590" cy="13970"/>
            </a:xfrm>
            <a:custGeom>
              <a:avLst/>
              <a:gdLst/>
              <a:ahLst/>
              <a:cxnLst/>
              <a:rect l="l" t="t" r="r" b="b"/>
              <a:pathLst>
                <a:path w="21590" h="13970">
                  <a:moveTo>
                    <a:pt x="21335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21335" y="13716"/>
                  </a:lnTo>
                  <a:lnTo>
                    <a:pt x="213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7758684" y="3886200"/>
              <a:ext cx="556260" cy="326390"/>
            </a:xfrm>
            <a:custGeom>
              <a:avLst/>
              <a:gdLst/>
              <a:ahLst/>
              <a:cxnLst/>
              <a:rect l="l" t="t" r="r" b="b"/>
              <a:pathLst>
                <a:path w="556259" h="326389">
                  <a:moveTo>
                    <a:pt x="551621" y="0"/>
                  </a:moveTo>
                  <a:lnTo>
                    <a:pt x="4638" y="0"/>
                  </a:lnTo>
                  <a:lnTo>
                    <a:pt x="3048" y="9144"/>
                  </a:lnTo>
                  <a:lnTo>
                    <a:pt x="0" y="47244"/>
                  </a:lnTo>
                  <a:lnTo>
                    <a:pt x="3048" y="85344"/>
                  </a:lnTo>
                  <a:lnTo>
                    <a:pt x="21336" y="155448"/>
                  </a:lnTo>
                  <a:lnTo>
                    <a:pt x="57912" y="217932"/>
                  </a:lnTo>
                  <a:lnTo>
                    <a:pt x="108204" y="268224"/>
                  </a:lnTo>
                  <a:lnTo>
                    <a:pt x="169164" y="303275"/>
                  </a:lnTo>
                  <a:lnTo>
                    <a:pt x="240792" y="323088"/>
                  </a:lnTo>
                  <a:lnTo>
                    <a:pt x="278892" y="326136"/>
                  </a:lnTo>
                  <a:lnTo>
                    <a:pt x="315468" y="323088"/>
                  </a:lnTo>
                  <a:lnTo>
                    <a:pt x="387096" y="303275"/>
                  </a:lnTo>
                  <a:lnTo>
                    <a:pt x="448056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3212" y="85344"/>
                  </a:lnTo>
                  <a:lnTo>
                    <a:pt x="556260" y="47244"/>
                  </a:lnTo>
                  <a:lnTo>
                    <a:pt x="553212" y="9144"/>
                  </a:lnTo>
                  <a:lnTo>
                    <a:pt x="55162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7748016" y="3886199"/>
              <a:ext cx="577850" cy="335280"/>
            </a:xfrm>
            <a:custGeom>
              <a:avLst/>
              <a:gdLst/>
              <a:ahLst/>
              <a:cxnLst/>
              <a:rect l="l" t="t" r="r" b="b"/>
              <a:pathLst>
                <a:path w="577850" h="335279">
                  <a:moveTo>
                    <a:pt x="577596" y="47244"/>
                  </a:moveTo>
                  <a:lnTo>
                    <a:pt x="573671" y="19812"/>
                  </a:lnTo>
                  <a:lnTo>
                    <a:pt x="571715" y="6096"/>
                  </a:lnTo>
                  <a:lnTo>
                    <a:pt x="570839" y="0"/>
                  </a:lnTo>
                  <a:lnTo>
                    <a:pt x="551942" y="0"/>
                  </a:lnTo>
                  <a:lnTo>
                    <a:pt x="553212" y="7620"/>
                  </a:lnTo>
                  <a:lnTo>
                    <a:pt x="553212" y="6096"/>
                  </a:lnTo>
                  <a:lnTo>
                    <a:pt x="554736" y="21336"/>
                  </a:lnTo>
                  <a:lnTo>
                    <a:pt x="554736" y="19812"/>
                  </a:lnTo>
                  <a:lnTo>
                    <a:pt x="556260" y="35052"/>
                  </a:lnTo>
                  <a:lnTo>
                    <a:pt x="556260" y="60960"/>
                  </a:lnTo>
                  <a:lnTo>
                    <a:pt x="553212" y="88392"/>
                  </a:lnTo>
                  <a:lnTo>
                    <a:pt x="550164" y="102108"/>
                  </a:lnTo>
                  <a:lnTo>
                    <a:pt x="551688" y="100584"/>
                  </a:lnTo>
                  <a:lnTo>
                    <a:pt x="548640" y="114300"/>
                  </a:lnTo>
                  <a:lnTo>
                    <a:pt x="544068" y="128016"/>
                  </a:lnTo>
                  <a:lnTo>
                    <a:pt x="544068" y="126492"/>
                  </a:lnTo>
                  <a:lnTo>
                    <a:pt x="539496" y="140208"/>
                  </a:lnTo>
                  <a:lnTo>
                    <a:pt x="530352" y="164592"/>
                  </a:lnTo>
                  <a:lnTo>
                    <a:pt x="530352" y="163068"/>
                  </a:lnTo>
                  <a:lnTo>
                    <a:pt x="518160" y="187452"/>
                  </a:lnTo>
                  <a:lnTo>
                    <a:pt x="518160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5300" y="217932"/>
                  </a:lnTo>
                  <a:lnTo>
                    <a:pt x="486156" y="228600"/>
                  </a:lnTo>
                  <a:lnTo>
                    <a:pt x="477012" y="237744"/>
                  </a:lnTo>
                  <a:lnTo>
                    <a:pt x="478536" y="237744"/>
                  </a:lnTo>
                  <a:lnTo>
                    <a:pt x="469392" y="245592"/>
                  </a:lnTo>
                  <a:lnTo>
                    <a:pt x="469392" y="245364"/>
                  </a:lnTo>
                  <a:lnTo>
                    <a:pt x="458724" y="254508"/>
                  </a:lnTo>
                  <a:lnTo>
                    <a:pt x="448056" y="262128"/>
                  </a:lnTo>
                  <a:lnTo>
                    <a:pt x="449580" y="262128"/>
                  </a:lnTo>
                  <a:lnTo>
                    <a:pt x="437388" y="269748"/>
                  </a:lnTo>
                  <a:lnTo>
                    <a:pt x="438912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6052" y="283464"/>
                  </a:lnTo>
                  <a:lnTo>
                    <a:pt x="403860" y="289560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81000" y="300228"/>
                  </a:lnTo>
                  <a:lnTo>
                    <a:pt x="381000" y="298704"/>
                  </a:lnTo>
                  <a:lnTo>
                    <a:pt x="368808" y="303276"/>
                  </a:lnTo>
                  <a:lnTo>
                    <a:pt x="355092" y="307848"/>
                  </a:lnTo>
                  <a:lnTo>
                    <a:pt x="342900" y="310896"/>
                  </a:lnTo>
                  <a:lnTo>
                    <a:pt x="315468" y="313944"/>
                  </a:lnTo>
                  <a:lnTo>
                    <a:pt x="316992" y="313944"/>
                  </a:lnTo>
                  <a:lnTo>
                    <a:pt x="301752" y="315468"/>
                  </a:lnTo>
                  <a:lnTo>
                    <a:pt x="275844" y="315468"/>
                  </a:lnTo>
                  <a:lnTo>
                    <a:pt x="274320" y="315468"/>
                  </a:lnTo>
                  <a:lnTo>
                    <a:pt x="246888" y="312420"/>
                  </a:lnTo>
                  <a:lnTo>
                    <a:pt x="234696" y="310896"/>
                  </a:lnTo>
                  <a:lnTo>
                    <a:pt x="220980" y="307848"/>
                  </a:lnTo>
                  <a:lnTo>
                    <a:pt x="200660" y="300228"/>
                  </a:lnTo>
                  <a:lnTo>
                    <a:pt x="196596" y="298704"/>
                  </a:lnTo>
                  <a:lnTo>
                    <a:pt x="196596" y="300228"/>
                  </a:lnTo>
                  <a:lnTo>
                    <a:pt x="182880" y="294132"/>
                  </a:lnTo>
                  <a:lnTo>
                    <a:pt x="184404" y="294132"/>
                  </a:lnTo>
                  <a:lnTo>
                    <a:pt x="172212" y="289560"/>
                  </a:lnTo>
                  <a:lnTo>
                    <a:pt x="161544" y="283464"/>
                  </a:lnTo>
                  <a:lnTo>
                    <a:pt x="138684" y="269748"/>
                  </a:lnTo>
                  <a:lnTo>
                    <a:pt x="117348" y="254508"/>
                  </a:lnTo>
                  <a:lnTo>
                    <a:pt x="118872" y="25450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5532" y="196596"/>
                  </a:lnTo>
                  <a:lnTo>
                    <a:pt x="65532" y="198120"/>
                  </a:lnTo>
                  <a:lnTo>
                    <a:pt x="59436" y="185928"/>
                  </a:lnTo>
                  <a:lnTo>
                    <a:pt x="59436" y="187452"/>
                  </a:lnTo>
                  <a:lnTo>
                    <a:pt x="47244" y="163068"/>
                  </a:lnTo>
                  <a:lnTo>
                    <a:pt x="47244" y="164592"/>
                  </a:lnTo>
                  <a:lnTo>
                    <a:pt x="41148" y="152400"/>
                  </a:lnTo>
                  <a:lnTo>
                    <a:pt x="36576" y="140208"/>
                  </a:lnTo>
                  <a:lnTo>
                    <a:pt x="32512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4384" y="88392"/>
                  </a:lnTo>
                  <a:lnTo>
                    <a:pt x="21336" y="74676"/>
                  </a:lnTo>
                  <a:lnTo>
                    <a:pt x="21336" y="21336"/>
                  </a:lnTo>
                  <a:lnTo>
                    <a:pt x="21640" y="19812"/>
                  </a:lnTo>
                  <a:lnTo>
                    <a:pt x="24384" y="6096"/>
                  </a:lnTo>
                  <a:lnTo>
                    <a:pt x="24384" y="7620"/>
                  </a:lnTo>
                  <a:lnTo>
                    <a:pt x="24549" y="6096"/>
                  </a:lnTo>
                  <a:lnTo>
                    <a:pt x="25222" y="0"/>
                  </a:lnTo>
                  <a:lnTo>
                    <a:pt x="4699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6096" y="106680"/>
                  </a:lnTo>
                  <a:lnTo>
                    <a:pt x="15240" y="143256"/>
                  </a:lnTo>
                  <a:lnTo>
                    <a:pt x="21336" y="155448"/>
                  </a:lnTo>
                  <a:lnTo>
                    <a:pt x="30480" y="176784"/>
                  </a:lnTo>
                  <a:lnTo>
                    <a:pt x="47244" y="204216"/>
                  </a:lnTo>
                  <a:lnTo>
                    <a:pt x="50292" y="208788"/>
                  </a:lnTo>
                  <a:lnTo>
                    <a:pt x="59436" y="220980"/>
                  </a:lnTo>
                  <a:lnTo>
                    <a:pt x="71628" y="237744"/>
                  </a:lnTo>
                  <a:lnTo>
                    <a:pt x="117348" y="280416"/>
                  </a:lnTo>
                  <a:lnTo>
                    <a:pt x="158496" y="304800"/>
                  </a:lnTo>
                  <a:lnTo>
                    <a:pt x="193548" y="320040"/>
                  </a:lnTo>
                  <a:lnTo>
                    <a:pt x="220980" y="327660"/>
                  </a:lnTo>
                  <a:lnTo>
                    <a:pt x="228600" y="330708"/>
                  </a:lnTo>
                  <a:lnTo>
                    <a:pt x="234696" y="330708"/>
                  </a:lnTo>
                  <a:lnTo>
                    <a:pt x="265176" y="335280"/>
                  </a:lnTo>
                  <a:lnTo>
                    <a:pt x="303276" y="335280"/>
                  </a:lnTo>
                  <a:lnTo>
                    <a:pt x="316992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2900" y="330708"/>
                  </a:lnTo>
                  <a:lnTo>
                    <a:pt x="371856" y="324612"/>
                  </a:lnTo>
                  <a:lnTo>
                    <a:pt x="405384" y="310896"/>
                  </a:lnTo>
                  <a:lnTo>
                    <a:pt x="409956" y="309372"/>
                  </a:lnTo>
                  <a:lnTo>
                    <a:pt x="416052" y="306324"/>
                  </a:lnTo>
                  <a:lnTo>
                    <a:pt x="428244" y="300228"/>
                  </a:lnTo>
                  <a:lnTo>
                    <a:pt x="438912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5300" y="248412"/>
                  </a:lnTo>
                  <a:lnTo>
                    <a:pt x="502920" y="240792"/>
                  </a:lnTo>
                  <a:lnTo>
                    <a:pt x="527304" y="210312"/>
                  </a:lnTo>
                  <a:lnTo>
                    <a:pt x="528129" y="208788"/>
                  </a:lnTo>
                  <a:lnTo>
                    <a:pt x="533946" y="198120"/>
                  </a:lnTo>
                  <a:lnTo>
                    <a:pt x="539762" y="187452"/>
                  </a:lnTo>
                  <a:lnTo>
                    <a:pt x="545592" y="176784"/>
                  </a:lnTo>
                  <a:lnTo>
                    <a:pt x="551688" y="164592"/>
                  </a:lnTo>
                  <a:lnTo>
                    <a:pt x="556260" y="152400"/>
                  </a:lnTo>
                  <a:lnTo>
                    <a:pt x="562356" y="141732"/>
                  </a:lnTo>
                  <a:lnTo>
                    <a:pt x="571500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673407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C</a:t>
            </a:r>
            <a:endParaRPr sz="1412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430426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9</a:t>
            </a:r>
            <a:endParaRPr sz="1279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467084" y="4055249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976399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612838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286043" y="4055249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1</a:t>
            </a:r>
            <a:endParaRPr sz="1279">
              <a:latin typeface="Arial"/>
              <a:cs typeface="Arial"/>
            </a:endParaRPr>
          </a:p>
        </p:txBody>
      </p:sp>
      <p:pic>
        <p:nvPicPr>
          <p:cNvPr id="49" name="object 4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04921" y="3739628"/>
            <a:ext cx="2799678" cy="1403872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7040860" y="4157349"/>
            <a:ext cx="143996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E</a:t>
            </a:r>
            <a:endParaRPr sz="1412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381887" y="4157349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D</a:t>
            </a:r>
            <a:endParaRPr sz="1412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682846" y="4157349"/>
            <a:ext cx="133350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F</a:t>
            </a:r>
            <a:endParaRPr sz="1412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765663" y="3736698"/>
            <a:ext cx="333375" cy="691706"/>
          </a:xfrm>
          <a:prstGeom prst="rect">
            <a:avLst/>
          </a:prstGeom>
        </p:spPr>
        <p:txBody>
          <a:bodyPr vert="horz" wrap="square" lIns="0" tIns="58271" rIns="0" bIns="0" rtlCol="0">
            <a:spAutoFit/>
          </a:bodyPr>
          <a:lstStyle/>
          <a:p>
            <a:pPr marL="40343">
              <a:spcBef>
                <a:spcPts val="459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  <a:p>
            <a:pPr marL="94134">
              <a:lnSpc>
                <a:spcPts val="1579"/>
              </a:lnSpc>
              <a:spcBef>
                <a:spcPts val="415"/>
              </a:spcBef>
            </a:pPr>
            <a:r>
              <a:rPr sz="1412" b="1" spc="-44" dirty="0">
                <a:latin typeface="Arial"/>
                <a:cs typeface="Arial"/>
              </a:rPr>
              <a:t>G</a:t>
            </a:r>
            <a:endParaRPr sz="1412">
              <a:latin typeface="Arial"/>
              <a:cs typeface="Arial"/>
            </a:endParaRPr>
          </a:p>
          <a:p>
            <a:pPr marL="11206">
              <a:lnSpc>
                <a:spcPts val="1421"/>
              </a:lnSpc>
            </a:pPr>
            <a:r>
              <a:rPr sz="1279" spc="-18" dirty="0">
                <a:solidFill>
                  <a:srgbClr val="FFFFFF"/>
                </a:solidFill>
                <a:latin typeface="Microsoft Sans Serif"/>
                <a:cs typeface="Microsoft Sans Serif"/>
              </a:rPr>
              <a:t>goal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321494" y="4601057"/>
            <a:ext cx="214032" cy="623447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7</a:t>
            </a:r>
            <a:endParaRPr sz="1279">
              <a:latin typeface="Arial"/>
              <a:cs typeface="Arial"/>
            </a:endParaRPr>
          </a:p>
          <a:p>
            <a:pPr>
              <a:spcBef>
                <a:spcPts val="9"/>
              </a:spcBef>
            </a:pPr>
            <a:endParaRPr sz="1279">
              <a:latin typeface="Arial"/>
              <a:cs typeface="Arial"/>
            </a:endParaRPr>
          </a:p>
          <a:p>
            <a:pPr marL="71161"/>
            <a:r>
              <a:rPr sz="1412" b="1" spc="-44" dirty="0">
                <a:latin typeface="Arial"/>
                <a:cs typeface="Arial"/>
              </a:rPr>
              <a:t>H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206265" y="5140811"/>
            <a:ext cx="504265" cy="220756"/>
            <a:chOff x="5154167" y="5826252"/>
            <a:chExt cx="571500" cy="250190"/>
          </a:xfrm>
        </p:grpSpPr>
        <p:sp>
          <p:nvSpPr>
            <p:cNvPr id="56" name="object 56"/>
            <p:cNvSpPr/>
            <p:nvPr/>
          </p:nvSpPr>
          <p:spPr>
            <a:xfrm>
              <a:off x="5164835" y="5826252"/>
              <a:ext cx="550545" cy="241300"/>
            </a:xfrm>
            <a:custGeom>
              <a:avLst/>
              <a:gdLst/>
              <a:ahLst/>
              <a:cxnLst/>
              <a:rect l="l" t="t" r="r" b="b"/>
              <a:pathLst>
                <a:path w="550545" h="241300">
                  <a:moveTo>
                    <a:pt x="550163" y="0"/>
                  </a:moveTo>
                  <a:lnTo>
                    <a:pt x="0" y="0"/>
                  </a:lnTo>
                  <a:lnTo>
                    <a:pt x="6096" y="36575"/>
                  </a:lnTo>
                  <a:lnTo>
                    <a:pt x="35051" y="103631"/>
                  </a:lnTo>
                  <a:lnTo>
                    <a:pt x="77724" y="160020"/>
                  </a:lnTo>
                  <a:lnTo>
                    <a:pt x="134112" y="202692"/>
                  </a:lnTo>
                  <a:lnTo>
                    <a:pt x="201167" y="230124"/>
                  </a:lnTo>
                  <a:lnTo>
                    <a:pt x="274319" y="240792"/>
                  </a:lnTo>
                  <a:lnTo>
                    <a:pt x="312419" y="237744"/>
                  </a:lnTo>
                  <a:lnTo>
                    <a:pt x="382524" y="219456"/>
                  </a:lnTo>
                  <a:lnTo>
                    <a:pt x="445008" y="182880"/>
                  </a:lnTo>
                  <a:lnTo>
                    <a:pt x="495300" y="132587"/>
                  </a:lnTo>
                  <a:lnTo>
                    <a:pt x="531876" y="71628"/>
                  </a:lnTo>
                  <a:lnTo>
                    <a:pt x="55016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5154168" y="5826252"/>
              <a:ext cx="571500" cy="250190"/>
            </a:xfrm>
            <a:custGeom>
              <a:avLst/>
              <a:gdLst/>
              <a:ahLst/>
              <a:cxnLst/>
              <a:rect l="l" t="t" r="r" b="b"/>
              <a:pathLst>
                <a:path w="571500" h="250189">
                  <a:moveTo>
                    <a:pt x="571500" y="0"/>
                  </a:moveTo>
                  <a:lnTo>
                    <a:pt x="550164" y="0"/>
                  </a:lnTo>
                  <a:lnTo>
                    <a:pt x="550164" y="3048"/>
                  </a:lnTo>
                  <a:lnTo>
                    <a:pt x="548640" y="16764"/>
                  </a:lnTo>
                  <a:lnTo>
                    <a:pt x="545592" y="30480"/>
                  </a:lnTo>
                  <a:lnTo>
                    <a:pt x="545592" y="28956"/>
                  </a:lnTo>
                  <a:lnTo>
                    <a:pt x="541020" y="42672"/>
                  </a:lnTo>
                  <a:lnTo>
                    <a:pt x="537972" y="54864"/>
                  </a:lnTo>
                  <a:lnTo>
                    <a:pt x="531876" y="67056"/>
                  </a:lnTo>
                  <a:lnTo>
                    <a:pt x="527304" y="79248"/>
                  </a:lnTo>
                  <a:lnTo>
                    <a:pt x="521208" y="89916"/>
                  </a:lnTo>
                  <a:lnTo>
                    <a:pt x="515112" y="102108"/>
                  </a:lnTo>
                  <a:lnTo>
                    <a:pt x="499872" y="123444"/>
                  </a:lnTo>
                  <a:lnTo>
                    <a:pt x="499872" y="121920"/>
                  </a:lnTo>
                  <a:lnTo>
                    <a:pt x="492252" y="132588"/>
                  </a:lnTo>
                  <a:lnTo>
                    <a:pt x="483108" y="143256"/>
                  </a:lnTo>
                  <a:lnTo>
                    <a:pt x="484632" y="143256"/>
                  </a:lnTo>
                  <a:lnTo>
                    <a:pt x="475488" y="152400"/>
                  </a:lnTo>
                  <a:lnTo>
                    <a:pt x="466344" y="161544"/>
                  </a:lnTo>
                  <a:lnTo>
                    <a:pt x="455676" y="169164"/>
                  </a:lnTo>
                  <a:lnTo>
                    <a:pt x="446532" y="178308"/>
                  </a:lnTo>
                  <a:lnTo>
                    <a:pt x="446532" y="176784"/>
                  </a:lnTo>
                  <a:lnTo>
                    <a:pt x="435864" y="184404"/>
                  </a:lnTo>
                  <a:lnTo>
                    <a:pt x="423672" y="192024"/>
                  </a:lnTo>
                  <a:lnTo>
                    <a:pt x="425196" y="192024"/>
                  </a:lnTo>
                  <a:lnTo>
                    <a:pt x="413004" y="198120"/>
                  </a:lnTo>
                  <a:lnTo>
                    <a:pt x="400812" y="204216"/>
                  </a:lnTo>
                  <a:lnTo>
                    <a:pt x="402336" y="204216"/>
                  </a:lnTo>
                  <a:lnTo>
                    <a:pt x="390144" y="210312"/>
                  </a:lnTo>
                  <a:lnTo>
                    <a:pt x="377952" y="214884"/>
                  </a:lnTo>
                  <a:lnTo>
                    <a:pt x="377952" y="213360"/>
                  </a:lnTo>
                  <a:lnTo>
                    <a:pt x="364236" y="217932"/>
                  </a:lnTo>
                  <a:lnTo>
                    <a:pt x="365760" y="217932"/>
                  </a:lnTo>
                  <a:lnTo>
                    <a:pt x="352044" y="222504"/>
                  </a:lnTo>
                  <a:lnTo>
                    <a:pt x="353568" y="222504"/>
                  </a:lnTo>
                  <a:lnTo>
                    <a:pt x="339852" y="225552"/>
                  </a:lnTo>
                  <a:lnTo>
                    <a:pt x="326136" y="227076"/>
                  </a:lnTo>
                  <a:lnTo>
                    <a:pt x="312420" y="230124"/>
                  </a:lnTo>
                  <a:lnTo>
                    <a:pt x="257556" y="230124"/>
                  </a:lnTo>
                  <a:lnTo>
                    <a:pt x="245364" y="227076"/>
                  </a:lnTo>
                  <a:lnTo>
                    <a:pt x="231648" y="225552"/>
                  </a:lnTo>
                  <a:lnTo>
                    <a:pt x="217932" y="222504"/>
                  </a:lnTo>
                  <a:lnTo>
                    <a:pt x="219456" y="222504"/>
                  </a:lnTo>
                  <a:lnTo>
                    <a:pt x="205740" y="217932"/>
                  </a:lnTo>
                  <a:lnTo>
                    <a:pt x="193548" y="213360"/>
                  </a:lnTo>
                  <a:lnTo>
                    <a:pt x="193548" y="214884"/>
                  </a:lnTo>
                  <a:lnTo>
                    <a:pt x="181356" y="210312"/>
                  </a:lnTo>
                  <a:lnTo>
                    <a:pt x="158496" y="198894"/>
                  </a:lnTo>
                  <a:lnTo>
                    <a:pt x="158496" y="198120"/>
                  </a:lnTo>
                  <a:lnTo>
                    <a:pt x="146304" y="192024"/>
                  </a:lnTo>
                  <a:lnTo>
                    <a:pt x="147828" y="192024"/>
                  </a:lnTo>
                  <a:lnTo>
                    <a:pt x="135636" y="184404"/>
                  </a:lnTo>
                  <a:lnTo>
                    <a:pt x="124968" y="176784"/>
                  </a:lnTo>
                  <a:lnTo>
                    <a:pt x="124968" y="178308"/>
                  </a:lnTo>
                  <a:lnTo>
                    <a:pt x="114300" y="169164"/>
                  </a:lnTo>
                  <a:lnTo>
                    <a:pt x="115824" y="169164"/>
                  </a:lnTo>
                  <a:lnTo>
                    <a:pt x="105156" y="161544"/>
                  </a:lnTo>
                  <a:lnTo>
                    <a:pt x="96012" y="152400"/>
                  </a:lnTo>
                  <a:lnTo>
                    <a:pt x="86868" y="143256"/>
                  </a:lnTo>
                  <a:lnTo>
                    <a:pt x="79248" y="132588"/>
                  </a:lnTo>
                  <a:lnTo>
                    <a:pt x="72707" y="123444"/>
                  </a:lnTo>
                  <a:lnTo>
                    <a:pt x="71628" y="121920"/>
                  </a:lnTo>
                  <a:lnTo>
                    <a:pt x="71628" y="123444"/>
                  </a:lnTo>
                  <a:lnTo>
                    <a:pt x="62484" y="112776"/>
                  </a:lnTo>
                  <a:lnTo>
                    <a:pt x="64008" y="112776"/>
                  </a:lnTo>
                  <a:lnTo>
                    <a:pt x="56388" y="102108"/>
                  </a:lnTo>
                  <a:lnTo>
                    <a:pt x="50292" y="89916"/>
                  </a:lnTo>
                  <a:lnTo>
                    <a:pt x="44196" y="79248"/>
                  </a:lnTo>
                  <a:lnTo>
                    <a:pt x="39624" y="67056"/>
                  </a:lnTo>
                  <a:lnTo>
                    <a:pt x="33528" y="54864"/>
                  </a:lnTo>
                  <a:lnTo>
                    <a:pt x="28956" y="42672"/>
                  </a:lnTo>
                  <a:lnTo>
                    <a:pt x="26238" y="30480"/>
                  </a:lnTo>
                  <a:lnTo>
                    <a:pt x="25908" y="28956"/>
                  </a:lnTo>
                  <a:lnTo>
                    <a:pt x="25908" y="30480"/>
                  </a:lnTo>
                  <a:lnTo>
                    <a:pt x="22860" y="16764"/>
                  </a:lnTo>
                  <a:lnTo>
                    <a:pt x="21501" y="4572"/>
                  </a:lnTo>
                  <a:lnTo>
                    <a:pt x="21336" y="3048"/>
                  </a:lnTo>
                  <a:lnTo>
                    <a:pt x="21336" y="4572"/>
                  </a:lnTo>
                  <a:lnTo>
                    <a:pt x="19812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3048" y="21336"/>
                  </a:lnTo>
                  <a:lnTo>
                    <a:pt x="13716" y="57912"/>
                  </a:lnTo>
                  <a:lnTo>
                    <a:pt x="22860" y="80772"/>
                  </a:lnTo>
                  <a:lnTo>
                    <a:pt x="27432" y="92964"/>
                  </a:lnTo>
                  <a:lnTo>
                    <a:pt x="44196" y="120396"/>
                  </a:lnTo>
                  <a:lnTo>
                    <a:pt x="47244" y="124968"/>
                  </a:lnTo>
                  <a:lnTo>
                    <a:pt x="56388" y="137160"/>
                  </a:lnTo>
                  <a:lnTo>
                    <a:pt x="62484" y="146304"/>
                  </a:lnTo>
                  <a:lnTo>
                    <a:pt x="68580" y="153924"/>
                  </a:lnTo>
                  <a:lnTo>
                    <a:pt x="79248" y="163068"/>
                  </a:lnTo>
                  <a:lnTo>
                    <a:pt x="96012" y="179832"/>
                  </a:lnTo>
                  <a:lnTo>
                    <a:pt x="105156" y="187452"/>
                  </a:lnTo>
                  <a:lnTo>
                    <a:pt x="114300" y="195072"/>
                  </a:lnTo>
                  <a:lnTo>
                    <a:pt x="124968" y="201168"/>
                  </a:lnTo>
                  <a:lnTo>
                    <a:pt x="124968" y="202692"/>
                  </a:lnTo>
                  <a:lnTo>
                    <a:pt x="135636" y="208788"/>
                  </a:lnTo>
                  <a:lnTo>
                    <a:pt x="146304" y="214884"/>
                  </a:lnTo>
                  <a:lnTo>
                    <a:pt x="155448" y="220980"/>
                  </a:lnTo>
                  <a:lnTo>
                    <a:pt x="158496" y="220980"/>
                  </a:lnTo>
                  <a:lnTo>
                    <a:pt x="181356" y="231648"/>
                  </a:lnTo>
                  <a:lnTo>
                    <a:pt x="217932" y="243840"/>
                  </a:lnTo>
                  <a:lnTo>
                    <a:pt x="225552" y="245364"/>
                  </a:lnTo>
                  <a:lnTo>
                    <a:pt x="231648" y="245364"/>
                  </a:lnTo>
                  <a:lnTo>
                    <a:pt x="262128" y="249936"/>
                  </a:lnTo>
                  <a:lnTo>
                    <a:pt x="300228" y="249936"/>
                  </a:lnTo>
                  <a:lnTo>
                    <a:pt x="313944" y="249936"/>
                  </a:lnTo>
                  <a:lnTo>
                    <a:pt x="315468" y="249936"/>
                  </a:lnTo>
                  <a:lnTo>
                    <a:pt x="329184" y="248412"/>
                  </a:lnTo>
                  <a:lnTo>
                    <a:pt x="339852" y="245364"/>
                  </a:lnTo>
                  <a:lnTo>
                    <a:pt x="353568" y="242316"/>
                  </a:lnTo>
                  <a:lnTo>
                    <a:pt x="365760" y="239268"/>
                  </a:lnTo>
                  <a:lnTo>
                    <a:pt x="368808" y="239268"/>
                  </a:lnTo>
                  <a:lnTo>
                    <a:pt x="390144" y="231648"/>
                  </a:lnTo>
                  <a:lnTo>
                    <a:pt x="402336" y="227076"/>
                  </a:lnTo>
                  <a:lnTo>
                    <a:pt x="406908" y="225552"/>
                  </a:lnTo>
                  <a:lnTo>
                    <a:pt x="413004" y="220980"/>
                  </a:lnTo>
                  <a:lnTo>
                    <a:pt x="425196" y="214884"/>
                  </a:lnTo>
                  <a:lnTo>
                    <a:pt x="435864" y="208788"/>
                  </a:lnTo>
                  <a:lnTo>
                    <a:pt x="440436" y="205740"/>
                  </a:lnTo>
                  <a:lnTo>
                    <a:pt x="446532" y="202692"/>
                  </a:lnTo>
                  <a:lnTo>
                    <a:pt x="455676" y="195072"/>
                  </a:lnTo>
                  <a:lnTo>
                    <a:pt x="466344" y="187452"/>
                  </a:lnTo>
                  <a:lnTo>
                    <a:pt x="472440" y="182880"/>
                  </a:lnTo>
                  <a:lnTo>
                    <a:pt x="475488" y="179832"/>
                  </a:lnTo>
                  <a:lnTo>
                    <a:pt x="484632" y="170688"/>
                  </a:lnTo>
                  <a:lnTo>
                    <a:pt x="492252" y="163068"/>
                  </a:lnTo>
                  <a:lnTo>
                    <a:pt x="499872" y="155448"/>
                  </a:lnTo>
                  <a:lnTo>
                    <a:pt x="515112" y="137160"/>
                  </a:lnTo>
                  <a:lnTo>
                    <a:pt x="524256" y="124968"/>
                  </a:lnTo>
                  <a:lnTo>
                    <a:pt x="527304" y="118872"/>
                  </a:lnTo>
                  <a:lnTo>
                    <a:pt x="544068" y="91440"/>
                  </a:lnTo>
                  <a:lnTo>
                    <a:pt x="548640" y="80772"/>
                  </a:lnTo>
                  <a:lnTo>
                    <a:pt x="559308" y="56388"/>
                  </a:lnTo>
                  <a:lnTo>
                    <a:pt x="568452" y="18288"/>
                  </a:lnTo>
                  <a:lnTo>
                    <a:pt x="570738" y="4572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9" name="object 59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6</a:t>
            </a:fld>
            <a:endParaRPr spc="-2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639788"/>
            <a:ext cx="6825545" cy="534378"/>
          </a:xfrm>
          <a:prstGeom prst="rect">
            <a:avLst/>
          </a:prstGeom>
        </p:spPr>
        <p:txBody>
          <a:bodyPr vert="horz" wrap="square" lIns="0" tIns="92139" rIns="0" bIns="0" rtlCol="0" anchor="ctr">
            <a:spAutoFit/>
          </a:bodyPr>
          <a:lstStyle/>
          <a:p>
            <a:pPr marL="1290986">
              <a:lnSpc>
                <a:spcPct val="100000"/>
              </a:lnSpc>
              <a:spcBef>
                <a:spcPts val="79"/>
              </a:spcBef>
            </a:pPr>
            <a:r>
              <a:rPr sz="2868" spc="-141" dirty="0"/>
              <a:t>Iterative‐Deepening</a:t>
            </a:r>
            <a:r>
              <a:rPr sz="2868" spc="-124" dirty="0"/>
              <a:t> </a:t>
            </a:r>
            <a:r>
              <a:rPr sz="2868" spc="-84" dirty="0"/>
              <a:t>Search(IDS)</a:t>
            </a:r>
            <a:endParaRPr sz="2868"/>
          </a:p>
        </p:txBody>
      </p:sp>
      <p:sp>
        <p:nvSpPr>
          <p:cNvPr id="3" name="object 3"/>
          <p:cNvSpPr txBox="1"/>
          <p:nvPr/>
        </p:nvSpPr>
        <p:spPr>
          <a:xfrm>
            <a:off x="3320113" y="2216549"/>
            <a:ext cx="3115235" cy="538998"/>
          </a:xfrm>
          <a:prstGeom prst="rect">
            <a:avLst/>
          </a:prstGeom>
        </p:spPr>
        <p:txBody>
          <a:bodyPr vert="horz" wrap="square" lIns="0" tIns="72838" rIns="0" bIns="0" rtlCol="0">
            <a:spAutoFit/>
          </a:bodyPr>
          <a:lstStyle/>
          <a:p>
            <a:pPr marL="11206">
              <a:spcBef>
                <a:spcPts val="574"/>
              </a:spcBef>
            </a:pPr>
            <a:r>
              <a:rPr sz="1412" b="1" spc="-9" dirty="0">
                <a:solidFill>
                  <a:srgbClr val="CC3300"/>
                </a:solidFill>
                <a:latin typeface="Courier New"/>
                <a:cs typeface="Courier New"/>
              </a:rPr>
              <a:t>deepeningSearch(problem)</a:t>
            </a:r>
            <a:endParaRPr sz="1412">
              <a:latin typeface="Courier New"/>
              <a:cs typeface="Courier New"/>
            </a:endParaRPr>
          </a:p>
          <a:p>
            <a:pPr marL="11206">
              <a:spcBef>
                <a:spcPts val="441"/>
              </a:spcBef>
            </a:pP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depth:</a:t>
            </a:r>
            <a:r>
              <a:rPr sz="1279" spc="-35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1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#</a:t>
            </a:r>
            <a:r>
              <a:rPr sz="1279" spc="-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of</a:t>
            </a:r>
            <a:r>
              <a:rPr sz="1279" spc="-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nodes</a:t>
            </a:r>
            <a:r>
              <a:rPr sz="1279" spc="-18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tested:</a:t>
            </a:r>
            <a:r>
              <a:rPr sz="1279" spc="-31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2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expanded:</a:t>
            </a:r>
            <a:r>
              <a:rPr sz="1279" spc="-40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spc="-44" dirty="0">
                <a:latin typeface="Microsoft Sans Serif"/>
                <a:cs typeface="Microsoft Sans Serif"/>
              </a:rPr>
              <a:t>1</a:t>
            </a:r>
            <a:endParaRPr sz="1279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76029" y="2398955"/>
            <a:ext cx="509868" cy="508747"/>
            <a:chOff x="6819900" y="2718816"/>
            <a:chExt cx="577850" cy="576580"/>
          </a:xfrm>
        </p:grpSpPr>
        <p:sp>
          <p:nvSpPr>
            <p:cNvPr id="5" name="object 5"/>
            <p:cNvSpPr/>
            <p:nvPr/>
          </p:nvSpPr>
          <p:spPr>
            <a:xfrm>
              <a:off x="6830567" y="2727960"/>
              <a:ext cx="558165" cy="556260"/>
            </a:xfrm>
            <a:custGeom>
              <a:avLst/>
              <a:gdLst/>
              <a:ahLst/>
              <a:cxnLst/>
              <a:rect l="l" t="t" r="r" b="b"/>
              <a:pathLst>
                <a:path w="558165" h="556260">
                  <a:moveTo>
                    <a:pt x="278891" y="0"/>
                  </a:moveTo>
                  <a:lnTo>
                    <a:pt x="240791" y="3048"/>
                  </a:lnTo>
                  <a:lnTo>
                    <a:pt x="170687" y="21336"/>
                  </a:lnTo>
                  <a:lnTo>
                    <a:pt x="108203" y="57912"/>
                  </a:lnTo>
                  <a:lnTo>
                    <a:pt x="57911" y="108203"/>
                  </a:lnTo>
                  <a:lnTo>
                    <a:pt x="22859" y="170687"/>
                  </a:lnTo>
                  <a:lnTo>
                    <a:pt x="3048" y="240791"/>
                  </a:lnTo>
                  <a:lnTo>
                    <a:pt x="0" y="278891"/>
                  </a:lnTo>
                  <a:lnTo>
                    <a:pt x="3048" y="315467"/>
                  </a:lnTo>
                  <a:lnTo>
                    <a:pt x="22859" y="387095"/>
                  </a:lnTo>
                  <a:lnTo>
                    <a:pt x="57911" y="448055"/>
                  </a:lnTo>
                  <a:lnTo>
                    <a:pt x="108203" y="498348"/>
                  </a:lnTo>
                  <a:lnTo>
                    <a:pt x="170687" y="534924"/>
                  </a:lnTo>
                  <a:lnTo>
                    <a:pt x="240791" y="553212"/>
                  </a:lnTo>
                  <a:lnTo>
                    <a:pt x="278891" y="556260"/>
                  </a:lnTo>
                  <a:lnTo>
                    <a:pt x="316991" y="553212"/>
                  </a:lnTo>
                  <a:lnTo>
                    <a:pt x="387096" y="534924"/>
                  </a:lnTo>
                  <a:lnTo>
                    <a:pt x="448055" y="498348"/>
                  </a:lnTo>
                  <a:lnTo>
                    <a:pt x="498348" y="448055"/>
                  </a:lnTo>
                  <a:lnTo>
                    <a:pt x="534924" y="387095"/>
                  </a:lnTo>
                  <a:lnTo>
                    <a:pt x="554735" y="315467"/>
                  </a:lnTo>
                  <a:lnTo>
                    <a:pt x="557783" y="278891"/>
                  </a:lnTo>
                  <a:lnTo>
                    <a:pt x="554735" y="240791"/>
                  </a:lnTo>
                  <a:lnTo>
                    <a:pt x="534924" y="170687"/>
                  </a:lnTo>
                  <a:lnTo>
                    <a:pt x="498348" y="108203"/>
                  </a:lnTo>
                  <a:lnTo>
                    <a:pt x="448055" y="57912"/>
                  </a:lnTo>
                  <a:lnTo>
                    <a:pt x="387096" y="21336"/>
                  </a:lnTo>
                  <a:lnTo>
                    <a:pt x="316991" y="3048"/>
                  </a:lnTo>
                  <a:lnTo>
                    <a:pt x="27889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6819900" y="2718815"/>
              <a:ext cx="577850" cy="576580"/>
            </a:xfrm>
            <a:custGeom>
              <a:avLst/>
              <a:gdLst/>
              <a:ahLst/>
              <a:cxnLst/>
              <a:rect l="l" t="t" r="r" b="b"/>
              <a:pathLst>
                <a:path w="577850" h="576579">
                  <a:moveTo>
                    <a:pt x="577596" y="288036"/>
                  </a:moveTo>
                  <a:lnTo>
                    <a:pt x="569976" y="224028"/>
                  </a:lnTo>
                  <a:lnTo>
                    <a:pt x="565175" y="207264"/>
                  </a:lnTo>
                  <a:lnTo>
                    <a:pt x="560832" y="192024"/>
                  </a:lnTo>
                  <a:lnTo>
                    <a:pt x="557784" y="184797"/>
                  </a:lnTo>
                  <a:lnTo>
                    <a:pt x="557784" y="274320"/>
                  </a:lnTo>
                  <a:lnTo>
                    <a:pt x="557784" y="300228"/>
                  </a:lnTo>
                  <a:lnTo>
                    <a:pt x="554736" y="315468"/>
                  </a:lnTo>
                  <a:lnTo>
                    <a:pt x="554736" y="327660"/>
                  </a:lnTo>
                  <a:lnTo>
                    <a:pt x="551688" y="341376"/>
                  </a:lnTo>
                  <a:lnTo>
                    <a:pt x="548640" y="355092"/>
                  </a:lnTo>
                  <a:lnTo>
                    <a:pt x="548640" y="353568"/>
                  </a:lnTo>
                  <a:lnTo>
                    <a:pt x="545592" y="367284"/>
                  </a:lnTo>
                  <a:lnTo>
                    <a:pt x="541020" y="379476"/>
                  </a:lnTo>
                  <a:lnTo>
                    <a:pt x="534924" y="393192"/>
                  </a:lnTo>
                  <a:lnTo>
                    <a:pt x="534924" y="391668"/>
                  </a:lnTo>
                  <a:lnTo>
                    <a:pt x="530352" y="403860"/>
                  </a:lnTo>
                  <a:lnTo>
                    <a:pt x="518160" y="426720"/>
                  </a:lnTo>
                  <a:lnTo>
                    <a:pt x="495300" y="458724"/>
                  </a:lnTo>
                  <a:lnTo>
                    <a:pt x="496824" y="458724"/>
                  </a:lnTo>
                  <a:lnTo>
                    <a:pt x="478536" y="477012"/>
                  </a:lnTo>
                  <a:lnTo>
                    <a:pt x="467868" y="486156"/>
                  </a:lnTo>
                  <a:lnTo>
                    <a:pt x="469392" y="486156"/>
                  </a:lnTo>
                  <a:lnTo>
                    <a:pt x="458724" y="493776"/>
                  </a:lnTo>
                  <a:lnTo>
                    <a:pt x="449580" y="502920"/>
                  </a:lnTo>
                  <a:lnTo>
                    <a:pt x="449580" y="501396"/>
                  </a:lnTo>
                  <a:lnTo>
                    <a:pt x="438912" y="510540"/>
                  </a:lnTo>
                  <a:lnTo>
                    <a:pt x="440436" y="510540"/>
                  </a:lnTo>
                  <a:lnTo>
                    <a:pt x="426720" y="516636"/>
                  </a:lnTo>
                  <a:lnTo>
                    <a:pt x="428244" y="516636"/>
                  </a:lnTo>
                  <a:lnTo>
                    <a:pt x="416052" y="524256"/>
                  </a:lnTo>
                  <a:lnTo>
                    <a:pt x="417576" y="522732"/>
                  </a:lnTo>
                  <a:lnTo>
                    <a:pt x="405384" y="528828"/>
                  </a:lnTo>
                  <a:lnTo>
                    <a:pt x="393192" y="534924"/>
                  </a:lnTo>
                  <a:lnTo>
                    <a:pt x="368808" y="544068"/>
                  </a:lnTo>
                  <a:lnTo>
                    <a:pt x="356616" y="547116"/>
                  </a:lnTo>
                  <a:lnTo>
                    <a:pt x="342900" y="550164"/>
                  </a:lnTo>
                  <a:lnTo>
                    <a:pt x="344424" y="550164"/>
                  </a:lnTo>
                  <a:lnTo>
                    <a:pt x="329184" y="553212"/>
                  </a:lnTo>
                  <a:lnTo>
                    <a:pt x="315468" y="554736"/>
                  </a:lnTo>
                  <a:lnTo>
                    <a:pt x="303276" y="554736"/>
                  </a:lnTo>
                  <a:lnTo>
                    <a:pt x="289560" y="556260"/>
                  </a:lnTo>
                  <a:lnTo>
                    <a:pt x="274320" y="554736"/>
                  </a:lnTo>
                  <a:lnTo>
                    <a:pt x="262128" y="554736"/>
                  </a:lnTo>
                  <a:lnTo>
                    <a:pt x="248412" y="553212"/>
                  </a:lnTo>
                  <a:lnTo>
                    <a:pt x="234696" y="550164"/>
                  </a:lnTo>
                  <a:lnTo>
                    <a:pt x="236220" y="550164"/>
                  </a:lnTo>
                  <a:lnTo>
                    <a:pt x="220980" y="547116"/>
                  </a:lnTo>
                  <a:lnTo>
                    <a:pt x="222504" y="547116"/>
                  </a:lnTo>
                  <a:lnTo>
                    <a:pt x="208788" y="544068"/>
                  </a:lnTo>
                  <a:lnTo>
                    <a:pt x="184404" y="534924"/>
                  </a:lnTo>
                  <a:lnTo>
                    <a:pt x="185928" y="534924"/>
                  </a:lnTo>
                  <a:lnTo>
                    <a:pt x="172212" y="528828"/>
                  </a:lnTo>
                  <a:lnTo>
                    <a:pt x="161544" y="522732"/>
                  </a:lnTo>
                  <a:lnTo>
                    <a:pt x="161544" y="524256"/>
                  </a:lnTo>
                  <a:lnTo>
                    <a:pt x="138684" y="510540"/>
                  </a:lnTo>
                  <a:lnTo>
                    <a:pt x="140208" y="510540"/>
                  </a:lnTo>
                  <a:lnTo>
                    <a:pt x="128016" y="501396"/>
                  </a:lnTo>
                  <a:lnTo>
                    <a:pt x="128016" y="502920"/>
                  </a:lnTo>
                  <a:lnTo>
                    <a:pt x="118872" y="493776"/>
                  </a:lnTo>
                  <a:lnTo>
                    <a:pt x="108204" y="486156"/>
                  </a:lnTo>
                  <a:lnTo>
                    <a:pt x="89916" y="467868"/>
                  </a:lnTo>
                  <a:lnTo>
                    <a:pt x="82296" y="458724"/>
                  </a:lnTo>
                  <a:lnTo>
                    <a:pt x="59436" y="426720"/>
                  </a:lnTo>
                  <a:lnTo>
                    <a:pt x="60960" y="426720"/>
                  </a:lnTo>
                  <a:lnTo>
                    <a:pt x="53340" y="416052"/>
                  </a:lnTo>
                  <a:lnTo>
                    <a:pt x="47244" y="403860"/>
                  </a:lnTo>
                  <a:lnTo>
                    <a:pt x="48768" y="403860"/>
                  </a:lnTo>
                  <a:lnTo>
                    <a:pt x="43434" y="393192"/>
                  </a:lnTo>
                  <a:lnTo>
                    <a:pt x="42672" y="391668"/>
                  </a:lnTo>
                  <a:lnTo>
                    <a:pt x="42672" y="393192"/>
                  </a:lnTo>
                  <a:lnTo>
                    <a:pt x="38100" y="379476"/>
                  </a:lnTo>
                  <a:lnTo>
                    <a:pt x="32004" y="367284"/>
                  </a:lnTo>
                  <a:lnTo>
                    <a:pt x="29286" y="355092"/>
                  </a:lnTo>
                  <a:lnTo>
                    <a:pt x="28956" y="353568"/>
                  </a:lnTo>
                  <a:lnTo>
                    <a:pt x="28956" y="355092"/>
                  </a:lnTo>
                  <a:lnTo>
                    <a:pt x="25908" y="341376"/>
                  </a:lnTo>
                  <a:lnTo>
                    <a:pt x="24549" y="329184"/>
                  </a:lnTo>
                  <a:lnTo>
                    <a:pt x="24384" y="327660"/>
                  </a:lnTo>
                  <a:lnTo>
                    <a:pt x="24384" y="329184"/>
                  </a:lnTo>
                  <a:lnTo>
                    <a:pt x="23012" y="315468"/>
                  </a:lnTo>
                  <a:lnTo>
                    <a:pt x="22860" y="313944"/>
                  </a:lnTo>
                  <a:lnTo>
                    <a:pt x="22860" y="315468"/>
                  </a:lnTo>
                  <a:lnTo>
                    <a:pt x="21336" y="300228"/>
                  </a:lnTo>
                  <a:lnTo>
                    <a:pt x="21336" y="274320"/>
                  </a:lnTo>
                  <a:lnTo>
                    <a:pt x="25908" y="233172"/>
                  </a:lnTo>
                  <a:lnTo>
                    <a:pt x="25908" y="234696"/>
                  </a:lnTo>
                  <a:lnTo>
                    <a:pt x="26238" y="233172"/>
                  </a:lnTo>
                  <a:lnTo>
                    <a:pt x="32004" y="207264"/>
                  </a:lnTo>
                  <a:lnTo>
                    <a:pt x="32004" y="208788"/>
                  </a:lnTo>
                  <a:lnTo>
                    <a:pt x="32677" y="207264"/>
                  </a:lnTo>
                  <a:lnTo>
                    <a:pt x="38100" y="195072"/>
                  </a:lnTo>
                  <a:lnTo>
                    <a:pt x="42672" y="182880"/>
                  </a:lnTo>
                  <a:lnTo>
                    <a:pt x="47244" y="173736"/>
                  </a:lnTo>
                  <a:lnTo>
                    <a:pt x="48768" y="170688"/>
                  </a:lnTo>
                  <a:lnTo>
                    <a:pt x="47244" y="172212"/>
                  </a:lnTo>
                  <a:lnTo>
                    <a:pt x="53340" y="160020"/>
                  </a:lnTo>
                  <a:lnTo>
                    <a:pt x="59436" y="149352"/>
                  </a:lnTo>
                  <a:lnTo>
                    <a:pt x="67056" y="137160"/>
                  </a:lnTo>
                  <a:lnTo>
                    <a:pt x="67056" y="138684"/>
                  </a:lnTo>
                  <a:lnTo>
                    <a:pt x="68008" y="137160"/>
                  </a:lnTo>
                  <a:lnTo>
                    <a:pt x="74676" y="126492"/>
                  </a:lnTo>
                  <a:lnTo>
                    <a:pt x="82296" y="117348"/>
                  </a:lnTo>
                  <a:lnTo>
                    <a:pt x="89916" y="106680"/>
                  </a:lnTo>
                  <a:lnTo>
                    <a:pt x="108204" y="88392"/>
                  </a:lnTo>
                  <a:lnTo>
                    <a:pt x="108204" y="89916"/>
                  </a:lnTo>
                  <a:lnTo>
                    <a:pt x="110337" y="88392"/>
                  </a:lnTo>
                  <a:lnTo>
                    <a:pt x="118872" y="82296"/>
                  </a:lnTo>
                  <a:lnTo>
                    <a:pt x="118872" y="80772"/>
                  </a:lnTo>
                  <a:lnTo>
                    <a:pt x="128016" y="73152"/>
                  </a:lnTo>
                  <a:lnTo>
                    <a:pt x="138684" y="65532"/>
                  </a:lnTo>
                  <a:lnTo>
                    <a:pt x="161544" y="51816"/>
                  </a:lnTo>
                  <a:lnTo>
                    <a:pt x="172212" y="45720"/>
                  </a:lnTo>
                  <a:lnTo>
                    <a:pt x="184404" y="41148"/>
                  </a:lnTo>
                  <a:lnTo>
                    <a:pt x="196596" y="35052"/>
                  </a:lnTo>
                  <a:lnTo>
                    <a:pt x="196596" y="36576"/>
                  </a:lnTo>
                  <a:lnTo>
                    <a:pt x="200660" y="35052"/>
                  </a:lnTo>
                  <a:lnTo>
                    <a:pt x="208788" y="32004"/>
                  </a:lnTo>
                  <a:lnTo>
                    <a:pt x="220980" y="28956"/>
                  </a:lnTo>
                  <a:lnTo>
                    <a:pt x="234696" y="25908"/>
                  </a:lnTo>
                  <a:lnTo>
                    <a:pt x="248412" y="22860"/>
                  </a:lnTo>
                  <a:lnTo>
                    <a:pt x="262128" y="21336"/>
                  </a:lnTo>
                  <a:lnTo>
                    <a:pt x="274320" y="19812"/>
                  </a:lnTo>
                  <a:lnTo>
                    <a:pt x="303276" y="19812"/>
                  </a:lnTo>
                  <a:lnTo>
                    <a:pt x="344424" y="25908"/>
                  </a:lnTo>
                  <a:lnTo>
                    <a:pt x="381000" y="36576"/>
                  </a:lnTo>
                  <a:lnTo>
                    <a:pt x="381000" y="35052"/>
                  </a:lnTo>
                  <a:lnTo>
                    <a:pt x="393192" y="41148"/>
                  </a:lnTo>
                  <a:lnTo>
                    <a:pt x="405384" y="45720"/>
                  </a:lnTo>
                  <a:lnTo>
                    <a:pt x="405384" y="47244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26720" y="57912"/>
                  </a:lnTo>
                  <a:lnTo>
                    <a:pt x="428244" y="59436"/>
                  </a:lnTo>
                  <a:lnTo>
                    <a:pt x="440436" y="65532"/>
                  </a:lnTo>
                  <a:lnTo>
                    <a:pt x="458724" y="80772"/>
                  </a:lnTo>
                  <a:lnTo>
                    <a:pt x="469392" y="89916"/>
                  </a:lnTo>
                  <a:lnTo>
                    <a:pt x="478536" y="97536"/>
                  </a:lnTo>
                  <a:lnTo>
                    <a:pt x="478536" y="99060"/>
                  </a:lnTo>
                  <a:lnTo>
                    <a:pt x="487680" y="106680"/>
                  </a:lnTo>
                  <a:lnTo>
                    <a:pt x="496824" y="117348"/>
                  </a:lnTo>
                  <a:lnTo>
                    <a:pt x="495300" y="117348"/>
                  </a:lnTo>
                  <a:lnTo>
                    <a:pt x="496824" y="118872"/>
                  </a:lnTo>
                  <a:lnTo>
                    <a:pt x="502920" y="128016"/>
                  </a:lnTo>
                  <a:lnTo>
                    <a:pt x="502920" y="126492"/>
                  </a:lnTo>
                  <a:lnTo>
                    <a:pt x="510540" y="138684"/>
                  </a:lnTo>
                  <a:lnTo>
                    <a:pt x="510540" y="137160"/>
                  </a:lnTo>
                  <a:lnTo>
                    <a:pt x="518160" y="149352"/>
                  </a:lnTo>
                  <a:lnTo>
                    <a:pt x="518160" y="147828"/>
                  </a:lnTo>
                  <a:lnTo>
                    <a:pt x="530352" y="172212"/>
                  </a:lnTo>
                  <a:lnTo>
                    <a:pt x="530352" y="170688"/>
                  </a:lnTo>
                  <a:lnTo>
                    <a:pt x="534924" y="182880"/>
                  </a:lnTo>
                  <a:lnTo>
                    <a:pt x="541020" y="195072"/>
                  </a:lnTo>
                  <a:lnTo>
                    <a:pt x="545592" y="208788"/>
                  </a:lnTo>
                  <a:lnTo>
                    <a:pt x="545592" y="207264"/>
                  </a:lnTo>
                  <a:lnTo>
                    <a:pt x="551688" y="234696"/>
                  </a:lnTo>
                  <a:lnTo>
                    <a:pt x="551688" y="237744"/>
                  </a:lnTo>
                  <a:lnTo>
                    <a:pt x="554736" y="246888"/>
                  </a:lnTo>
                  <a:lnTo>
                    <a:pt x="554736" y="260604"/>
                  </a:lnTo>
                  <a:lnTo>
                    <a:pt x="557784" y="274320"/>
                  </a:lnTo>
                  <a:lnTo>
                    <a:pt x="557784" y="184797"/>
                  </a:lnTo>
                  <a:lnTo>
                    <a:pt x="551840" y="170688"/>
                  </a:lnTo>
                  <a:lnTo>
                    <a:pt x="548640" y="163068"/>
                  </a:lnTo>
                  <a:lnTo>
                    <a:pt x="539216" y="147828"/>
                  </a:lnTo>
                  <a:lnTo>
                    <a:pt x="532638" y="137160"/>
                  </a:lnTo>
                  <a:lnTo>
                    <a:pt x="526046" y="126492"/>
                  </a:lnTo>
                  <a:lnTo>
                    <a:pt x="516636" y="111252"/>
                  </a:lnTo>
                  <a:lnTo>
                    <a:pt x="478536" y="68580"/>
                  </a:lnTo>
                  <a:lnTo>
                    <a:pt x="432816" y="36576"/>
                  </a:lnTo>
                  <a:lnTo>
                    <a:pt x="429221" y="35052"/>
                  </a:lnTo>
                  <a:lnTo>
                    <a:pt x="393293" y="19812"/>
                  </a:lnTo>
                  <a:lnTo>
                    <a:pt x="382524" y="15240"/>
                  </a:lnTo>
                  <a:lnTo>
                    <a:pt x="329184" y="3048"/>
                  </a:lnTo>
                  <a:lnTo>
                    <a:pt x="274320" y="0"/>
                  </a:lnTo>
                  <a:lnTo>
                    <a:pt x="248412" y="3048"/>
                  </a:lnTo>
                  <a:lnTo>
                    <a:pt x="195072" y="15240"/>
                  </a:lnTo>
                  <a:lnTo>
                    <a:pt x="144780" y="36576"/>
                  </a:lnTo>
                  <a:lnTo>
                    <a:pt x="99060" y="68580"/>
                  </a:lnTo>
                  <a:lnTo>
                    <a:pt x="60960" y="111252"/>
                  </a:lnTo>
                  <a:lnTo>
                    <a:pt x="28956" y="163068"/>
                  </a:lnTo>
                  <a:lnTo>
                    <a:pt x="7620" y="224028"/>
                  </a:lnTo>
                  <a:lnTo>
                    <a:pt x="0" y="272796"/>
                  </a:lnTo>
                  <a:lnTo>
                    <a:pt x="0" y="301752"/>
                  </a:lnTo>
                  <a:lnTo>
                    <a:pt x="7620" y="345948"/>
                  </a:lnTo>
                  <a:lnTo>
                    <a:pt x="21336" y="394716"/>
                  </a:lnTo>
                  <a:lnTo>
                    <a:pt x="47244" y="443484"/>
                  </a:lnTo>
                  <a:lnTo>
                    <a:pt x="50292" y="449580"/>
                  </a:lnTo>
                  <a:lnTo>
                    <a:pt x="59436" y="461772"/>
                  </a:lnTo>
                  <a:lnTo>
                    <a:pt x="73152" y="478536"/>
                  </a:lnTo>
                  <a:lnTo>
                    <a:pt x="99060" y="504444"/>
                  </a:lnTo>
                  <a:lnTo>
                    <a:pt x="118872" y="519684"/>
                  </a:lnTo>
                  <a:lnTo>
                    <a:pt x="128016" y="527304"/>
                  </a:lnTo>
                  <a:lnTo>
                    <a:pt x="138684" y="533400"/>
                  </a:lnTo>
                  <a:lnTo>
                    <a:pt x="160020" y="545592"/>
                  </a:lnTo>
                  <a:lnTo>
                    <a:pt x="184404" y="556260"/>
                  </a:lnTo>
                  <a:lnTo>
                    <a:pt x="220980" y="568452"/>
                  </a:lnTo>
                  <a:lnTo>
                    <a:pt x="228600" y="569976"/>
                  </a:lnTo>
                  <a:lnTo>
                    <a:pt x="234696" y="571500"/>
                  </a:lnTo>
                  <a:lnTo>
                    <a:pt x="265176" y="574548"/>
                  </a:lnTo>
                  <a:lnTo>
                    <a:pt x="303276" y="576072"/>
                  </a:lnTo>
                  <a:lnTo>
                    <a:pt x="316992" y="574548"/>
                  </a:lnTo>
                  <a:lnTo>
                    <a:pt x="318516" y="574548"/>
                  </a:lnTo>
                  <a:lnTo>
                    <a:pt x="332232" y="573024"/>
                  </a:lnTo>
                  <a:lnTo>
                    <a:pt x="344424" y="569976"/>
                  </a:lnTo>
                  <a:lnTo>
                    <a:pt x="373380" y="563880"/>
                  </a:lnTo>
                  <a:lnTo>
                    <a:pt x="405384" y="551688"/>
                  </a:lnTo>
                  <a:lnTo>
                    <a:pt x="409956" y="550164"/>
                  </a:lnTo>
                  <a:lnTo>
                    <a:pt x="416052" y="547116"/>
                  </a:lnTo>
                  <a:lnTo>
                    <a:pt x="428244" y="539496"/>
                  </a:lnTo>
                  <a:lnTo>
                    <a:pt x="440436" y="533400"/>
                  </a:lnTo>
                  <a:lnTo>
                    <a:pt x="443484" y="530352"/>
                  </a:lnTo>
                  <a:lnTo>
                    <a:pt x="449580" y="525780"/>
                  </a:lnTo>
                  <a:lnTo>
                    <a:pt x="469392" y="512064"/>
                  </a:lnTo>
                  <a:lnTo>
                    <a:pt x="475488" y="507492"/>
                  </a:lnTo>
                  <a:lnTo>
                    <a:pt x="478536" y="504444"/>
                  </a:lnTo>
                  <a:lnTo>
                    <a:pt x="496824" y="487680"/>
                  </a:lnTo>
                  <a:lnTo>
                    <a:pt x="502920" y="481584"/>
                  </a:lnTo>
                  <a:lnTo>
                    <a:pt x="527304" y="451104"/>
                  </a:lnTo>
                  <a:lnTo>
                    <a:pt x="547116" y="417576"/>
                  </a:lnTo>
                  <a:lnTo>
                    <a:pt x="551688" y="405384"/>
                  </a:lnTo>
                  <a:lnTo>
                    <a:pt x="557784" y="393192"/>
                  </a:lnTo>
                  <a:lnTo>
                    <a:pt x="562356" y="381000"/>
                  </a:lnTo>
                  <a:lnTo>
                    <a:pt x="573024" y="342900"/>
                  </a:lnTo>
                  <a:lnTo>
                    <a:pt x="576072" y="301752"/>
                  </a:lnTo>
                  <a:lnTo>
                    <a:pt x="577596" y="288036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60249" y="2397182"/>
            <a:ext cx="342340" cy="411123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algn="ctr">
              <a:lnSpc>
                <a:spcPts val="1619"/>
              </a:lnSpc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S</a:t>
            </a:r>
            <a:endParaRPr sz="1412">
              <a:latin typeface="Arial"/>
              <a:cs typeface="Arial"/>
            </a:endParaRPr>
          </a:p>
          <a:p>
            <a:pPr algn="ctr">
              <a:lnSpc>
                <a:spcPts val="1460"/>
              </a:lnSpc>
            </a:pPr>
            <a:r>
              <a:rPr sz="1279" spc="-9" dirty="0">
                <a:solidFill>
                  <a:srgbClr val="FFFFFF"/>
                </a:solidFill>
                <a:latin typeface="Microsoft Sans Serif"/>
                <a:cs typeface="Microsoft Sans Serif"/>
              </a:rPr>
              <a:t>start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99021" y="2827916"/>
            <a:ext cx="1065119" cy="210110"/>
          </a:xfrm>
          <a:custGeom>
            <a:avLst/>
            <a:gdLst/>
            <a:ahLst/>
            <a:cxnLst/>
            <a:rect l="l" t="t" r="r" b="b"/>
            <a:pathLst>
              <a:path w="1207134" h="238125">
                <a:moveTo>
                  <a:pt x="411480" y="18288"/>
                </a:moveTo>
                <a:lnTo>
                  <a:pt x="400812" y="0"/>
                </a:lnTo>
                <a:lnTo>
                  <a:pt x="0" y="237744"/>
                </a:lnTo>
                <a:lnTo>
                  <a:pt x="39624" y="237744"/>
                </a:lnTo>
                <a:lnTo>
                  <a:pt x="411480" y="18288"/>
                </a:lnTo>
                <a:close/>
              </a:path>
              <a:path w="1207134" h="238125">
                <a:moveTo>
                  <a:pt x="614172" y="89916"/>
                </a:moveTo>
                <a:lnTo>
                  <a:pt x="592836" y="89916"/>
                </a:lnTo>
                <a:lnTo>
                  <a:pt x="592836" y="237744"/>
                </a:lnTo>
                <a:lnTo>
                  <a:pt x="614172" y="237744"/>
                </a:lnTo>
                <a:lnTo>
                  <a:pt x="614172" y="89916"/>
                </a:lnTo>
                <a:close/>
              </a:path>
              <a:path w="1207134" h="238125">
                <a:moveTo>
                  <a:pt x="1207008" y="237744"/>
                </a:moveTo>
                <a:lnTo>
                  <a:pt x="806196" y="0"/>
                </a:lnTo>
                <a:lnTo>
                  <a:pt x="795528" y="18288"/>
                </a:lnTo>
                <a:lnTo>
                  <a:pt x="1165860" y="237744"/>
                </a:lnTo>
                <a:lnTo>
                  <a:pt x="1207008" y="237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7085331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5</a:t>
            </a:r>
            <a:endParaRPr sz="1279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93880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86043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58448" y="3037690"/>
            <a:ext cx="2140324" cy="687481"/>
            <a:chOff x="5893308" y="3442715"/>
            <a:chExt cx="2425700" cy="779145"/>
          </a:xfrm>
        </p:grpSpPr>
        <p:sp>
          <p:nvSpPr>
            <p:cNvPr id="13" name="object 13"/>
            <p:cNvSpPr/>
            <p:nvPr/>
          </p:nvSpPr>
          <p:spPr>
            <a:xfrm>
              <a:off x="5907487" y="3656075"/>
              <a:ext cx="548005" cy="230504"/>
            </a:xfrm>
            <a:custGeom>
              <a:avLst/>
              <a:gdLst/>
              <a:ahLst/>
              <a:cxnLst/>
              <a:rect l="l" t="t" r="r" b="b"/>
              <a:pathLst>
                <a:path w="548004" h="230504">
                  <a:moveTo>
                    <a:pt x="273856" y="0"/>
                  </a:moveTo>
                  <a:lnTo>
                    <a:pt x="200704" y="9144"/>
                  </a:lnTo>
                  <a:lnTo>
                    <a:pt x="133648" y="38100"/>
                  </a:lnTo>
                  <a:lnTo>
                    <a:pt x="77260" y="80772"/>
                  </a:lnTo>
                  <a:lnTo>
                    <a:pt x="34588" y="137160"/>
                  </a:lnTo>
                  <a:lnTo>
                    <a:pt x="5632" y="204215"/>
                  </a:lnTo>
                  <a:lnTo>
                    <a:pt x="0" y="230124"/>
                  </a:lnTo>
                  <a:lnTo>
                    <a:pt x="547712" y="230124"/>
                  </a:lnTo>
                  <a:lnTo>
                    <a:pt x="531412" y="169163"/>
                  </a:lnTo>
                  <a:lnTo>
                    <a:pt x="494836" y="108203"/>
                  </a:lnTo>
                  <a:lnTo>
                    <a:pt x="444544" y="57912"/>
                  </a:lnTo>
                  <a:lnTo>
                    <a:pt x="382060" y="21336"/>
                  </a:lnTo>
                  <a:lnTo>
                    <a:pt x="311956" y="1524"/>
                  </a:lnTo>
                  <a:lnTo>
                    <a:pt x="273856" y="0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5898007" y="3442715"/>
              <a:ext cx="647700" cy="443865"/>
            </a:xfrm>
            <a:custGeom>
              <a:avLst/>
              <a:gdLst/>
              <a:ahLst/>
              <a:cxnLst/>
              <a:rect l="l" t="t" r="r" b="b"/>
              <a:pathLst>
                <a:path w="647700" h="443864">
                  <a:moveTo>
                    <a:pt x="647573" y="0"/>
                  </a:moveTo>
                  <a:lnTo>
                    <a:pt x="607949" y="0"/>
                  </a:lnTo>
                  <a:lnTo>
                    <a:pt x="313817" y="172212"/>
                  </a:lnTo>
                  <a:lnTo>
                    <a:pt x="303149" y="155448"/>
                  </a:lnTo>
                  <a:lnTo>
                    <a:pt x="283337" y="202692"/>
                  </a:lnTo>
                  <a:lnTo>
                    <a:pt x="301383" y="205105"/>
                  </a:lnTo>
                  <a:lnTo>
                    <a:pt x="269621" y="204216"/>
                  </a:lnTo>
                  <a:lnTo>
                    <a:pt x="190373" y="217932"/>
                  </a:lnTo>
                  <a:lnTo>
                    <a:pt x="140081" y="240792"/>
                  </a:lnTo>
                  <a:lnTo>
                    <a:pt x="94361" y="272796"/>
                  </a:lnTo>
                  <a:lnTo>
                    <a:pt x="54737" y="313944"/>
                  </a:lnTo>
                  <a:lnTo>
                    <a:pt x="24257" y="365760"/>
                  </a:lnTo>
                  <a:lnTo>
                    <a:pt x="2921" y="426720"/>
                  </a:lnTo>
                  <a:lnTo>
                    <a:pt x="0" y="443484"/>
                  </a:lnTo>
                  <a:lnTo>
                    <a:pt x="19850" y="443484"/>
                  </a:lnTo>
                  <a:lnTo>
                    <a:pt x="24257" y="423672"/>
                  </a:lnTo>
                  <a:lnTo>
                    <a:pt x="24257" y="425196"/>
                  </a:lnTo>
                  <a:lnTo>
                    <a:pt x="36449" y="387096"/>
                  </a:lnTo>
                  <a:lnTo>
                    <a:pt x="42545" y="374904"/>
                  </a:lnTo>
                  <a:lnTo>
                    <a:pt x="41021" y="374904"/>
                  </a:lnTo>
                  <a:lnTo>
                    <a:pt x="53213" y="353568"/>
                  </a:lnTo>
                  <a:lnTo>
                    <a:pt x="54737" y="352044"/>
                  </a:lnTo>
                  <a:lnTo>
                    <a:pt x="53213" y="352044"/>
                  </a:lnTo>
                  <a:lnTo>
                    <a:pt x="60833" y="341376"/>
                  </a:lnTo>
                  <a:lnTo>
                    <a:pt x="69977" y="330708"/>
                  </a:lnTo>
                  <a:lnTo>
                    <a:pt x="76073" y="320040"/>
                  </a:lnTo>
                  <a:lnTo>
                    <a:pt x="76073" y="321564"/>
                  </a:lnTo>
                  <a:lnTo>
                    <a:pt x="77368" y="320040"/>
                  </a:lnTo>
                  <a:lnTo>
                    <a:pt x="85217" y="310896"/>
                  </a:lnTo>
                  <a:lnTo>
                    <a:pt x="103505" y="292608"/>
                  </a:lnTo>
                  <a:lnTo>
                    <a:pt x="112649" y="284988"/>
                  </a:lnTo>
                  <a:lnTo>
                    <a:pt x="123317" y="275844"/>
                  </a:lnTo>
                  <a:lnTo>
                    <a:pt x="132461" y="269748"/>
                  </a:lnTo>
                  <a:lnTo>
                    <a:pt x="133985" y="268224"/>
                  </a:lnTo>
                  <a:lnTo>
                    <a:pt x="132461" y="268224"/>
                  </a:lnTo>
                  <a:lnTo>
                    <a:pt x="155321" y="256032"/>
                  </a:lnTo>
                  <a:lnTo>
                    <a:pt x="167513" y="249936"/>
                  </a:lnTo>
                  <a:lnTo>
                    <a:pt x="178181" y="245364"/>
                  </a:lnTo>
                  <a:lnTo>
                    <a:pt x="179705" y="243840"/>
                  </a:lnTo>
                  <a:lnTo>
                    <a:pt x="178181" y="243840"/>
                  </a:lnTo>
                  <a:lnTo>
                    <a:pt x="190373" y="239268"/>
                  </a:lnTo>
                  <a:lnTo>
                    <a:pt x="202565" y="236220"/>
                  </a:lnTo>
                  <a:lnTo>
                    <a:pt x="216281" y="231648"/>
                  </a:lnTo>
                  <a:lnTo>
                    <a:pt x="228473" y="228600"/>
                  </a:lnTo>
                  <a:lnTo>
                    <a:pt x="242189" y="225552"/>
                  </a:lnTo>
                  <a:lnTo>
                    <a:pt x="255905" y="224028"/>
                  </a:lnTo>
                  <a:lnTo>
                    <a:pt x="269621" y="224028"/>
                  </a:lnTo>
                  <a:lnTo>
                    <a:pt x="283337" y="222504"/>
                  </a:lnTo>
                  <a:lnTo>
                    <a:pt x="297053" y="224028"/>
                  </a:lnTo>
                  <a:lnTo>
                    <a:pt x="298577" y="224028"/>
                  </a:lnTo>
                  <a:lnTo>
                    <a:pt x="310769" y="224028"/>
                  </a:lnTo>
                  <a:lnTo>
                    <a:pt x="324485" y="225552"/>
                  </a:lnTo>
                  <a:lnTo>
                    <a:pt x="338201" y="228600"/>
                  </a:lnTo>
                  <a:lnTo>
                    <a:pt x="350393" y="231648"/>
                  </a:lnTo>
                  <a:lnTo>
                    <a:pt x="362585" y="236220"/>
                  </a:lnTo>
                  <a:lnTo>
                    <a:pt x="374777" y="239268"/>
                  </a:lnTo>
                  <a:lnTo>
                    <a:pt x="388493" y="243840"/>
                  </a:lnTo>
                  <a:lnTo>
                    <a:pt x="400685" y="249936"/>
                  </a:lnTo>
                  <a:lnTo>
                    <a:pt x="409829" y="256032"/>
                  </a:lnTo>
                  <a:lnTo>
                    <a:pt x="423545" y="262128"/>
                  </a:lnTo>
                  <a:lnTo>
                    <a:pt x="434213" y="268224"/>
                  </a:lnTo>
                  <a:lnTo>
                    <a:pt x="432689" y="268224"/>
                  </a:lnTo>
                  <a:lnTo>
                    <a:pt x="434213" y="269748"/>
                  </a:lnTo>
                  <a:lnTo>
                    <a:pt x="444881" y="275844"/>
                  </a:lnTo>
                  <a:lnTo>
                    <a:pt x="443357" y="275844"/>
                  </a:lnTo>
                  <a:lnTo>
                    <a:pt x="444881" y="277368"/>
                  </a:lnTo>
                  <a:lnTo>
                    <a:pt x="454025" y="284988"/>
                  </a:lnTo>
                  <a:lnTo>
                    <a:pt x="464693" y="292608"/>
                  </a:lnTo>
                  <a:lnTo>
                    <a:pt x="463169" y="292608"/>
                  </a:lnTo>
                  <a:lnTo>
                    <a:pt x="464693" y="294132"/>
                  </a:lnTo>
                  <a:lnTo>
                    <a:pt x="473837" y="301752"/>
                  </a:lnTo>
                  <a:lnTo>
                    <a:pt x="472313" y="301752"/>
                  </a:lnTo>
                  <a:lnTo>
                    <a:pt x="473837" y="303276"/>
                  </a:lnTo>
                  <a:lnTo>
                    <a:pt x="481457" y="310896"/>
                  </a:lnTo>
                  <a:lnTo>
                    <a:pt x="490601" y="321564"/>
                  </a:lnTo>
                  <a:lnTo>
                    <a:pt x="524129" y="374904"/>
                  </a:lnTo>
                  <a:lnTo>
                    <a:pt x="539369" y="411480"/>
                  </a:lnTo>
                  <a:lnTo>
                    <a:pt x="543941" y="425196"/>
                  </a:lnTo>
                  <a:lnTo>
                    <a:pt x="543941" y="423672"/>
                  </a:lnTo>
                  <a:lnTo>
                    <a:pt x="546989" y="437388"/>
                  </a:lnTo>
                  <a:lnTo>
                    <a:pt x="545465" y="437388"/>
                  </a:lnTo>
                  <a:lnTo>
                    <a:pt x="546989" y="441960"/>
                  </a:lnTo>
                  <a:lnTo>
                    <a:pt x="547243" y="443484"/>
                  </a:lnTo>
                  <a:lnTo>
                    <a:pt x="566140" y="443484"/>
                  </a:lnTo>
                  <a:lnTo>
                    <a:pt x="563753" y="426720"/>
                  </a:lnTo>
                  <a:lnTo>
                    <a:pt x="562838" y="423672"/>
                  </a:lnTo>
                  <a:lnTo>
                    <a:pt x="554609" y="396240"/>
                  </a:lnTo>
                  <a:lnTo>
                    <a:pt x="511937" y="313944"/>
                  </a:lnTo>
                  <a:lnTo>
                    <a:pt x="473837" y="272796"/>
                  </a:lnTo>
                  <a:lnTo>
                    <a:pt x="426593" y="240792"/>
                  </a:lnTo>
                  <a:lnTo>
                    <a:pt x="387578" y="222504"/>
                  </a:lnTo>
                  <a:lnTo>
                    <a:pt x="377825" y="217932"/>
                  </a:lnTo>
                  <a:lnTo>
                    <a:pt x="334733" y="208089"/>
                  </a:lnTo>
                  <a:lnTo>
                    <a:pt x="324485" y="190500"/>
                  </a:lnTo>
                  <a:lnTo>
                    <a:pt x="6475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6835603" y="3656075"/>
              <a:ext cx="548005" cy="230504"/>
            </a:xfrm>
            <a:custGeom>
              <a:avLst/>
              <a:gdLst/>
              <a:ahLst/>
              <a:cxnLst/>
              <a:rect l="l" t="t" r="r" b="b"/>
              <a:pathLst>
                <a:path w="548004" h="230504">
                  <a:moveTo>
                    <a:pt x="273856" y="0"/>
                  </a:moveTo>
                  <a:lnTo>
                    <a:pt x="235756" y="1524"/>
                  </a:lnTo>
                  <a:lnTo>
                    <a:pt x="165652" y="21336"/>
                  </a:lnTo>
                  <a:lnTo>
                    <a:pt x="103168" y="57912"/>
                  </a:lnTo>
                  <a:lnTo>
                    <a:pt x="52876" y="108203"/>
                  </a:lnTo>
                  <a:lnTo>
                    <a:pt x="17824" y="169163"/>
                  </a:lnTo>
                  <a:lnTo>
                    <a:pt x="0" y="230124"/>
                  </a:lnTo>
                  <a:lnTo>
                    <a:pt x="547712" y="230124"/>
                  </a:lnTo>
                  <a:lnTo>
                    <a:pt x="529888" y="169163"/>
                  </a:lnTo>
                  <a:lnTo>
                    <a:pt x="493312" y="108203"/>
                  </a:lnTo>
                  <a:lnTo>
                    <a:pt x="443020" y="57912"/>
                  </a:lnTo>
                  <a:lnTo>
                    <a:pt x="382060" y="21336"/>
                  </a:lnTo>
                  <a:lnTo>
                    <a:pt x="311956" y="1524"/>
                  </a:lnTo>
                  <a:lnTo>
                    <a:pt x="27385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6824749" y="3646931"/>
              <a:ext cx="568325" cy="239395"/>
            </a:xfrm>
            <a:custGeom>
              <a:avLst/>
              <a:gdLst/>
              <a:ahLst/>
              <a:cxnLst/>
              <a:rect l="l" t="t" r="r" b="b"/>
              <a:pathLst>
                <a:path w="568325" h="239395">
                  <a:moveTo>
                    <a:pt x="298426" y="0"/>
                  </a:moveTo>
                  <a:lnTo>
                    <a:pt x="269470" y="0"/>
                  </a:lnTo>
                  <a:lnTo>
                    <a:pt x="243562" y="1523"/>
                  </a:lnTo>
                  <a:lnTo>
                    <a:pt x="190222" y="13715"/>
                  </a:lnTo>
                  <a:lnTo>
                    <a:pt x="139930" y="36575"/>
                  </a:lnTo>
                  <a:lnTo>
                    <a:pt x="94210" y="68579"/>
                  </a:lnTo>
                  <a:lnTo>
                    <a:pt x="56110" y="109727"/>
                  </a:lnTo>
                  <a:lnTo>
                    <a:pt x="24106" y="161543"/>
                  </a:lnTo>
                  <a:lnTo>
                    <a:pt x="2770" y="224027"/>
                  </a:lnTo>
                  <a:lnTo>
                    <a:pt x="0" y="239267"/>
                  </a:lnTo>
                  <a:lnTo>
                    <a:pt x="20381" y="239267"/>
                  </a:lnTo>
                  <a:lnTo>
                    <a:pt x="21058" y="233171"/>
                  </a:lnTo>
                  <a:lnTo>
                    <a:pt x="24106" y="219455"/>
                  </a:lnTo>
                  <a:lnTo>
                    <a:pt x="24445" y="219455"/>
                  </a:lnTo>
                  <a:lnTo>
                    <a:pt x="27154" y="207263"/>
                  </a:lnTo>
                  <a:lnTo>
                    <a:pt x="33250" y="195071"/>
                  </a:lnTo>
                  <a:lnTo>
                    <a:pt x="37822" y="182879"/>
                  </a:lnTo>
                  <a:lnTo>
                    <a:pt x="42394" y="172212"/>
                  </a:lnTo>
                  <a:lnTo>
                    <a:pt x="43918" y="170687"/>
                  </a:lnTo>
                  <a:lnTo>
                    <a:pt x="42394" y="170687"/>
                  </a:lnTo>
                  <a:lnTo>
                    <a:pt x="54586" y="149351"/>
                  </a:lnTo>
                  <a:lnTo>
                    <a:pt x="56110" y="147827"/>
                  </a:lnTo>
                  <a:lnTo>
                    <a:pt x="54586" y="147827"/>
                  </a:lnTo>
                  <a:lnTo>
                    <a:pt x="77446" y="115823"/>
                  </a:lnTo>
                  <a:lnTo>
                    <a:pt x="78535" y="115823"/>
                  </a:lnTo>
                  <a:lnTo>
                    <a:pt x="85066" y="106679"/>
                  </a:lnTo>
                  <a:lnTo>
                    <a:pt x="103354" y="88391"/>
                  </a:lnTo>
                  <a:lnTo>
                    <a:pt x="114022" y="80771"/>
                  </a:lnTo>
                  <a:lnTo>
                    <a:pt x="123166" y="71627"/>
                  </a:lnTo>
                  <a:lnTo>
                    <a:pt x="133834" y="65531"/>
                  </a:lnTo>
                  <a:lnTo>
                    <a:pt x="135358" y="64007"/>
                  </a:lnTo>
                  <a:lnTo>
                    <a:pt x="133834" y="64007"/>
                  </a:lnTo>
                  <a:lnTo>
                    <a:pt x="156694" y="51815"/>
                  </a:lnTo>
                  <a:lnTo>
                    <a:pt x="167362" y="45719"/>
                  </a:lnTo>
                  <a:lnTo>
                    <a:pt x="179554" y="41147"/>
                  </a:lnTo>
                  <a:lnTo>
                    <a:pt x="181078" y="39623"/>
                  </a:lnTo>
                  <a:lnTo>
                    <a:pt x="179554" y="39623"/>
                  </a:lnTo>
                  <a:lnTo>
                    <a:pt x="191746" y="35051"/>
                  </a:lnTo>
                  <a:lnTo>
                    <a:pt x="203938" y="32003"/>
                  </a:lnTo>
                  <a:lnTo>
                    <a:pt x="216130" y="27431"/>
                  </a:lnTo>
                  <a:lnTo>
                    <a:pt x="243562" y="21335"/>
                  </a:lnTo>
                  <a:lnTo>
                    <a:pt x="257278" y="19812"/>
                  </a:lnTo>
                  <a:lnTo>
                    <a:pt x="269470" y="19812"/>
                  </a:lnTo>
                  <a:lnTo>
                    <a:pt x="284710" y="18287"/>
                  </a:lnTo>
                  <a:lnTo>
                    <a:pt x="384740" y="18287"/>
                  </a:lnTo>
                  <a:lnTo>
                    <a:pt x="351766" y="7619"/>
                  </a:lnTo>
                  <a:lnTo>
                    <a:pt x="298426" y="0"/>
                  </a:lnTo>
                  <a:close/>
                </a:path>
                <a:path w="568325" h="239395">
                  <a:moveTo>
                    <a:pt x="552934" y="219455"/>
                  </a:moveTo>
                  <a:lnTo>
                    <a:pt x="543790" y="219455"/>
                  </a:lnTo>
                  <a:lnTo>
                    <a:pt x="546838" y="233171"/>
                  </a:lnTo>
                  <a:lnTo>
                    <a:pt x="546838" y="237743"/>
                  </a:lnTo>
                  <a:lnTo>
                    <a:pt x="547346" y="239267"/>
                  </a:lnTo>
                  <a:lnTo>
                    <a:pt x="552934" y="239267"/>
                  </a:lnTo>
                  <a:lnTo>
                    <a:pt x="552934" y="219455"/>
                  </a:lnTo>
                  <a:close/>
                </a:path>
                <a:path w="568325" h="239395">
                  <a:moveTo>
                    <a:pt x="552934" y="184403"/>
                  </a:moveTo>
                  <a:lnTo>
                    <a:pt x="552934" y="239267"/>
                  </a:lnTo>
                  <a:lnTo>
                    <a:pt x="567897" y="239267"/>
                  </a:lnTo>
                  <a:lnTo>
                    <a:pt x="565126" y="224027"/>
                  </a:lnTo>
                  <a:lnTo>
                    <a:pt x="555982" y="192023"/>
                  </a:lnTo>
                  <a:lnTo>
                    <a:pt x="552934" y="184403"/>
                  </a:lnTo>
                  <a:close/>
                </a:path>
                <a:path w="568325" h="239395">
                  <a:moveTo>
                    <a:pt x="24445" y="219455"/>
                  </a:moveTo>
                  <a:lnTo>
                    <a:pt x="24106" y="219455"/>
                  </a:lnTo>
                  <a:lnTo>
                    <a:pt x="24106" y="220979"/>
                  </a:lnTo>
                  <a:lnTo>
                    <a:pt x="24445" y="219455"/>
                  </a:lnTo>
                  <a:close/>
                </a:path>
                <a:path w="568325" h="239395">
                  <a:moveTo>
                    <a:pt x="384740" y="18287"/>
                  </a:moveTo>
                  <a:lnTo>
                    <a:pt x="284710" y="18287"/>
                  </a:lnTo>
                  <a:lnTo>
                    <a:pt x="298426" y="19812"/>
                  </a:lnTo>
                  <a:lnTo>
                    <a:pt x="312142" y="19812"/>
                  </a:lnTo>
                  <a:lnTo>
                    <a:pt x="324334" y="21335"/>
                  </a:lnTo>
                  <a:lnTo>
                    <a:pt x="339574" y="24383"/>
                  </a:lnTo>
                  <a:lnTo>
                    <a:pt x="351766" y="27431"/>
                  </a:lnTo>
                  <a:lnTo>
                    <a:pt x="363958" y="32003"/>
                  </a:lnTo>
                  <a:lnTo>
                    <a:pt x="376150" y="35051"/>
                  </a:lnTo>
                  <a:lnTo>
                    <a:pt x="388342" y="39623"/>
                  </a:lnTo>
                  <a:lnTo>
                    <a:pt x="400534" y="45719"/>
                  </a:lnTo>
                  <a:lnTo>
                    <a:pt x="411202" y="51815"/>
                  </a:lnTo>
                  <a:lnTo>
                    <a:pt x="435586" y="64007"/>
                  </a:lnTo>
                  <a:lnTo>
                    <a:pt x="434062" y="64007"/>
                  </a:lnTo>
                  <a:lnTo>
                    <a:pt x="435586" y="65531"/>
                  </a:lnTo>
                  <a:lnTo>
                    <a:pt x="444730" y="71627"/>
                  </a:lnTo>
                  <a:lnTo>
                    <a:pt x="444730" y="73151"/>
                  </a:lnTo>
                  <a:lnTo>
                    <a:pt x="453874" y="80771"/>
                  </a:lnTo>
                  <a:lnTo>
                    <a:pt x="464542" y="88391"/>
                  </a:lnTo>
                  <a:lnTo>
                    <a:pt x="463018" y="88391"/>
                  </a:lnTo>
                  <a:lnTo>
                    <a:pt x="464542" y="89915"/>
                  </a:lnTo>
                  <a:lnTo>
                    <a:pt x="473686" y="97535"/>
                  </a:lnTo>
                  <a:lnTo>
                    <a:pt x="473686" y="99059"/>
                  </a:lnTo>
                  <a:lnTo>
                    <a:pt x="482830" y="106679"/>
                  </a:lnTo>
                  <a:lnTo>
                    <a:pt x="491974" y="117347"/>
                  </a:lnTo>
                  <a:lnTo>
                    <a:pt x="498070" y="126491"/>
                  </a:lnTo>
                  <a:lnTo>
                    <a:pt x="513310" y="147827"/>
                  </a:lnTo>
                  <a:lnTo>
                    <a:pt x="525502" y="170687"/>
                  </a:lnTo>
                  <a:lnTo>
                    <a:pt x="530074" y="182879"/>
                  </a:lnTo>
                  <a:lnTo>
                    <a:pt x="536170" y="195071"/>
                  </a:lnTo>
                  <a:lnTo>
                    <a:pt x="540742" y="207263"/>
                  </a:lnTo>
                  <a:lnTo>
                    <a:pt x="543790" y="220979"/>
                  </a:lnTo>
                  <a:lnTo>
                    <a:pt x="543790" y="219455"/>
                  </a:lnTo>
                  <a:lnTo>
                    <a:pt x="552934" y="219455"/>
                  </a:lnTo>
                  <a:lnTo>
                    <a:pt x="552934" y="184403"/>
                  </a:lnTo>
                  <a:lnTo>
                    <a:pt x="530074" y="134112"/>
                  </a:lnTo>
                  <a:lnTo>
                    <a:pt x="493498" y="88391"/>
                  </a:lnTo>
                  <a:lnTo>
                    <a:pt x="450826" y="51815"/>
                  </a:lnTo>
                  <a:lnTo>
                    <a:pt x="403582" y="24383"/>
                  </a:lnTo>
                  <a:lnTo>
                    <a:pt x="384740" y="18287"/>
                  </a:lnTo>
                  <a:close/>
                </a:path>
                <a:path w="568325" h="239395">
                  <a:moveTo>
                    <a:pt x="78535" y="115823"/>
                  </a:moveTo>
                  <a:lnTo>
                    <a:pt x="77446" y="115823"/>
                  </a:lnTo>
                  <a:lnTo>
                    <a:pt x="77446" y="117347"/>
                  </a:lnTo>
                  <a:lnTo>
                    <a:pt x="78535" y="115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7763322" y="3656075"/>
              <a:ext cx="547370" cy="230504"/>
            </a:xfrm>
            <a:custGeom>
              <a:avLst/>
              <a:gdLst/>
              <a:ahLst/>
              <a:cxnLst/>
              <a:rect l="l" t="t" r="r" b="b"/>
              <a:pathLst>
                <a:path w="547370" h="230504">
                  <a:moveTo>
                    <a:pt x="274253" y="0"/>
                  </a:moveTo>
                  <a:lnTo>
                    <a:pt x="236153" y="1524"/>
                  </a:lnTo>
                  <a:lnTo>
                    <a:pt x="164525" y="21336"/>
                  </a:lnTo>
                  <a:lnTo>
                    <a:pt x="103565" y="57912"/>
                  </a:lnTo>
                  <a:lnTo>
                    <a:pt x="53273" y="108203"/>
                  </a:lnTo>
                  <a:lnTo>
                    <a:pt x="16697" y="169163"/>
                  </a:lnTo>
                  <a:lnTo>
                    <a:pt x="0" y="230124"/>
                  </a:lnTo>
                  <a:lnTo>
                    <a:pt x="546983" y="230124"/>
                  </a:lnTo>
                  <a:lnTo>
                    <a:pt x="530285" y="169163"/>
                  </a:lnTo>
                  <a:lnTo>
                    <a:pt x="493709" y="108203"/>
                  </a:lnTo>
                  <a:lnTo>
                    <a:pt x="443417" y="57912"/>
                  </a:lnTo>
                  <a:lnTo>
                    <a:pt x="382457" y="21336"/>
                  </a:lnTo>
                  <a:lnTo>
                    <a:pt x="310829" y="1524"/>
                  </a:lnTo>
                  <a:lnTo>
                    <a:pt x="27425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7752715" y="3646931"/>
              <a:ext cx="566420" cy="239395"/>
            </a:xfrm>
            <a:custGeom>
              <a:avLst/>
              <a:gdLst/>
              <a:ahLst/>
              <a:cxnLst/>
              <a:rect l="l" t="t" r="r" b="b"/>
              <a:pathLst>
                <a:path w="566420" h="239395">
                  <a:moveTo>
                    <a:pt x="566140" y="239268"/>
                  </a:moveTo>
                  <a:lnTo>
                    <a:pt x="563753" y="222504"/>
                  </a:lnTo>
                  <a:lnTo>
                    <a:pt x="562838" y="219456"/>
                  </a:lnTo>
                  <a:lnTo>
                    <a:pt x="554609" y="192024"/>
                  </a:lnTo>
                  <a:lnTo>
                    <a:pt x="511937" y="109728"/>
                  </a:lnTo>
                  <a:lnTo>
                    <a:pt x="473837" y="68580"/>
                  </a:lnTo>
                  <a:lnTo>
                    <a:pt x="426593" y="36576"/>
                  </a:lnTo>
                  <a:lnTo>
                    <a:pt x="387578" y="18288"/>
                  </a:lnTo>
                  <a:lnTo>
                    <a:pt x="377825" y="13716"/>
                  </a:lnTo>
                  <a:lnTo>
                    <a:pt x="324485" y="1524"/>
                  </a:lnTo>
                  <a:lnTo>
                    <a:pt x="269621" y="0"/>
                  </a:lnTo>
                  <a:lnTo>
                    <a:pt x="242189" y="1524"/>
                  </a:lnTo>
                  <a:lnTo>
                    <a:pt x="190373" y="13716"/>
                  </a:lnTo>
                  <a:lnTo>
                    <a:pt x="140081" y="36576"/>
                  </a:lnTo>
                  <a:lnTo>
                    <a:pt x="94361" y="68580"/>
                  </a:lnTo>
                  <a:lnTo>
                    <a:pt x="54737" y="109728"/>
                  </a:lnTo>
                  <a:lnTo>
                    <a:pt x="24257" y="161544"/>
                  </a:lnTo>
                  <a:lnTo>
                    <a:pt x="2921" y="222504"/>
                  </a:lnTo>
                  <a:lnTo>
                    <a:pt x="0" y="239268"/>
                  </a:lnTo>
                  <a:lnTo>
                    <a:pt x="20523" y="239268"/>
                  </a:lnTo>
                  <a:lnTo>
                    <a:pt x="21209" y="233172"/>
                  </a:lnTo>
                  <a:lnTo>
                    <a:pt x="24257" y="219456"/>
                  </a:lnTo>
                  <a:lnTo>
                    <a:pt x="24257" y="220980"/>
                  </a:lnTo>
                  <a:lnTo>
                    <a:pt x="24587" y="219456"/>
                  </a:lnTo>
                  <a:lnTo>
                    <a:pt x="27305" y="207264"/>
                  </a:lnTo>
                  <a:lnTo>
                    <a:pt x="36449" y="182880"/>
                  </a:lnTo>
                  <a:lnTo>
                    <a:pt x="42545" y="172212"/>
                  </a:lnTo>
                  <a:lnTo>
                    <a:pt x="42545" y="170688"/>
                  </a:lnTo>
                  <a:lnTo>
                    <a:pt x="54737" y="149352"/>
                  </a:lnTo>
                  <a:lnTo>
                    <a:pt x="54737" y="147828"/>
                  </a:lnTo>
                  <a:lnTo>
                    <a:pt x="60833" y="137160"/>
                  </a:lnTo>
                  <a:lnTo>
                    <a:pt x="69977" y="126492"/>
                  </a:lnTo>
                  <a:lnTo>
                    <a:pt x="77597" y="115824"/>
                  </a:lnTo>
                  <a:lnTo>
                    <a:pt x="77597" y="117348"/>
                  </a:lnTo>
                  <a:lnTo>
                    <a:pt x="78676" y="115824"/>
                  </a:lnTo>
                  <a:lnTo>
                    <a:pt x="85217" y="106680"/>
                  </a:lnTo>
                  <a:lnTo>
                    <a:pt x="103505" y="88392"/>
                  </a:lnTo>
                  <a:lnTo>
                    <a:pt x="112649" y="80772"/>
                  </a:lnTo>
                  <a:lnTo>
                    <a:pt x="123317" y="71628"/>
                  </a:lnTo>
                  <a:lnTo>
                    <a:pt x="133985" y="65532"/>
                  </a:lnTo>
                  <a:lnTo>
                    <a:pt x="133985" y="64008"/>
                  </a:lnTo>
                  <a:lnTo>
                    <a:pt x="156845" y="51816"/>
                  </a:lnTo>
                  <a:lnTo>
                    <a:pt x="167513" y="45720"/>
                  </a:lnTo>
                  <a:lnTo>
                    <a:pt x="178181" y="41148"/>
                  </a:lnTo>
                  <a:lnTo>
                    <a:pt x="179705" y="39624"/>
                  </a:lnTo>
                  <a:lnTo>
                    <a:pt x="178181" y="39624"/>
                  </a:lnTo>
                  <a:lnTo>
                    <a:pt x="191897" y="35052"/>
                  </a:lnTo>
                  <a:lnTo>
                    <a:pt x="204089" y="32004"/>
                  </a:lnTo>
                  <a:lnTo>
                    <a:pt x="216281" y="27432"/>
                  </a:lnTo>
                  <a:lnTo>
                    <a:pt x="229997" y="24384"/>
                  </a:lnTo>
                  <a:lnTo>
                    <a:pt x="242189" y="21336"/>
                  </a:lnTo>
                  <a:lnTo>
                    <a:pt x="255905" y="19812"/>
                  </a:lnTo>
                  <a:lnTo>
                    <a:pt x="269621" y="19812"/>
                  </a:lnTo>
                  <a:lnTo>
                    <a:pt x="283337" y="18288"/>
                  </a:lnTo>
                  <a:lnTo>
                    <a:pt x="297053" y="19812"/>
                  </a:lnTo>
                  <a:lnTo>
                    <a:pt x="298577" y="19812"/>
                  </a:lnTo>
                  <a:lnTo>
                    <a:pt x="310769" y="19812"/>
                  </a:lnTo>
                  <a:lnTo>
                    <a:pt x="312293" y="19812"/>
                  </a:lnTo>
                  <a:lnTo>
                    <a:pt x="324485" y="21336"/>
                  </a:lnTo>
                  <a:lnTo>
                    <a:pt x="338201" y="24384"/>
                  </a:lnTo>
                  <a:lnTo>
                    <a:pt x="350393" y="27432"/>
                  </a:lnTo>
                  <a:lnTo>
                    <a:pt x="364109" y="32004"/>
                  </a:lnTo>
                  <a:lnTo>
                    <a:pt x="376301" y="35052"/>
                  </a:lnTo>
                  <a:lnTo>
                    <a:pt x="388493" y="39624"/>
                  </a:lnTo>
                  <a:lnTo>
                    <a:pt x="400685" y="45720"/>
                  </a:lnTo>
                  <a:lnTo>
                    <a:pt x="411353" y="51816"/>
                  </a:lnTo>
                  <a:lnTo>
                    <a:pt x="423545" y="57912"/>
                  </a:lnTo>
                  <a:lnTo>
                    <a:pt x="434213" y="64008"/>
                  </a:lnTo>
                  <a:lnTo>
                    <a:pt x="434213" y="65532"/>
                  </a:lnTo>
                  <a:lnTo>
                    <a:pt x="444881" y="71628"/>
                  </a:lnTo>
                  <a:lnTo>
                    <a:pt x="444881" y="73152"/>
                  </a:lnTo>
                  <a:lnTo>
                    <a:pt x="454025" y="80772"/>
                  </a:lnTo>
                  <a:lnTo>
                    <a:pt x="464693" y="88392"/>
                  </a:lnTo>
                  <a:lnTo>
                    <a:pt x="464693" y="89916"/>
                  </a:lnTo>
                  <a:lnTo>
                    <a:pt x="473837" y="97536"/>
                  </a:lnTo>
                  <a:lnTo>
                    <a:pt x="473837" y="99060"/>
                  </a:lnTo>
                  <a:lnTo>
                    <a:pt x="481457" y="106680"/>
                  </a:lnTo>
                  <a:lnTo>
                    <a:pt x="513461" y="147828"/>
                  </a:lnTo>
                  <a:lnTo>
                    <a:pt x="539369" y="207264"/>
                  </a:lnTo>
                  <a:lnTo>
                    <a:pt x="543941" y="220980"/>
                  </a:lnTo>
                  <a:lnTo>
                    <a:pt x="543941" y="219456"/>
                  </a:lnTo>
                  <a:lnTo>
                    <a:pt x="546989" y="233172"/>
                  </a:lnTo>
                  <a:lnTo>
                    <a:pt x="546989" y="237744"/>
                  </a:lnTo>
                  <a:lnTo>
                    <a:pt x="547243" y="239268"/>
                  </a:lnTo>
                  <a:lnTo>
                    <a:pt x="566140" y="239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1876" y="3692651"/>
              <a:ext cx="91440" cy="7162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671816" y="3442715"/>
              <a:ext cx="628015" cy="441959"/>
            </a:xfrm>
            <a:custGeom>
              <a:avLst/>
              <a:gdLst/>
              <a:ahLst/>
              <a:cxnLst/>
              <a:rect l="l" t="t" r="r" b="b"/>
              <a:pathLst>
                <a:path w="628015" h="441960">
                  <a:moveTo>
                    <a:pt x="365760" y="202692"/>
                  </a:moveTo>
                  <a:lnTo>
                    <a:pt x="345948" y="155448"/>
                  </a:lnTo>
                  <a:lnTo>
                    <a:pt x="335280" y="172212"/>
                  </a:lnTo>
                  <a:lnTo>
                    <a:pt x="41148" y="0"/>
                  </a:lnTo>
                  <a:lnTo>
                    <a:pt x="0" y="0"/>
                  </a:lnTo>
                  <a:lnTo>
                    <a:pt x="324612" y="190500"/>
                  </a:lnTo>
                  <a:lnTo>
                    <a:pt x="313944" y="208788"/>
                  </a:lnTo>
                  <a:lnTo>
                    <a:pt x="342900" y="205740"/>
                  </a:lnTo>
                  <a:lnTo>
                    <a:pt x="365760" y="202692"/>
                  </a:lnTo>
                  <a:close/>
                </a:path>
                <a:path w="628015" h="441960">
                  <a:moveTo>
                    <a:pt x="627888" y="437388"/>
                  </a:moveTo>
                  <a:lnTo>
                    <a:pt x="626364" y="437388"/>
                  </a:lnTo>
                  <a:lnTo>
                    <a:pt x="627888" y="441960"/>
                  </a:lnTo>
                  <a:lnTo>
                    <a:pt x="627888" y="4373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2028" y="3442715"/>
              <a:ext cx="59435" cy="20573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903976" y="3886199"/>
              <a:ext cx="556260" cy="326390"/>
            </a:xfrm>
            <a:custGeom>
              <a:avLst/>
              <a:gdLst/>
              <a:ahLst/>
              <a:cxnLst/>
              <a:rect l="l" t="t" r="r" b="b"/>
              <a:pathLst>
                <a:path w="556260" h="326389">
                  <a:moveTo>
                    <a:pt x="551224" y="0"/>
                  </a:moveTo>
                  <a:lnTo>
                    <a:pt x="3511" y="0"/>
                  </a:lnTo>
                  <a:lnTo>
                    <a:pt x="1524" y="9144"/>
                  </a:lnTo>
                  <a:lnTo>
                    <a:pt x="0" y="47244"/>
                  </a:lnTo>
                  <a:lnTo>
                    <a:pt x="1524" y="85344"/>
                  </a:lnTo>
                  <a:lnTo>
                    <a:pt x="21336" y="155448"/>
                  </a:lnTo>
                  <a:lnTo>
                    <a:pt x="57912" y="217932"/>
                  </a:lnTo>
                  <a:lnTo>
                    <a:pt x="108203" y="268224"/>
                  </a:lnTo>
                  <a:lnTo>
                    <a:pt x="169163" y="303275"/>
                  </a:lnTo>
                  <a:lnTo>
                    <a:pt x="240791" y="323088"/>
                  </a:lnTo>
                  <a:lnTo>
                    <a:pt x="277368" y="326136"/>
                  </a:lnTo>
                  <a:lnTo>
                    <a:pt x="315468" y="323088"/>
                  </a:lnTo>
                  <a:lnTo>
                    <a:pt x="385572" y="303275"/>
                  </a:lnTo>
                  <a:lnTo>
                    <a:pt x="448056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3212" y="85344"/>
                  </a:lnTo>
                  <a:lnTo>
                    <a:pt x="556260" y="47244"/>
                  </a:lnTo>
                  <a:lnTo>
                    <a:pt x="553212" y="9144"/>
                  </a:lnTo>
                  <a:lnTo>
                    <a:pt x="551224" y="0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5893308" y="3886199"/>
              <a:ext cx="577850" cy="335280"/>
            </a:xfrm>
            <a:custGeom>
              <a:avLst/>
              <a:gdLst/>
              <a:ahLst/>
              <a:cxnLst/>
              <a:rect l="l" t="t" r="r" b="b"/>
              <a:pathLst>
                <a:path w="577850" h="335279">
                  <a:moveTo>
                    <a:pt x="577596" y="47244"/>
                  </a:moveTo>
                  <a:lnTo>
                    <a:pt x="573671" y="19812"/>
                  </a:lnTo>
                  <a:lnTo>
                    <a:pt x="571715" y="6096"/>
                  </a:lnTo>
                  <a:lnTo>
                    <a:pt x="570839" y="0"/>
                  </a:lnTo>
                  <a:lnTo>
                    <a:pt x="551942" y="0"/>
                  </a:lnTo>
                  <a:lnTo>
                    <a:pt x="553212" y="7620"/>
                  </a:lnTo>
                  <a:lnTo>
                    <a:pt x="553212" y="6096"/>
                  </a:lnTo>
                  <a:lnTo>
                    <a:pt x="554736" y="21336"/>
                  </a:lnTo>
                  <a:lnTo>
                    <a:pt x="554736" y="19812"/>
                  </a:lnTo>
                  <a:lnTo>
                    <a:pt x="556260" y="35052"/>
                  </a:lnTo>
                  <a:lnTo>
                    <a:pt x="556260" y="60960"/>
                  </a:lnTo>
                  <a:lnTo>
                    <a:pt x="553212" y="88392"/>
                  </a:lnTo>
                  <a:lnTo>
                    <a:pt x="550164" y="102108"/>
                  </a:lnTo>
                  <a:lnTo>
                    <a:pt x="551688" y="100584"/>
                  </a:lnTo>
                  <a:lnTo>
                    <a:pt x="548640" y="114300"/>
                  </a:lnTo>
                  <a:lnTo>
                    <a:pt x="544068" y="128016"/>
                  </a:lnTo>
                  <a:lnTo>
                    <a:pt x="544068" y="126492"/>
                  </a:lnTo>
                  <a:lnTo>
                    <a:pt x="539496" y="140208"/>
                  </a:lnTo>
                  <a:lnTo>
                    <a:pt x="534924" y="152400"/>
                  </a:lnTo>
                  <a:lnTo>
                    <a:pt x="528828" y="164592"/>
                  </a:lnTo>
                  <a:lnTo>
                    <a:pt x="528828" y="163068"/>
                  </a:lnTo>
                  <a:lnTo>
                    <a:pt x="516636" y="187452"/>
                  </a:lnTo>
                  <a:lnTo>
                    <a:pt x="516636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3776" y="217932"/>
                  </a:lnTo>
                  <a:lnTo>
                    <a:pt x="495300" y="217932"/>
                  </a:lnTo>
                  <a:lnTo>
                    <a:pt x="486156" y="228600"/>
                  </a:lnTo>
                  <a:lnTo>
                    <a:pt x="477012" y="237744"/>
                  </a:lnTo>
                  <a:lnTo>
                    <a:pt x="478536" y="237744"/>
                  </a:lnTo>
                  <a:lnTo>
                    <a:pt x="469392" y="245592"/>
                  </a:lnTo>
                  <a:lnTo>
                    <a:pt x="469392" y="245364"/>
                  </a:lnTo>
                  <a:lnTo>
                    <a:pt x="458724" y="254508"/>
                  </a:lnTo>
                  <a:lnTo>
                    <a:pt x="448056" y="262128"/>
                  </a:lnTo>
                  <a:lnTo>
                    <a:pt x="449580" y="262128"/>
                  </a:lnTo>
                  <a:lnTo>
                    <a:pt x="437388" y="269748"/>
                  </a:lnTo>
                  <a:lnTo>
                    <a:pt x="438912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4528" y="283464"/>
                  </a:lnTo>
                  <a:lnTo>
                    <a:pt x="414528" y="284226"/>
                  </a:lnTo>
                  <a:lnTo>
                    <a:pt x="403860" y="289560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79476" y="300228"/>
                  </a:lnTo>
                  <a:lnTo>
                    <a:pt x="379476" y="298704"/>
                  </a:lnTo>
                  <a:lnTo>
                    <a:pt x="355092" y="307848"/>
                  </a:lnTo>
                  <a:lnTo>
                    <a:pt x="341376" y="310896"/>
                  </a:lnTo>
                  <a:lnTo>
                    <a:pt x="342900" y="310896"/>
                  </a:lnTo>
                  <a:lnTo>
                    <a:pt x="315468" y="313944"/>
                  </a:lnTo>
                  <a:lnTo>
                    <a:pt x="301752" y="315468"/>
                  </a:lnTo>
                  <a:lnTo>
                    <a:pt x="274320" y="315468"/>
                  </a:lnTo>
                  <a:lnTo>
                    <a:pt x="233172" y="310896"/>
                  </a:lnTo>
                  <a:lnTo>
                    <a:pt x="234696" y="310896"/>
                  </a:lnTo>
                  <a:lnTo>
                    <a:pt x="220980" y="307848"/>
                  </a:lnTo>
                  <a:lnTo>
                    <a:pt x="207264" y="303276"/>
                  </a:lnTo>
                  <a:lnTo>
                    <a:pt x="199123" y="300228"/>
                  </a:lnTo>
                  <a:lnTo>
                    <a:pt x="195072" y="298704"/>
                  </a:lnTo>
                  <a:lnTo>
                    <a:pt x="195072" y="300228"/>
                  </a:lnTo>
                  <a:lnTo>
                    <a:pt x="182880" y="294132"/>
                  </a:lnTo>
                  <a:lnTo>
                    <a:pt x="184404" y="294132"/>
                  </a:lnTo>
                  <a:lnTo>
                    <a:pt x="172212" y="289560"/>
                  </a:lnTo>
                  <a:lnTo>
                    <a:pt x="160020" y="283464"/>
                  </a:lnTo>
                  <a:lnTo>
                    <a:pt x="137160" y="269748"/>
                  </a:lnTo>
                  <a:lnTo>
                    <a:pt x="138684" y="269748"/>
                  </a:lnTo>
                  <a:lnTo>
                    <a:pt x="117348" y="254508"/>
                  </a:lnTo>
                  <a:lnTo>
                    <a:pt x="118872" y="25450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80772" y="217932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5532" y="196596"/>
                  </a:lnTo>
                  <a:lnTo>
                    <a:pt x="65532" y="198120"/>
                  </a:lnTo>
                  <a:lnTo>
                    <a:pt x="57912" y="185928"/>
                  </a:lnTo>
                  <a:lnTo>
                    <a:pt x="59436" y="187452"/>
                  </a:lnTo>
                  <a:lnTo>
                    <a:pt x="51816" y="175260"/>
                  </a:lnTo>
                  <a:lnTo>
                    <a:pt x="45720" y="163068"/>
                  </a:lnTo>
                  <a:lnTo>
                    <a:pt x="47244" y="164592"/>
                  </a:lnTo>
                  <a:lnTo>
                    <a:pt x="46482" y="163068"/>
                  </a:lnTo>
                  <a:lnTo>
                    <a:pt x="41148" y="152400"/>
                  </a:lnTo>
                  <a:lnTo>
                    <a:pt x="36576" y="140208"/>
                  </a:lnTo>
                  <a:lnTo>
                    <a:pt x="32512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2860" y="88392"/>
                  </a:lnTo>
                  <a:lnTo>
                    <a:pt x="19812" y="60960"/>
                  </a:lnTo>
                  <a:lnTo>
                    <a:pt x="19812" y="35052"/>
                  </a:lnTo>
                  <a:lnTo>
                    <a:pt x="21336" y="19812"/>
                  </a:lnTo>
                  <a:lnTo>
                    <a:pt x="21336" y="21336"/>
                  </a:lnTo>
                  <a:lnTo>
                    <a:pt x="21488" y="19812"/>
                  </a:lnTo>
                  <a:lnTo>
                    <a:pt x="22860" y="6096"/>
                  </a:lnTo>
                  <a:lnTo>
                    <a:pt x="22860" y="7620"/>
                  </a:lnTo>
                  <a:lnTo>
                    <a:pt x="23190" y="6096"/>
                  </a:lnTo>
                  <a:lnTo>
                    <a:pt x="24549" y="0"/>
                  </a:lnTo>
                  <a:lnTo>
                    <a:pt x="4699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6096" y="106680"/>
                  </a:lnTo>
                  <a:lnTo>
                    <a:pt x="19812" y="155448"/>
                  </a:lnTo>
                  <a:lnTo>
                    <a:pt x="45720" y="204216"/>
                  </a:lnTo>
                  <a:lnTo>
                    <a:pt x="71628" y="237744"/>
                  </a:lnTo>
                  <a:lnTo>
                    <a:pt x="117348" y="280416"/>
                  </a:lnTo>
                  <a:lnTo>
                    <a:pt x="126492" y="286512"/>
                  </a:lnTo>
                  <a:lnTo>
                    <a:pt x="137160" y="294132"/>
                  </a:lnTo>
                  <a:lnTo>
                    <a:pt x="158496" y="304800"/>
                  </a:lnTo>
                  <a:lnTo>
                    <a:pt x="182880" y="315468"/>
                  </a:lnTo>
                  <a:lnTo>
                    <a:pt x="192024" y="320040"/>
                  </a:lnTo>
                  <a:lnTo>
                    <a:pt x="220980" y="327660"/>
                  </a:lnTo>
                  <a:lnTo>
                    <a:pt x="227076" y="330708"/>
                  </a:lnTo>
                  <a:lnTo>
                    <a:pt x="233172" y="330708"/>
                  </a:lnTo>
                  <a:lnTo>
                    <a:pt x="265176" y="335280"/>
                  </a:lnTo>
                  <a:lnTo>
                    <a:pt x="303276" y="335280"/>
                  </a:lnTo>
                  <a:lnTo>
                    <a:pt x="315468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2900" y="330708"/>
                  </a:lnTo>
                  <a:lnTo>
                    <a:pt x="371856" y="324612"/>
                  </a:lnTo>
                  <a:lnTo>
                    <a:pt x="405384" y="310896"/>
                  </a:lnTo>
                  <a:lnTo>
                    <a:pt x="414528" y="306324"/>
                  </a:lnTo>
                  <a:lnTo>
                    <a:pt x="428244" y="300228"/>
                  </a:lnTo>
                  <a:lnTo>
                    <a:pt x="438912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5300" y="248412"/>
                  </a:lnTo>
                  <a:lnTo>
                    <a:pt x="502920" y="240792"/>
                  </a:lnTo>
                  <a:lnTo>
                    <a:pt x="525780" y="210312"/>
                  </a:lnTo>
                  <a:lnTo>
                    <a:pt x="526669" y="208788"/>
                  </a:lnTo>
                  <a:lnTo>
                    <a:pt x="532980" y="198120"/>
                  </a:lnTo>
                  <a:lnTo>
                    <a:pt x="539280" y="187452"/>
                  </a:lnTo>
                  <a:lnTo>
                    <a:pt x="545592" y="176784"/>
                  </a:lnTo>
                  <a:lnTo>
                    <a:pt x="551688" y="164592"/>
                  </a:lnTo>
                  <a:lnTo>
                    <a:pt x="556260" y="152400"/>
                  </a:lnTo>
                  <a:lnTo>
                    <a:pt x="560832" y="141732"/>
                  </a:lnTo>
                  <a:lnTo>
                    <a:pt x="571500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035414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A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818107" y="3429000"/>
            <a:ext cx="1940859" cy="309282"/>
            <a:chOff x="5847588" y="3886200"/>
            <a:chExt cx="2199640" cy="350520"/>
          </a:xfrm>
        </p:grpSpPr>
        <p:sp>
          <p:nvSpPr>
            <p:cNvPr id="32" name="object 32"/>
            <p:cNvSpPr/>
            <p:nvPr/>
          </p:nvSpPr>
          <p:spPr>
            <a:xfrm>
              <a:off x="5847588" y="4133087"/>
              <a:ext cx="344805" cy="104139"/>
            </a:xfrm>
            <a:custGeom>
              <a:avLst/>
              <a:gdLst/>
              <a:ahLst/>
              <a:cxnLst/>
              <a:rect l="l" t="t" r="r" b="b"/>
              <a:pathLst>
                <a:path w="344804" h="104139">
                  <a:moveTo>
                    <a:pt x="143256" y="16764"/>
                  </a:moveTo>
                  <a:lnTo>
                    <a:pt x="131064" y="0"/>
                  </a:lnTo>
                  <a:lnTo>
                    <a:pt x="0" y="103632"/>
                  </a:lnTo>
                  <a:lnTo>
                    <a:pt x="33528" y="103632"/>
                  </a:lnTo>
                  <a:lnTo>
                    <a:pt x="143256" y="16764"/>
                  </a:lnTo>
                  <a:close/>
                </a:path>
                <a:path w="344804" h="104139">
                  <a:moveTo>
                    <a:pt x="344424" y="89916"/>
                  </a:moveTo>
                  <a:lnTo>
                    <a:pt x="323088" y="89916"/>
                  </a:lnTo>
                  <a:lnTo>
                    <a:pt x="323088" y="103632"/>
                  </a:lnTo>
                  <a:lnTo>
                    <a:pt x="344424" y="103632"/>
                  </a:lnTo>
                  <a:lnTo>
                    <a:pt x="344424" y="899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6830568" y="3886200"/>
              <a:ext cx="558165" cy="326390"/>
            </a:xfrm>
            <a:custGeom>
              <a:avLst/>
              <a:gdLst/>
              <a:ahLst/>
              <a:cxnLst/>
              <a:rect l="l" t="t" r="r" b="b"/>
              <a:pathLst>
                <a:path w="558165" h="326389">
                  <a:moveTo>
                    <a:pt x="552748" y="0"/>
                  </a:moveTo>
                  <a:lnTo>
                    <a:pt x="5035" y="0"/>
                  </a:lnTo>
                  <a:lnTo>
                    <a:pt x="3048" y="9144"/>
                  </a:lnTo>
                  <a:lnTo>
                    <a:pt x="0" y="47244"/>
                  </a:lnTo>
                  <a:lnTo>
                    <a:pt x="3048" y="85344"/>
                  </a:lnTo>
                  <a:lnTo>
                    <a:pt x="22859" y="155448"/>
                  </a:lnTo>
                  <a:lnTo>
                    <a:pt x="57911" y="217932"/>
                  </a:lnTo>
                  <a:lnTo>
                    <a:pt x="108203" y="268224"/>
                  </a:lnTo>
                  <a:lnTo>
                    <a:pt x="170687" y="303275"/>
                  </a:lnTo>
                  <a:lnTo>
                    <a:pt x="240791" y="323088"/>
                  </a:lnTo>
                  <a:lnTo>
                    <a:pt x="278891" y="326136"/>
                  </a:lnTo>
                  <a:lnTo>
                    <a:pt x="316991" y="323088"/>
                  </a:lnTo>
                  <a:lnTo>
                    <a:pt x="387096" y="303275"/>
                  </a:lnTo>
                  <a:lnTo>
                    <a:pt x="448055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4735" y="85344"/>
                  </a:lnTo>
                  <a:lnTo>
                    <a:pt x="557783" y="47244"/>
                  </a:lnTo>
                  <a:lnTo>
                    <a:pt x="554735" y="9144"/>
                  </a:lnTo>
                  <a:lnTo>
                    <a:pt x="55274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6819900" y="3886199"/>
              <a:ext cx="1226820" cy="350520"/>
            </a:xfrm>
            <a:custGeom>
              <a:avLst/>
              <a:gdLst/>
              <a:ahLst/>
              <a:cxnLst/>
              <a:rect l="l" t="t" r="r" b="b"/>
              <a:pathLst>
                <a:path w="1226820" h="350520">
                  <a:moveTo>
                    <a:pt x="577596" y="47244"/>
                  </a:moveTo>
                  <a:lnTo>
                    <a:pt x="576224" y="21336"/>
                  </a:lnTo>
                  <a:lnTo>
                    <a:pt x="576148" y="19812"/>
                  </a:lnTo>
                  <a:lnTo>
                    <a:pt x="576072" y="18288"/>
                  </a:lnTo>
                  <a:lnTo>
                    <a:pt x="572744" y="0"/>
                  </a:lnTo>
                  <a:lnTo>
                    <a:pt x="557784" y="0"/>
                  </a:lnTo>
                  <a:lnTo>
                    <a:pt x="552196" y="0"/>
                  </a:lnTo>
                  <a:lnTo>
                    <a:pt x="554736" y="7620"/>
                  </a:lnTo>
                  <a:lnTo>
                    <a:pt x="554736" y="19812"/>
                  </a:lnTo>
                  <a:lnTo>
                    <a:pt x="557784" y="35052"/>
                  </a:lnTo>
                  <a:lnTo>
                    <a:pt x="557784" y="60960"/>
                  </a:lnTo>
                  <a:lnTo>
                    <a:pt x="554736" y="74676"/>
                  </a:lnTo>
                  <a:lnTo>
                    <a:pt x="554736" y="88392"/>
                  </a:lnTo>
                  <a:lnTo>
                    <a:pt x="551688" y="102108"/>
                  </a:lnTo>
                  <a:lnTo>
                    <a:pt x="551688" y="100584"/>
                  </a:lnTo>
                  <a:lnTo>
                    <a:pt x="545592" y="128016"/>
                  </a:lnTo>
                  <a:lnTo>
                    <a:pt x="545592" y="126492"/>
                  </a:lnTo>
                  <a:lnTo>
                    <a:pt x="541020" y="140208"/>
                  </a:lnTo>
                  <a:lnTo>
                    <a:pt x="534924" y="152400"/>
                  </a:lnTo>
                  <a:lnTo>
                    <a:pt x="530352" y="164592"/>
                  </a:lnTo>
                  <a:lnTo>
                    <a:pt x="530352" y="163068"/>
                  </a:lnTo>
                  <a:lnTo>
                    <a:pt x="518160" y="187452"/>
                  </a:lnTo>
                  <a:lnTo>
                    <a:pt x="518160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5300" y="217932"/>
                  </a:lnTo>
                  <a:lnTo>
                    <a:pt x="496824" y="217932"/>
                  </a:lnTo>
                  <a:lnTo>
                    <a:pt x="487680" y="228600"/>
                  </a:lnTo>
                  <a:lnTo>
                    <a:pt x="478536" y="237744"/>
                  </a:lnTo>
                  <a:lnTo>
                    <a:pt x="467868" y="246888"/>
                  </a:lnTo>
                  <a:lnTo>
                    <a:pt x="467614" y="246888"/>
                  </a:lnTo>
                  <a:lnTo>
                    <a:pt x="458724" y="254508"/>
                  </a:lnTo>
                  <a:lnTo>
                    <a:pt x="449580" y="262128"/>
                  </a:lnTo>
                  <a:lnTo>
                    <a:pt x="438912" y="269748"/>
                  </a:lnTo>
                  <a:lnTo>
                    <a:pt x="440436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6052" y="283464"/>
                  </a:lnTo>
                  <a:lnTo>
                    <a:pt x="417576" y="283464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81000" y="300228"/>
                  </a:lnTo>
                  <a:lnTo>
                    <a:pt x="381000" y="298704"/>
                  </a:lnTo>
                  <a:lnTo>
                    <a:pt x="356616" y="307848"/>
                  </a:lnTo>
                  <a:lnTo>
                    <a:pt x="342900" y="310896"/>
                  </a:lnTo>
                  <a:lnTo>
                    <a:pt x="344424" y="310896"/>
                  </a:lnTo>
                  <a:lnTo>
                    <a:pt x="329184" y="312420"/>
                  </a:lnTo>
                  <a:lnTo>
                    <a:pt x="315468" y="313944"/>
                  </a:lnTo>
                  <a:lnTo>
                    <a:pt x="316992" y="313944"/>
                  </a:lnTo>
                  <a:lnTo>
                    <a:pt x="303276" y="315468"/>
                  </a:lnTo>
                  <a:lnTo>
                    <a:pt x="274320" y="315468"/>
                  </a:lnTo>
                  <a:lnTo>
                    <a:pt x="262128" y="313944"/>
                  </a:lnTo>
                  <a:lnTo>
                    <a:pt x="234696" y="310896"/>
                  </a:lnTo>
                  <a:lnTo>
                    <a:pt x="236220" y="310896"/>
                  </a:lnTo>
                  <a:lnTo>
                    <a:pt x="220980" y="307848"/>
                  </a:lnTo>
                  <a:lnTo>
                    <a:pt x="222504" y="307848"/>
                  </a:lnTo>
                  <a:lnTo>
                    <a:pt x="208788" y="303276"/>
                  </a:lnTo>
                  <a:lnTo>
                    <a:pt x="200660" y="300228"/>
                  </a:lnTo>
                  <a:lnTo>
                    <a:pt x="196596" y="298704"/>
                  </a:lnTo>
                  <a:lnTo>
                    <a:pt x="196596" y="300228"/>
                  </a:lnTo>
                  <a:lnTo>
                    <a:pt x="184404" y="294132"/>
                  </a:lnTo>
                  <a:lnTo>
                    <a:pt x="185928" y="294132"/>
                  </a:lnTo>
                  <a:lnTo>
                    <a:pt x="172212" y="289560"/>
                  </a:lnTo>
                  <a:lnTo>
                    <a:pt x="161544" y="283464"/>
                  </a:lnTo>
                  <a:lnTo>
                    <a:pt x="138684" y="269748"/>
                  </a:lnTo>
                  <a:lnTo>
                    <a:pt x="140208" y="269748"/>
                  </a:lnTo>
                  <a:lnTo>
                    <a:pt x="128016" y="262128"/>
                  </a:lnTo>
                  <a:lnTo>
                    <a:pt x="118872" y="254508"/>
                  </a:lnTo>
                  <a:lnTo>
                    <a:pt x="109982" y="24688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75755" y="208788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8008" y="198120"/>
                  </a:lnTo>
                  <a:lnTo>
                    <a:pt x="67056" y="196596"/>
                  </a:lnTo>
                  <a:lnTo>
                    <a:pt x="67056" y="198120"/>
                  </a:lnTo>
                  <a:lnTo>
                    <a:pt x="59436" y="185928"/>
                  </a:lnTo>
                  <a:lnTo>
                    <a:pt x="60960" y="187452"/>
                  </a:lnTo>
                  <a:lnTo>
                    <a:pt x="59994" y="185928"/>
                  </a:lnTo>
                  <a:lnTo>
                    <a:pt x="53340" y="175260"/>
                  </a:lnTo>
                  <a:lnTo>
                    <a:pt x="47244" y="163068"/>
                  </a:lnTo>
                  <a:lnTo>
                    <a:pt x="48768" y="164592"/>
                  </a:lnTo>
                  <a:lnTo>
                    <a:pt x="48006" y="163068"/>
                  </a:lnTo>
                  <a:lnTo>
                    <a:pt x="42672" y="152400"/>
                  </a:lnTo>
                  <a:lnTo>
                    <a:pt x="38100" y="140208"/>
                  </a:lnTo>
                  <a:lnTo>
                    <a:pt x="32677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1336" y="60960"/>
                  </a:lnTo>
                  <a:lnTo>
                    <a:pt x="21336" y="35052"/>
                  </a:lnTo>
                  <a:lnTo>
                    <a:pt x="22860" y="19812"/>
                  </a:lnTo>
                  <a:lnTo>
                    <a:pt x="22860" y="21336"/>
                  </a:lnTo>
                  <a:lnTo>
                    <a:pt x="23012" y="19812"/>
                  </a:lnTo>
                  <a:lnTo>
                    <a:pt x="24384" y="6096"/>
                  </a:lnTo>
                  <a:lnTo>
                    <a:pt x="24384" y="7620"/>
                  </a:lnTo>
                  <a:lnTo>
                    <a:pt x="24549" y="6096"/>
                  </a:lnTo>
                  <a:lnTo>
                    <a:pt x="25222" y="0"/>
                  </a:lnTo>
                  <a:lnTo>
                    <a:pt x="4838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7620" y="106680"/>
                  </a:lnTo>
                  <a:lnTo>
                    <a:pt x="21336" y="155448"/>
                  </a:lnTo>
                  <a:lnTo>
                    <a:pt x="47244" y="204216"/>
                  </a:lnTo>
                  <a:lnTo>
                    <a:pt x="73152" y="237744"/>
                  </a:lnTo>
                  <a:lnTo>
                    <a:pt x="118872" y="280416"/>
                  </a:lnTo>
                  <a:lnTo>
                    <a:pt x="128016" y="286512"/>
                  </a:lnTo>
                  <a:lnTo>
                    <a:pt x="138684" y="294132"/>
                  </a:lnTo>
                  <a:lnTo>
                    <a:pt x="160020" y="304800"/>
                  </a:lnTo>
                  <a:lnTo>
                    <a:pt x="184404" y="315468"/>
                  </a:lnTo>
                  <a:lnTo>
                    <a:pt x="193548" y="320040"/>
                  </a:lnTo>
                  <a:lnTo>
                    <a:pt x="228600" y="330708"/>
                  </a:lnTo>
                  <a:lnTo>
                    <a:pt x="265176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4424" y="330708"/>
                  </a:lnTo>
                  <a:lnTo>
                    <a:pt x="373380" y="324612"/>
                  </a:lnTo>
                  <a:lnTo>
                    <a:pt x="394716" y="315468"/>
                  </a:lnTo>
                  <a:lnTo>
                    <a:pt x="405384" y="310896"/>
                  </a:lnTo>
                  <a:lnTo>
                    <a:pt x="409956" y="309372"/>
                  </a:lnTo>
                  <a:lnTo>
                    <a:pt x="428244" y="300228"/>
                  </a:lnTo>
                  <a:lnTo>
                    <a:pt x="440436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6824" y="248412"/>
                  </a:lnTo>
                  <a:lnTo>
                    <a:pt x="527304" y="210312"/>
                  </a:lnTo>
                  <a:lnTo>
                    <a:pt x="528193" y="208788"/>
                  </a:lnTo>
                  <a:lnTo>
                    <a:pt x="534504" y="198120"/>
                  </a:lnTo>
                  <a:lnTo>
                    <a:pt x="540804" y="187452"/>
                  </a:lnTo>
                  <a:lnTo>
                    <a:pt x="547116" y="176784"/>
                  </a:lnTo>
                  <a:lnTo>
                    <a:pt x="551688" y="164592"/>
                  </a:lnTo>
                  <a:lnTo>
                    <a:pt x="557784" y="152400"/>
                  </a:lnTo>
                  <a:lnTo>
                    <a:pt x="562356" y="141732"/>
                  </a:lnTo>
                  <a:lnTo>
                    <a:pt x="566039" y="128016"/>
                  </a:lnTo>
                  <a:lnTo>
                    <a:pt x="573024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  <a:path w="1226820" h="350520">
                  <a:moveTo>
                    <a:pt x="1226820" y="336804"/>
                  </a:moveTo>
                  <a:lnTo>
                    <a:pt x="1207008" y="336804"/>
                  </a:lnTo>
                  <a:lnTo>
                    <a:pt x="1207008" y="350520"/>
                  </a:lnTo>
                  <a:lnTo>
                    <a:pt x="1226820" y="350520"/>
                  </a:lnTo>
                  <a:lnTo>
                    <a:pt x="1226820" y="3368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854500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B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922111" y="3429000"/>
            <a:ext cx="1082488" cy="309282"/>
            <a:chOff x="7098792" y="3886200"/>
            <a:chExt cx="1226820" cy="350520"/>
          </a:xfrm>
        </p:grpSpPr>
        <p:sp>
          <p:nvSpPr>
            <p:cNvPr id="37" name="object 37"/>
            <p:cNvSpPr/>
            <p:nvPr/>
          </p:nvSpPr>
          <p:spPr>
            <a:xfrm>
              <a:off x="7098792" y="4223004"/>
              <a:ext cx="21590" cy="13970"/>
            </a:xfrm>
            <a:custGeom>
              <a:avLst/>
              <a:gdLst/>
              <a:ahLst/>
              <a:cxnLst/>
              <a:rect l="l" t="t" r="r" b="b"/>
              <a:pathLst>
                <a:path w="21590" h="13970">
                  <a:moveTo>
                    <a:pt x="21335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21335" y="13716"/>
                  </a:lnTo>
                  <a:lnTo>
                    <a:pt x="213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7758684" y="3886200"/>
              <a:ext cx="556260" cy="326390"/>
            </a:xfrm>
            <a:custGeom>
              <a:avLst/>
              <a:gdLst/>
              <a:ahLst/>
              <a:cxnLst/>
              <a:rect l="l" t="t" r="r" b="b"/>
              <a:pathLst>
                <a:path w="556259" h="326389">
                  <a:moveTo>
                    <a:pt x="551621" y="0"/>
                  </a:moveTo>
                  <a:lnTo>
                    <a:pt x="4638" y="0"/>
                  </a:lnTo>
                  <a:lnTo>
                    <a:pt x="3048" y="9144"/>
                  </a:lnTo>
                  <a:lnTo>
                    <a:pt x="0" y="47244"/>
                  </a:lnTo>
                  <a:lnTo>
                    <a:pt x="3048" y="85344"/>
                  </a:lnTo>
                  <a:lnTo>
                    <a:pt x="21336" y="155448"/>
                  </a:lnTo>
                  <a:lnTo>
                    <a:pt x="57912" y="217932"/>
                  </a:lnTo>
                  <a:lnTo>
                    <a:pt x="108204" y="268224"/>
                  </a:lnTo>
                  <a:lnTo>
                    <a:pt x="169164" y="303275"/>
                  </a:lnTo>
                  <a:lnTo>
                    <a:pt x="240792" y="323088"/>
                  </a:lnTo>
                  <a:lnTo>
                    <a:pt x="278892" y="326136"/>
                  </a:lnTo>
                  <a:lnTo>
                    <a:pt x="315468" y="323088"/>
                  </a:lnTo>
                  <a:lnTo>
                    <a:pt x="387096" y="303275"/>
                  </a:lnTo>
                  <a:lnTo>
                    <a:pt x="448056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3212" y="85344"/>
                  </a:lnTo>
                  <a:lnTo>
                    <a:pt x="556260" y="47244"/>
                  </a:lnTo>
                  <a:lnTo>
                    <a:pt x="553212" y="9144"/>
                  </a:lnTo>
                  <a:lnTo>
                    <a:pt x="55162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7748016" y="3886199"/>
              <a:ext cx="577850" cy="335280"/>
            </a:xfrm>
            <a:custGeom>
              <a:avLst/>
              <a:gdLst/>
              <a:ahLst/>
              <a:cxnLst/>
              <a:rect l="l" t="t" r="r" b="b"/>
              <a:pathLst>
                <a:path w="577850" h="335279">
                  <a:moveTo>
                    <a:pt x="577596" y="47244"/>
                  </a:moveTo>
                  <a:lnTo>
                    <a:pt x="573671" y="19812"/>
                  </a:lnTo>
                  <a:lnTo>
                    <a:pt x="571715" y="6096"/>
                  </a:lnTo>
                  <a:lnTo>
                    <a:pt x="570839" y="0"/>
                  </a:lnTo>
                  <a:lnTo>
                    <a:pt x="551942" y="0"/>
                  </a:lnTo>
                  <a:lnTo>
                    <a:pt x="553212" y="7620"/>
                  </a:lnTo>
                  <a:lnTo>
                    <a:pt x="553212" y="6096"/>
                  </a:lnTo>
                  <a:lnTo>
                    <a:pt x="554736" y="21336"/>
                  </a:lnTo>
                  <a:lnTo>
                    <a:pt x="554736" y="19812"/>
                  </a:lnTo>
                  <a:lnTo>
                    <a:pt x="556260" y="35052"/>
                  </a:lnTo>
                  <a:lnTo>
                    <a:pt x="556260" y="60960"/>
                  </a:lnTo>
                  <a:lnTo>
                    <a:pt x="553212" y="88392"/>
                  </a:lnTo>
                  <a:lnTo>
                    <a:pt x="550164" y="102108"/>
                  </a:lnTo>
                  <a:lnTo>
                    <a:pt x="551688" y="100584"/>
                  </a:lnTo>
                  <a:lnTo>
                    <a:pt x="548640" y="114300"/>
                  </a:lnTo>
                  <a:lnTo>
                    <a:pt x="544068" y="128016"/>
                  </a:lnTo>
                  <a:lnTo>
                    <a:pt x="544068" y="126492"/>
                  </a:lnTo>
                  <a:lnTo>
                    <a:pt x="539496" y="140208"/>
                  </a:lnTo>
                  <a:lnTo>
                    <a:pt x="530352" y="164592"/>
                  </a:lnTo>
                  <a:lnTo>
                    <a:pt x="530352" y="163068"/>
                  </a:lnTo>
                  <a:lnTo>
                    <a:pt x="518160" y="187452"/>
                  </a:lnTo>
                  <a:lnTo>
                    <a:pt x="518160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5300" y="217932"/>
                  </a:lnTo>
                  <a:lnTo>
                    <a:pt x="486156" y="228600"/>
                  </a:lnTo>
                  <a:lnTo>
                    <a:pt x="477012" y="237744"/>
                  </a:lnTo>
                  <a:lnTo>
                    <a:pt x="478536" y="237744"/>
                  </a:lnTo>
                  <a:lnTo>
                    <a:pt x="469392" y="245592"/>
                  </a:lnTo>
                  <a:lnTo>
                    <a:pt x="469392" y="245364"/>
                  </a:lnTo>
                  <a:lnTo>
                    <a:pt x="458724" y="254508"/>
                  </a:lnTo>
                  <a:lnTo>
                    <a:pt x="448056" y="262128"/>
                  </a:lnTo>
                  <a:lnTo>
                    <a:pt x="449580" y="262128"/>
                  </a:lnTo>
                  <a:lnTo>
                    <a:pt x="437388" y="269748"/>
                  </a:lnTo>
                  <a:lnTo>
                    <a:pt x="438912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6052" y="283464"/>
                  </a:lnTo>
                  <a:lnTo>
                    <a:pt x="403860" y="289560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81000" y="300228"/>
                  </a:lnTo>
                  <a:lnTo>
                    <a:pt x="381000" y="298704"/>
                  </a:lnTo>
                  <a:lnTo>
                    <a:pt x="368808" y="303276"/>
                  </a:lnTo>
                  <a:lnTo>
                    <a:pt x="355092" y="307848"/>
                  </a:lnTo>
                  <a:lnTo>
                    <a:pt x="342900" y="310896"/>
                  </a:lnTo>
                  <a:lnTo>
                    <a:pt x="315468" y="313944"/>
                  </a:lnTo>
                  <a:lnTo>
                    <a:pt x="316992" y="313944"/>
                  </a:lnTo>
                  <a:lnTo>
                    <a:pt x="301752" y="315468"/>
                  </a:lnTo>
                  <a:lnTo>
                    <a:pt x="275844" y="315468"/>
                  </a:lnTo>
                  <a:lnTo>
                    <a:pt x="274320" y="315468"/>
                  </a:lnTo>
                  <a:lnTo>
                    <a:pt x="246888" y="312420"/>
                  </a:lnTo>
                  <a:lnTo>
                    <a:pt x="234696" y="310896"/>
                  </a:lnTo>
                  <a:lnTo>
                    <a:pt x="220980" y="307848"/>
                  </a:lnTo>
                  <a:lnTo>
                    <a:pt x="200660" y="300228"/>
                  </a:lnTo>
                  <a:lnTo>
                    <a:pt x="196596" y="298704"/>
                  </a:lnTo>
                  <a:lnTo>
                    <a:pt x="196596" y="300228"/>
                  </a:lnTo>
                  <a:lnTo>
                    <a:pt x="182880" y="294132"/>
                  </a:lnTo>
                  <a:lnTo>
                    <a:pt x="184404" y="294132"/>
                  </a:lnTo>
                  <a:lnTo>
                    <a:pt x="172212" y="289560"/>
                  </a:lnTo>
                  <a:lnTo>
                    <a:pt x="161544" y="283464"/>
                  </a:lnTo>
                  <a:lnTo>
                    <a:pt x="138684" y="269748"/>
                  </a:lnTo>
                  <a:lnTo>
                    <a:pt x="117348" y="254508"/>
                  </a:lnTo>
                  <a:lnTo>
                    <a:pt x="118872" y="25450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5532" y="196596"/>
                  </a:lnTo>
                  <a:lnTo>
                    <a:pt x="65532" y="198120"/>
                  </a:lnTo>
                  <a:lnTo>
                    <a:pt x="59436" y="185928"/>
                  </a:lnTo>
                  <a:lnTo>
                    <a:pt x="59436" y="187452"/>
                  </a:lnTo>
                  <a:lnTo>
                    <a:pt x="47244" y="163068"/>
                  </a:lnTo>
                  <a:lnTo>
                    <a:pt x="47244" y="164592"/>
                  </a:lnTo>
                  <a:lnTo>
                    <a:pt x="41148" y="152400"/>
                  </a:lnTo>
                  <a:lnTo>
                    <a:pt x="36576" y="140208"/>
                  </a:lnTo>
                  <a:lnTo>
                    <a:pt x="32512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4384" y="88392"/>
                  </a:lnTo>
                  <a:lnTo>
                    <a:pt x="21336" y="74676"/>
                  </a:lnTo>
                  <a:lnTo>
                    <a:pt x="21336" y="21336"/>
                  </a:lnTo>
                  <a:lnTo>
                    <a:pt x="21640" y="19812"/>
                  </a:lnTo>
                  <a:lnTo>
                    <a:pt x="24384" y="6096"/>
                  </a:lnTo>
                  <a:lnTo>
                    <a:pt x="24384" y="7620"/>
                  </a:lnTo>
                  <a:lnTo>
                    <a:pt x="24549" y="6096"/>
                  </a:lnTo>
                  <a:lnTo>
                    <a:pt x="25222" y="0"/>
                  </a:lnTo>
                  <a:lnTo>
                    <a:pt x="4699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6096" y="106680"/>
                  </a:lnTo>
                  <a:lnTo>
                    <a:pt x="15240" y="143256"/>
                  </a:lnTo>
                  <a:lnTo>
                    <a:pt x="21336" y="155448"/>
                  </a:lnTo>
                  <a:lnTo>
                    <a:pt x="30480" y="176784"/>
                  </a:lnTo>
                  <a:lnTo>
                    <a:pt x="47244" y="204216"/>
                  </a:lnTo>
                  <a:lnTo>
                    <a:pt x="50292" y="208788"/>
                  </a:lnTo>
                  <a:lnTo>
                    <a:pt x="59436" y="220980"/>
                  </a:lnTo>
                  <a:lnTo>
                    <a:pt x="71628" y="237744"/>
                  </a:lnTo>
                  <a:lnTo>
                    <a:pt x="117348" y="280416"/>
                  </a:lnTo>
                  <a:lnTo>
                    <a:pt x="158496" y="304800"/>
                  </a:lnTo>
                  <a:lnTo>
                    <a:pt x="193548" y="320040"/>
                  </a:lnTo>
                  <a:lnTo>
                    <a:pt x="220980" y="327660"/>
                  </a:lnTo>
                  <a:lnTo>
                    <a:pt x="228600" y="330708"/>
                  </a:lnTo>
                  <a:lnTo>
                    <a:pt x="234696" y="330708"/>
                  </a:lnTo>
                  <a:lnTo>
                    <a:pt x="265176" y="335280"/>
                  </a:lnTo>
                  <a:lnTo>
                    <a:pt x="303276" y="335280"/>
                  </a:lnTo>
                  <a:lnTo>
                    <a:pt x="316992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2900" y="330708"/>
                  </a:lnTo>
                  <a:lnTo>
                    <a:pt x="371856" y="324612"/>
                  </a:lnTo>
                  <a:lnTo>
                    <a:pt x="405384" y="310896"/>
                  </a:lnTo>
                  <a:lnTo>
                    <a:pt x="409956" y="309372"/>
                  </a:lnTo>
                  <a:lnTo>
                    <a:pt x="416052" y="306324"/>
                  </a:lnTo>
                  <a:lnTo>
                    <a:pt x="428244" y="300228"/>
                  </a:lnTo>
                  <a:lnTo>
                    <a:pt x="438912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5300" y="248412"/>
                  </a:lnTo>
                  <a:lnTo>
                    <a:pt x="502920" y="240792"/>
                  </a:lnTo>
                  <a:lnTo>
                    <a:pt x="527304" y="210312"/>
                  </a:lnTo>
                  <a:lnTo>
                    <a:pt x="528129" y="208788"/>
                  </a:lnTo>
                  <a:lnTo>
                    <a:pt x="533946" y="198120"/>
                  </a:lnTo>
                  <a:lnTo>
                    <a:pt x="539762" y="187452"/>
                  </a:lnTo>
                  <a:lnTo>
                    <a:pt x="545592" y="176784"/>
                  </a:lnTo>
                  <a:lnTo>
                    <a:pt x="551688" y="164592"/>
                  </a:lnTo>
                  <a:lnTo>
                    <a:pt x="556260" y="152400"/>
                  </a:lnTo>
                  <a:lnTo>
                    <a:pt x="562356" y="141732"/>
                  </a:lnTo>
                  <a:lnTo>
                    <a:pt x="571500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673407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C</a:t>
            </a:r>
            <a:endParaRPr sz="1412">
              <a:latin typeface="Arial"/>
              <a:cs typeface="Arial"/>
            </a:endParaRPr>
          </a:p>
        </p:txBody>
      </p: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3307079" y="2762025"/>
          <a:ext cx="2511239" cy="866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4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27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b="1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expnd. </a:t>
                      </a:r>
                      <a:r>
                        <a:rPr sz="1300" b="1" spc="-20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b="1" spc="-10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Frontier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7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{S}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713"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{A,B,C}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300" spc="-3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sz="1300" spc="-75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goal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{B,C}</a:t>
                      </a:r>
                      <a:r>
                        <a:rPr sz="1300" spc="1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300" spc="2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expand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" name="object 42"/>
          <p:cNvSpPr txBox="1"/>
          <p:nvPr/>
        </p:nvSpPr>
        <p:spPr>
          <a:xfrm>
            <a:off x="6430426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9</a:t>
            </a:r>
            <a:endParaRPr sz="1279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467084" y="4055249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976399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612838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286043" y="4055249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1</a:t>
            </a:r>
            <a:endParaRPr sz="1279">
              <a:latin typeface="Arial"/>
              <a:cs typeface="Arial"/>
            </a:endParaRPr>
          </a:p>
        </p:txBody>
      </p:sp>
      <p:pic>
        <p:nvPicPr>
          <p:cNvPr id="47" name="object 4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04921" y="3739628"/>
            <a:ext cx="2799678" cy="1403872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7040860" y="4157349"/>
            <a:ext cx="143996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E</a:t>
            </a:r>
            <a:endParaRPr sz="1412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381887" y="4157349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D</a:t>
            </a:r>
            <a:endParaRPr sz="1412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682846" y="4157349"/>
            <a:ext cx="133350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F</a:t>
            </a:r>
            <a:endParaRPr sz="1412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765663" y="3736698"/>
            <a:ext cx="333375" cy="691706"/>
          </a:xfrm>
          <a:prstGeom prst="rect">
            <a:avLst/>
          </a:prstGeom>
        </p:spPr>
        <p:txBody>
          <a:bodyPr vert="horz" wrap="square" lIns="0" tIns="58271" rIns="0" bIns="0" rtlCol="0">
            <a:spAutoFit/>
          </a:bodyPr>
          <a:lstStyle/>
          <a:p>
            <a:pPr marL="40343">
              <a:spcBef>
                <a:spcPts val="459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  <a:p>
            <a:pPr marL="94134">
              <a:lnSpc>
                <a:spcPts val="1579"/>
              </a:lnSpc>
              <a:spcBef>
                <a:spcPts val="415"/>
              </a:spcBef>
            </a:pPr>
            <a:r>
              <a:rPr sz="1412" b="1" spc="-44" dirty="0">
                <a:latin typeface="Arial"/>
                <a:cs typeface="Arial"/>
              </a:rPr>
              <a:t>G</a:t>
            </a:r>
            <a:endParaRPr sz="1412">
              <a:latin typeface="Arial"/>
              <a:cs typeface="Arial"/>
            </a:endParaRPr>
          </a:p>
          <a:p>
            <a:pPr marL="11206">
              <a:lnSpc>
                <a:spcPts val="1421"/>
              </a:lnSpc>
            </a:pPr>
            <a:r>
              <a:rPr sz="1279" spc="-18" dirty="0">
                <a:solidFill>
                  <a:srgbClr val="FFFFFF"/>
                </a:solidFill>
                <a:latin typeface="Microsoft Sans Serif"/>
                <a:cs typeface="Microsoft Sans Serif"/>
              </a:rPr>
              <a:t>goal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321494" y="4601057"/>
            <a:ext cx="214032" cy="623447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7</a:t>
            </a:r>
            <a:endParaRPr sz="1279">
              <a:latin typeface="Arial"/>
              <a:cs typeface="Arial"/>
            </a:endParaRPr>
          </a:p>
          <a:p>
            <a:pPr>
              <a:spcBef>
                <a:spcPts val="9"/>
              </a:spcBef>
            </a:pPr>
            <a:endParaRPr sz="1279">
              <a:latin typeface="Arial"/>
              <a:cs typeface="Arial"/>
            </a:endParaRPr>
          </a:p>
          <a:p>
            <a:pPr marL="71161"/>
            <a:r>
              <a:rPr sz="1412" b="1" spc="-44" dirty="0">
                <a:latin typeface="Arial"/>
                <a:cs typeface="Arial"/>
              </a:rPr>
              <a:t>H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206265" y="5140811"/>
            <a:ext cx="504265" cy="220756"/>
            <a:chOff x="5154167" y="5826252"/>
            <a:chExt cx="571500" cy="250190"/>
          </a:xfrm>
        </p:grpSpPr>
        <p:sp>
          <p:nvSpPr>
            <p:cNvPr id="54" name="object 54"/>
            <p:cNvSpPr/>
            <p:nvPr/>
          </p:nvSpPr>
          <p:spPr>
            <a:xfrm>
              <a:off x="5164835" y="5826252"/>
              <a:ext cx="550545" cy="241300"/>
            </a:xfrm>
            <a:custGeom>
              <a:avLst/>
              <a:gdLst/>
              <a:ahLst/>
              <a:cxnLst/>
              <a:rect l="l" t="t" r="r" b="b"/>
              <a:pathLst>
                <a:path w="550545" h="241300">
                  <a:moveTo>
                    <a:pt x="550163" y="0"/>
                  </a:moveTo>
                  <a:lnTo>
                    <a:pt x="0" y="0"/>
                  </a:lnTo>
                  <a:lnTo>
                    <a:pt x="6096" y="36575"/>
                  </a:lnTo>
                  <a:lnTo>
                    <a:pt x="35051" y="103631"/>
                  </a:lnTo>
                  <a:lnTo>
                    <a:pt x="77724" y="160020"/>
                  </a:lnTo>
                  <a:lnTo>
                    <a:pt x="134112" y="202692"/>
                  </a:lnTo>
                  <a:lnTo>
                    <a:pt x="201167" y="230124"/>
                  </a:lnTo>
                  <a:lnTo>
                    <a:pt x="274319" y="240792"/>
                  </a:lnTo>
                  <a:lnTo>
                    <a:pt x="312419" y="237744"/>
                  </a:lnTo>
                  <a:lnTo>
                    <a:pt x="382524" y="219456"/>
                  </a:lnTo>
                  <a:lnTo>
                    <a:pt x="445008" y="182880"/>
                  </a:lnTo>
                  <a:lnTo>
                    <a:pt x="495300" y="132587"/>
                  </a:lnTo>
                  <a:lnTo>
                    <a:pt x="531876" y="71628"/>
                  </a:lnTo>
                  <a:lnTo>
                    <a:pt x="55016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5154168" y="5826252"/>
              <a:ext cx="571500" cy="250190"/>
            </a:xfrm>
            <a:custGeom>
              <a:avLst/>
              <a:gdLst/>
              <a:ahLst/>
              <a:cxnLst/>
              <a:rect l="l" t="t" r="r" b="b"/>
              <a:pathLst>
                <a:path w="571500" h="250189">
                  <a:moveTo>
                    <a:pt x="571500" y="0"/>
                  </a:moveTo>
                  <a:lnTo>
                    <a:pt x="550164" y="0"/>
                  </a:lnTo>
                  <a:lnTo>
                    <a:pt x="550164" y="3048"/>
                  </a:lnTo>
                  <a:lnTo>
                    <a:pt x="548640" y="16764"/>
                  </a:lnTo>
                  <a:lnTo>
                    <a:pt x="545592" y="30480"/>
                  </a:lnTo>
                  <a:lnTo>
                    <a:pt x="545592" y="28956"/>
                  </a:lnTo>
                  <a:lnTo>
                    <a:pt x="541020" y="42672"/>
                  </a:lnTo>
                  <a:lnTo>
                    <a:pt x="537972" y="54864"/>
                  </a:lnTo>
                  <a:lnTo>
                    <a:pt x="531876" y="67056"/>
                  </a:lnTo>
                  <a:lnTo>
                    <a:pt x="527304" y="79248"/>
                  </a:lnTo>
                  <a:lnTo>
                    <a:pt x="521208" y="89916"/>
                  </a:lnTo>
                  <a:lnTo>
                    <a:pt x="515112" y="102108"/>
                  </a:lnTo>
                  <a:lnTo>
                    <a:pt x="499872" y="123444"/>
                  </a:lnTo>
                  <a:lnTo>
                    <a:pt x="499872" y="121920"/>
                  </a:lnTo>
                  <a:lnTo>
                    <a:pt x="492252" y="132588"/>
                  </a:lnTo>
                  <a:lnTo>
                    <a:pt x="483108" y="143256"/>
                  </a:lnTo>
                  <a:lnTo>
                    <a:pt x="484632" y="143256"/>
                  </a:lnTo>
                  <a:lnTo>
                    <a:pt x="475488" y="152400"/>
                  </a:lnTo>
                  <a:lnTo>
                    <a:pt x="466344" y="161544"/>
                  </a:lnTo>
                  <a:lnTo>
                    <a:pt x="455676" y="169164"/>
                  </a:lnTo>
                  <a:lnTo>
                    <a:pt x="446532" y="178308"/>
                  </a:lnTo>
                  <a:lnTo>
                    <a:pt x="446532" y="176784"/>
                  </a:lnTo>
                  <a:lnTo>
                    <a:pt x="435864" y="184404"/>
                  </a:lnTo>
                  <a:lnTo>
                    <a:pt x="423672" y="192024"/>
                  </a:lnTo>
                  <a:lnTo>
                    <a:pt x="425196" y="192024"/>
                  </a:lnTo>
                  <a:lnTo>
                    <a:pt x="413004" y="198120"/>
                  </a:lnTo>
                  <a:lnTo>
                    <a:pt x="400812" y="204216"/>
                  </a:lnTo>
                  <a:lnTo>
                    <a:pt x="402336" y="204216"/>
                  </a:lnTo>
                  <a:lnTo>
                    <a:pt x="390144" y="210312"/>
                  </a:lnTo>
                  <a:lnTo>
                    <a:pt x="377952" y="214884"/>
                  </a:lnTo>
                  <a:lnTo>
                    <a:pt x="377952" y="213360"/>
                  </a:lnTo>
                  <a:lnTo>
                    <a:pt x="364236" y="217932"/>
                  </a:lnTo>
                  <a:lnTo>
                    <a:pt x="365760" y="217932"/>
                  </a:lnTo>
                  <a:lnTo>
                    <a:pt x="352044" y="222504"/>
                  </a:lnTo>
                  <a:lnTo>
                    <a:pt x="353568" y="222504"/>
                  </a:lnTo>
                  <a:lnTo>
                    <a:pt x="339852" y="225552"/>
                  </a:lnTo>
                  <a:lnTo>
                    <a:pt x="326136" y="227076"/>
                  </a:lnTo>
                  <a:lnTo>
                    <a:pt x="312420" y="230124"/>
                  </a:lnTo>
                  <a:lnTo>
                    <a:pt x="257556" y="230124"/>
                  </a:lnTo>
                  <a:lnTo>
                    <a:pt x="245364" y="227076"/>
                  </a:lnTo>
                  <a:lnTo>
                    <a:pt x="231648" y="225552"/>
                  </a:lnTo>
                  <a:lnTo>
                    <a:pt x="217932" y="222504"/>
                  </a:lnTo>
                  <a:lnTo>
                    <a:pt x="219456" y="222504"/>
                  </a:lnTo>
                  <a:lnTo>
                    <a:pt x="205740" y="217932"/>
                  </a:lnTo>
                  <a:lnTo>
                    <a:pt x="193548" y="213360"/>
                  </a:lnTo>
                  <a:lnTo>
                    <a:pt x="193548" y="214884"/>
                  </a:lnTo>
                  <a:lnTo>
                    <a:pt x="181356" y="210312"/>
                  </a:lnTo>
                  <a:lnTo>
                    <a:pt x="158496" y="198894"/>
                  </a:lnTo>
                  <a:lnTo>
                    <a:pt x="158496" y="198120"/>
                  </a:lnTo>
                  <a:lnTo>
                    <a:pt x="146304" y="192024"/>
                  </a:lnTo>
                  <a:lnTo>
                    <a:pt x="147828" y="192024"/>
                  </a:lnTo>
                  <a:lnTo>
                    <a:pt x="135636" y="184404"/>
                  </a:lnTo>
                  <a:lnTo>
                    <a:pt x="124968" y="176784"/>
                  </a:lnTo>
                  <a:lnTo>
                    <a:pt x="124968" y="178308"/>
                  </a:lnTo>
                  <a:lnTo>
                    <a:pt x="114300" y="169164"/>
                  </a:lnTo>
                  <a:lnTo>
                    <a:pt x="115824" y="169164"/>
                  </a:lnTo>
                  <a:lnTo>
                    <a:pt x="105156" y="161544"/>
                  </a:lnTo>
                  <a:lnTo>
                    <a:pt x="96012" y="152400"/>
                  </a:lnTo>
                  <a:lnTo>
                    <a:pt x="86868" y="143256"/>
                  </a:lnTo>
                  <a:lnTo>
                    <a:pt x="79248" y="132588"/>
                  </a:lnTo>
                  <a:lnTo>
                    <a:pt x="72707" y="123444"/>
                  </a:lnTo>
                  <a:lnTo>
                    <a:pt x="71628" y="121920"/>
                  </a:lnTo>
                  <a:lnTo>
                    <a:pt x="71628" y="123444"/>
                  </a:lnTo>
                  <a:lnTo>
                    <a:pt x="62484" y="112776"/>
                  </a:lnTo>
                  <a:lnTo>
                    <a:pt x="64008" y="112776"/>
                  </a:lnTo>
                  <a:lnTo>
                    <a:pt x="56388" y="102108"/>
                  </a:lnTo>
                  <a:lnTo>
                    <a:pt x="50292" y="89916"/>
                  </a:lnTo>
                  <a:lnTo>
                    <a:pt x="44196" y="79248"/>
                  </a:lnTo>
                  <a:lnTo>
                    <a:pt x="39624" y="67056"/>
                  </a:lnTo>
                  <a:lnTo>
                    <a:pt x="33528" y="54864"/>
                  </a:lnTo>
                  <a:lnTo>
                    <a:pt x="28956" y="42672"/>
                  </a:lnTo>
                  <a:lnTo>
                    <a:pt x="26238" y="30480"/>
                  </a:lnTo>
                  <a:lnTo>
                    <a:pt x="25908" y="28956"/>
                  </a:lnTo>
                  <a:lnTo>
                    <a:pt x="25908" y="30480"/>
                  </a:lnTo>
                  <a:lnTo>
                    <a:pt x="22860" y="16764"/>
                  </a:lnTo>
                  <a:lnTo>
                    <a:pt x="21501" y="4572"/>
                  </a:lnTo>
                  <a:lnTo>
                    <a:pt x="21336" y="3048"/>
                  </a:lnTo>
                  <a:lnTo>
                    <a:pt x="21336" y="4572"/>
                  </a:lnTo>
                  <a:lnTo>
                    <a:pt x="19812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3048" y="21336"/>
                  </a:lnTo>
                  <a:lnTo>
                    <a:pt x="13716" y="57912"/>
                  </a:lnTo>
                  <a:lnTo>
                    <a:pt x="22860" y="80772"/>
                  </a:lnTo>
                  <a:lnTo>
                    <a:pt x="27432" y="92964"/>
                  </a:lnTo>
                  <a:lnTo>
                    <a:pt x="44196" y="120396"/>
                  </a:lnTo>
                  <a:lnTo>
                    <a:pt x="47244" y="124968"/>
                  </a:lnTo>
                  <a:lnTo>
                    <a:pt x="56388" y="137160"/>
                  </a:lnTo>
                  <a:lnTo>
                    <a:pt x="62484" y="146304"/>
                  </a:lnTo>
                  <a:lnTo>
                    <a:pt x="68580" y="153924"/>
                  </a:lnTo>
                  <a:lnTo>
                    <a:pt x="79248" y="163068"/>
                  </a:lnTo>
                  <a:lnTo>
                    <a:pt x="96012" y="179832"/>
                  </a:lnTo>
                  <a:lnTo>
                    <a:pt x="105156" y="187452"/>
                  </a:lnTo>
                  <a:lnTo>
                    <a:pt x="114300" y="195072"/>
                  </a:lnTo>
                  <a:lnTo>
                    <a:pt x="124968" y="201168"/>
                  </a:lnTo>
                  <a:lnTo>
                    <a:pt x="124968" y="202692"/>
                  </a:lnTo>
                  <a:lnTo>
                    <a:pt x="135636" y="208788"/>
                  </a:lnTo>
                  <a:lnTo>
                    <a:pt x="146304" y="214884"/>
                  </a:lnTo>
                  <a:lnTo>
                    <a:pt x="155448" y="220980"/>
                  </a:lnTo>
                  <a:lnTo>
                    <a:pt x="158496" y="220980"/>
                  </a:lnTo>
                  <a:lnTo>
                    <a:pt x="181356" y="231648"/>
                  </a:lnTo>
                  <a:lnTo>
                    <a:pt x="217932" y="243840"/>
                  </a:lnTo>
                  <a:lnTo>
                    <a:pt x="225552" y="245364"/>
                  </a:lnTo>
                  <a:lnTo>
                    <a:pt x="231648" y="245364"/>
                  </a:lnTo>
                  <a:lnTo>
                    <a:pt x="262128" y="249936"/>
                  </a:lnTo>
                  <a:lnTo>
                    <a:pt x="300228" y="249936"/>
                  </a:lnTo>
                  <a:lnTo>
                    <a:pt x="313944" y="249936"/>
                  </a:lnTo>
                  <a:lnTo>
                    <a:pt x="315468" y="249936"/>
                  </a:lnTo>
                  <a:lnTo>
                    <a:pt x="329184" y="248412"/>
                  </a:lnTo>
                  <a:lnTo>
                    <a:pt x="339852" y="245364"/>
                  </a:lnTo>
                  <a:lnTo>
                    <a:pt x="353568" y="242316"/>
                  </a:lnTo>
                  <a:lnTo>
                    <a:pt x="365760" y="239268"/>
                  </a:lnTo>
                  <a:lnTo>
                    <a:pt x="368808" y="239268"/>
                  </a:lnTo>
                  <a:lnTo>
                    <a:pt x="390144" y="231648"/>
                  </a:lnTo>
                  <a:lnTo>
                    <a:pt x="402336" y="227076"/>
                  </a:lnTo>
                  <a:lnTo>
                    <a:pt x="406908" y="225552"/>
                  </a:lnTo>
                  <a:lnTo>
                    <a:pt x="413004" y="220980"/>
                  </a:lnTo>
                  <a:lnTo>
                    <a:pt x="425196" y="214884"/>
                  </a:lnTo>
                  <a:lnTo>
                    <a:pt x="435864" y="208788"/>
                  </a:lnTo>
                  <a:lnTo>
                    <a:pt x="440436" y="205740"/>
                  </a:lnTo>
                  <a:lnTo>
                    <a:pt x="446532" y="202692"/>
                  </a:lnTo>
                  <a:lnTo>
                    <a:pt x="455676" y="195072"/>
                  </a:lnTo>
                  <a:lnTo>
                    <a:pt x="466344" y="187452"/>
                  </a:lnTo>
                  <a:lnTo>
                    <a:pt x="472440" y="182880"/>
                  </a:lnTo>
                  <a:lnTo>
                    <a:pt x="475488" y="179832"/>
                  </a:lnTo>
                  <a:lnTo>
                    <a:pt x="484632" y="170688"/>
                  </a:lnTo>
                  <a:lnTo>
                    <a:pt x="492252" y="163068"/>
                  </a:lnTo>
                  <a:lnTo>
                    <a:pt x="499872" y="155448"/>
                  </a:lnTo>
                  <a:lnTo>
                    <a:pt x="515112" y="137160"/>
                  </a:lnTo>
                  <a:lnTo>
                    <a:pt x="524256" y="124968"/>
                  </a:lnTo>
                  <a:lnTo>
                    <a:pt x="527304" y="118872"/>
                  </a:lnTo>
                  <a:lnTo>
                    <a:pt x="544068" y="91440"/>
                  </a:lnTo>
                  <a:lnTo>
                    <a:pt x="548640" y="80772"/>
                  </a:lnTo>
                  <a:lnTo>
                    <a:pt x="559308" y="56388"/>
                  </a:lnTo>
                  <a:lnTo>
                    <a:pt x="568452" y="18288"/>
                  </a:lnTo>
                  <a:lnTo>
                    <a:pt x="570738" y="4572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7" name="object 57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7</a:t>
            </a:fld>
            <a:endParaRPr spc="-2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639788"/>
            <a:ext cx="6825545" cy="534378"/>
          </a:xfrm>
          <a:prstGeom prst="rect">
            <a:avLst/>
          </a:prstGeom>
        </p:spPr>
        <p:txBody>
          <a:bodyPr vert="horz" wrap="square" lIns="0" tIns="92139" rIns="0" bIns="0" rtlCol="0" anchor="ctr">
            <a:spAutoFit/>
          </a:bodyPr>
          <a:lstStyle/>
          <a:p>
            <a:pPr marL="1290986">
              <a:lnSpc>
                <a:spcPct val="100000"/>
              </a:lnSpc>
              <a:spcBef>
                <a:spcPts val="79"/>
              </a:spcBef>
            </a:pPr>
            <a:r>
              <a:rPr sz="2868" spc="-141" dirty="0"/>
              <a:t>Iterative‐Deepening</a:t>
            </a:r>
            <a:r>
              <a:rPr sz="2868" spc="-124" dirty="0"/>
              <a:t> </a:t>
            </a:r>
            <a:r>
              <a:rPr sz="2868" spc="-84" dirty="0"/>
              <a:t>Search(IDS)</a:t>
            </a:r>
            <a:endParaRPr sz="2868"/>
          </a:p>
        </p:txBody>
      </p:sp>
      <p:sp>
        <p:nvSpPr>
          <p:cNvPr id="3" name="object 3"/>
          <p:cNvSpPr txBox="1"/>
          <p:nvPr/>
        </p:nvSpPr>
        <p:spPr>
          <a:xfrm>
            <a:off x="3320113" y="2216549"/>
            <a:ext cx="3115235" cy="538998"/>
          </a:xfrm>
          <a:prstGeom prst="rect">
            <a:avLst/>
          </a:prstGeom>
        </p:spPr>
        <p:txBody>
          <a:bodyPr vert="horz" wrap="square" lIns="0" tIns="72838" rIns="0" bIns="0" rtlCol="0">
            <a:spAutoFit/>
          </a:bodyPr>
          <a:lstStyle/>
          <a:p>
            <a:pPr marL="11206">
              <a:spcBef>
                <a:spcPts val="574"/>
              </a:spcBef>
            </a:pPr>
            <a:r>
              <a:rPr sz="1412" b="1" spc="-9" dirty="0">
                <a:solidFill>
                  <a:srgbClr val="CC3300"/>
                </a:solidFill>
                <a:latin typeface="Courier New"/>
                <a:cs typeface="Courier New"/>
              </a:rPr>
              <a:t>deepeningSearch(problem)</a:t>
            </a:r>
            <a:endParaRPr sz="1412">
              <a:latin typeface="Courier New"/>
              <a:cs typeface="Courier New"/>
            </a:endParaRPr>
          </a:p>
          <a:p>
            <a:pPr marL="11206">
              <a:spcBef>
                <a:spcPts val="441"/>
              </a:spcBef>
            </a:pP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depth:</a:t>
            </a:r>
            <a:r>
              <a:rPr sz="1279" spc="-35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1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#</a:t>
            </a:r>
            <a:r>
              <a:rPr sz="1279" spc="-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of</a:t>
            </a:r>
            <a:r>
              <a:rPr sz="1279" spc="-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nodes</a:t>
            </a:r>
            <a:r>
              <a:rPr sz="1279" spc="-18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tested:</a:t>
            </a:r>
            <a:r>
              <a:rPr sz="1279" spc="-31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3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expanded:</a:t>
            </a:r>
            <a:r>
              <a:rPr sz="1279" spc="-40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spc="-44" dirty="0">
                <a:latin typeface="Microsoft Sans Serif"/>
                <a:cs typeface="Microsoft Sans Serif"/>
              </a:rPr>
              <a:t>1</a:t>
            </a:r>
            <a:endParaRPr sz="1279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76029" y="2398955"/>
            <a:ext cx="509868" cy="508747"/>
            <a:chOff x="6819900" y="2718816"/>
            <a:chExt cx="577850" cy="576580"/>
          </a:xfrm>
        </p:grpSpPr>
        <p:sp>
          <p:nvSpPr>
            <p:cNvPr id="5" name="object 5"/>
            <p:cNvSpPr/>
            <p:nvPr/>
          </p:nvSpPr>
          <p:spPr>
            <a:xfrm>
              <a:off x="6830567" y="2727960"/>
              <a:ext cx="558165" cy="556260"/>
            </a:xfrm>
            <a:custGeom>
              <a:avLst/>
              <a:gdLst/>
              <a:ahLst/>
              <a:cxnLst/>
              <a:rect l="l" t="t" r="r" b="b"/>
              <a:pathLst>
                <a:path w="558165" h="556260">
                  <a:moveTo>
                    <a:pt x="278891" y="0"/>
                  </a:moveTo>
                  <a:lnTo>
                    <a:pt x="240791" y="3048"/>
                  </a:lnTo>
                  <a:lnTo>
                    <a:pt x="170687" y="21336"/>
                  </a:lnTo>
                  <a:lnTo>
                    <a:pt x="108203" y="57912"/>
                  </a:lnTo>
                  <a:lnTo>
                    <a:pt x="57911" y="108203"/>
                  </a:lnTo>
                  <a:lnTo>
                    <a:pt x="22859" y="170687"/>
                  </a:lnTo>
                  <a:lnTo>
                    <a:pt x="3048" y="240791"/>
                  </a:lnTo>
                  <a:lnTo>
                    <a:pt x="0" y="278891"/>
                  </a:lnTo>
                  <a:lnTo>
                    <a:pt x="3048" y="315467"/>
                  </a:lnTo>
                  <a:lnTo>
                    <a:pt x="22859" y="387095"/>
                  </a:lnTo>
                  <a:lnTo>
                    <a:pt x="57911" y="448055"/>
                  </a:lnTo>
                  <a:lnTo>
                    <a:pt x="108203" y="498348"/>
                  </a:lnTo>
                  <a:lnTo>
                    <a:pt x="170687" y="534924"/>
                  </a:lnTo>
                  <a:lnTo>
                    <a:pt x="240791" y="553212"/>
                  </a:lnTo>
                  <a:lnTo>
                    <a:pt x="278891" y="556260"/>
                  </a:lnTo>
                  <a:lnTo>
                    <a:pt x="316991" y="553212"/>
                  </a:lnTo>
                  <a:lnTo>
                    <a:pt x="387096" y="534924"/>
                  </a:lnTo>
                  <a:lnTo>
                    <a:pt x="448055" y="498348"/>
                  </a:lnTo>
                  <a:lnTo>
                    <a:pt x="498348" y="448055"/>
                  </a:lnTo>
                  <a:lnTo>
                    <a:pt x="534924" y="387095"/>
                  </a:lnTo>
                  <a:lnTo>
                    <a:pt x="554735" y="315467"/>
                  </a:lnTo>
                  <a:lnTo>
                    <a:pt x="557783" y="278891"/>
                  </a:lnTo>
                  <a:lnTo>
                    <a:pt x="554735" y="240791"/>
                  </a:lnTo>
                  <a:lnTo>
                    <a:pt x="534924" y="170687"/>
                  </a:lnTo>
                  <a:lnTo>
                    <a:pt x="498348" y="108203"/>
                  </a:lnTo>
                  <a:lnTo>
                    <a:pt x="448055" y="57912"/>
                  </a:lnTo>
                  <a:lnTo>
                    <a:pt x="387096" y="21336"/>
                  </a:lnTo>
                  <a:lnTo>
                    <a:pt x="316991" y="3048"/>
                  </a:lnTo>
                  <a:lnTo>
                    <a:pt x="27889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6819900" y="2718815"/>
              <a:ext cx="577850" cy="576580"/>
            </a:xfrm>
            <a:custGeom>
              <a:avLst/>
              <a:gdLst/>
              <a:ahLst/>
              <a:cxnLst/>
              <a:rect l="l" t="t" r="r" b="b"/>
              <a:pathLst>
                <a:path w="577850" h="576579">
                  <a:moveTo>
                    <a:pt x="577596" y="288036"/>
                  </a:moveTo>
                  <a:lnTo>
                    <a:pt x="569976" y="224028"/>
                  </a:lnTo>
                  <a:lnTo>
                    <a:pt x="565175" y="207264"/>
                  </a:lnTo>
                  <a:lnTo>
                    <a:pt x="560832" y="192024"/>
                  </a:lnTo>
                  <a:lnTo>
                    <a:pt x="557784" y="184797"/>
                  </a:lnTo>
                  <a:lnTo>
                    <a:pt x="557784" y="274320"/>
                  </a:lnTo>
                  <a:lnTo>
                    <a:pt x="557784" y="300228"/>
                  </a:lnTo>
                  <a:lnTo>
                    <a:pt x="554736" y="315468"/>
                  </a:lnTo>
                  <a:lnTo>
                    <a:pt x="554736" y="327660"/>
                  </a:lnTo>
                  <a:lnTo>
                    <a:pt x="551688" y="341376"/>
                  </a:lnTo>
                  <a:lnTo>
                    <a:pt x="548640" y="355092"/>
                  </a:lnTo>
                  <a:lnTo>
                    <a:pt x="548640" y="353568"/>
                  </a:lnTo>
                  <a:lnTo>
                    <a:pt x="545592" y="367284"/>
                  </a:lnTo>
                  <a:lnTo>
                    <a:pt x="541020" y="379476"/>
                  </a:lnTo>
                  <a:lnTo>
                    <a:pt x="534924" y="393192"/>
                  </a:lnTo>
                  <a:lnTo>
                    <a:pt x="534924" y="391668"/>
                  </a:lnTo>
                  <a:lnTo>
                    <a:pt x="530352" y="403860"/>
                  </a:lnTo>
                  <a:lnTo>
                    <a:pt x="518160" y="426720"/>
                  </a:lnTo>
                  <a:lnTo>
                    <a:pt x="495300" y="458724"/>
                  </a:lnTo>
                  <a:lnTo>
                    <a:pt x="496824" y="458724"/>
                  </a:lnTo>
                  <a:lnTo>
                    <a:pt x="478536" y="477012"/>
                  </a:lnTo>
                  <a:lnTo>
                    <a:pt x="467868" y="486156"/>
                  </a:lnTo>
                  <a:lnTo>
                    <a:pt x="469392" y="486156"/>
                  </a:lnTo>
                  <a:lnTo>
                    <a:pt x="458724" y="493776"/>
                  </a:lnTo>
                  <a:lnTo>
                    <a:pt x="449580" y="502920"/>
                  </a:lnTo>
                  <a:lnTo>
                    <a:pt x="449580" y="501396"/>
                  </a:lnTo>
                  <a:lnTo>
                    <a:pt x="438912" y="510540"/>
                  </a:lnTo>
                  <a:lnTo>
                    <a:pt x="440436" y="510540"/>
                  </a:lnTo>
                  <a:lnTo>
                    <a:pt x="426720" y="516636"/>
                  </a:lnTo>
                  <a:lnTo>
                    <a:pt x="428244" y="516636"/>
                  </a:lnTo>
                  <a:lnTo>
                    <a:pt x="416052" y="524256"/>
                  </a:lnTo>
                  <a:lnTo>
                    <a:pt x="417576" y="522732"/>
                  </a:lnTo>
                  <a:lnTo>
                    <a:pt x="405384" y="528828"/>
                  </a:lnTo>
                  <a:lnTo>
                    <a:pt x="393192" y="534924"/>
                  </a:lnTo>
                  <a:lnTo>
                    <a:pt x="368808" y="544068"/>
                  </a:lnTo>
                  <a:lnTo>
                    <a:pt x="356616" y="547116"/>
                  </a:lnTo>
                  <a:lnTo>
                    <a:pt x="342900" y="550164"/>
                  </a:lnTo>
                  <a:lnTo>
                    <a:pt x="344424" y="550164"/>
                  </a:lnTo>
                  <a:lnTo>
                    <a:pt x="329184" y="553212"/>
                  </a:lnTo>
                  <a:lnTo>
                    <a:pt x="315468" y="554736"/>
                  </a:lnTo>
                  <a:lnTo>
                    <a:pt x="303276" y="554736"/>
                  </a:lnTo>
                  <a:lnTo>
                    <a:pt x="289560" y="556260"/>
                  </a:lnTo>
                  <a:lnTo>
                    <a:pt x="274320" y="554736"/>
                  </a:lnTo>
                  <a:lnTo>
                    <a:pt x="262128" y="554736"/>
                  </a:lnTo>
                  <a:lnTo>
                    <a:pt x="248412" y="553212"/>
                  </a:lnTo>
                  <a:lnTo>
                    <a:pt x="234696" y="550164"/>
                  </a:lnTo>
                  <a:lnTo>
                    <a:pt x="236220" y="550164"/>
                  </a:lnTo>
                  <a:lnTo>
                    <a:pt x="220980" y="547116"/>
                  </a:lnTo>
                  <a:lnTo>
                    <a:pt x="222504" y="547116"/>
                  </a:lnTo>
                  <a:lnTo>
                    <a:pt x="208788" y="544068"/>
                  </a:lnTo>
                  <a:lnTo>
                    <a:pt x="184404" y="534924"/>
                  </a:lnTo>
                  <a:lnTo>
                    <a:pt x="185928" y="534924"/>
                  </a:lnTo>
                  <a:lnTo>
                    <a:pt x="172212" y="528828"/>
                  </a:lnTo>
                  <a:lnTo>
                    <a:pt x="161544" y="522732"/>
                  </a:lnTo>
                  <a:lnTo>
                    <a:pt x="161544" y="524256"/>
                  </a:lnTo>
                  <a:lnTo>
                    <a:pt x="138684" y="510540"/>
                  </a:lnTo>
                  <a:lnTo>
                    <a:pt x="140208" y="510540"/>
                  </a:lnTo>
                  <a:lnTo>
                    <a:pt x="128016" y="501396"/>
                  </a:lnTo>
                  <a:lnTo>
                    <a:pt x="128016" y="502920"/>
                  </a:lnTo>
                  <a:lnTo>
                    <a:pt x="118872" y="493776"/>
                  </a:lnTo>
                  <a:lnTo>
                    <a:pt x="108204" y="486156"/>
                  </a:lnTo>
                  <a:lnTo>
                    <a:pt x="89916" y="467868"/>
                  </a:lnTo>
                  <a:lnTo>
                    <a:pt x="82296" y="458724"/>
                  </a:lnTo>
                  <a:lnTo>
                    <a:pt x="59436" y="426720"/>
                  </a:lnTo>
                  <a:lnTo>
                    <a:pt x="60960" y="426720"/>
                  </a:lnTo>
                  <a:lnTo>
                    <a:pt x="53340" y="416052"/>
                  </a:lnTo>
                  <a:lnTo>
                    <a:pt x="47244" y="403860"/>
                  </a:lnTo>
                  <a:lnTo>
                    <a:pt x="48768" y="403860"/>
                  </a:lnTo>
                  <a:lnTo>
                    <a:pt x="43434" y="393192"/>
                  </a:lnTo>
                  <a:lnTo>
                    <a:pt x="42672" y="391668"/>
                  </a:lnTo>
                  <a:lnTo>
                    <a:pt x="42672" y="393192"/>
                  </a:lnTo>
                  <a:lnTo>
                    <a:pt x="38100" y="379476"/>
                  </a:lnTo>
                  <a:lnTo>
                    <a:pt x="32004" y="367284"/>
                  </a:lnTo>
                  <a:lnTo>
                    <a:pt x="29286" y="355092"/>
                  </a:lnTo>
                  <a:lnTo>
                    <a:pt x="28956" y="353568"/>
                  </a:lnTo>
                  <a:lnTo>
                    <a:pt x="28956" y="355092"/>
                  </a:lnTo>
                  <a:lnTo>
                    <a:pt x="25908" y="341376"/>
                  </a:lnTo>
                  <a:lnTo>
                    <a:pt x="24549" y="329184"/>
                  </a:lnTo>
                  <a:lnTo>
                    <a:pt x="24384" y="327660"/>
                  </a:lnTo>
                  <a:lnTo>
                    <a:pt x="24384" y="329184"/>
                  </a:lnTo>
                  <a:lnTo>
                    <a:pt x="23012" y="315468"/>
                  </a:lnTo>
                  <a:lnTo>
                    <a:pt x="22860" y="313944"/>
                  </a:lnTo>
                  <a:lnTo>
                    <a:pt x="22860" y="315468"/>
                  </a:lnTo>
                  <a:lnTo>
                    <a:pt x="21336" y="300228"/>
                  </a:lnTo>
                  <a:lnTo>
                    <a:pt x="21336" y="274320"/>
                  </a:lnTo>
                  <a:lnTo>
                    <a:pt x="25908" y="233172"/>
                  </a:lnTo>
                  <a:lnTo>
                    <a:pt x="25908" y="234696"/>
                  </a:lnTo>
                  <a:lnTo>
                    <a:pt x="26238" y="233172"/>
                  </a:lnTo>
                  <a:lnTo>
                    <a:pt x="32004" y="207264"/>
                  </a:lnTo>
                  <a:lnTo>
                    <a:pt x="32004" y="208788"/>
                  </a:lnTo>
                  <a:lnTo>
                    <a:pt x="32677" y="207264"/>
                  </a:lnTo>
                  <a:lnTo>
                    <a:pt x="38100" y="195072"/>
                  </a:lnTo>
                  <a:lnTo>
                    <a:pt x="42672" y="182880"/>
                  </a:lnTo>
                  <a:lnTo>
                    <a:pt x="47244" y="173736"/>
                  </a:lnTo>
                  <a:lnTo>
                    <a:pt x="48768" y="170688"/>
                  </a:lnTo>
                  <a:lnTo>
                    <a:pt x="47244" y="172212"/>
                  </a:lnTo>
                  <a:lnTo>
                    <a:pt x="53340" y="160020"/>
                  </a:lnTo>
                  <a:lnTo>
                    <a:pt x="59436" y="149352"/>
                  </a:lnTo>
                  <a:lnTo>
                    <a:pt x="67056" y="137160"/>
                  </a:lnTo>
                  <a:lnTo>
                    <a:pt x="67056" y="138684"/>
                  </a:lnTo>
                  <a:lnTo>
                    <a:pt x="68008" y="137160"/>
                  </a:lnTo>
                  <a:lnTo>
                    <a:pt x="74676" y="126492"/>
                  </a:lnTo>
                  <a:lnTo>
                    <a:pt x="82296" y="117348"/>
                  </a:lnTo>
                  <a:lnTo>
                    <a:pt x="89916" y="106680"/>
                  </a:lnTo>
                  <a:lnTo>
                    <a:pt x="108204" y="88392"/>
                  </a:lnTo>
                  <a:lnTo>
                    <a:pt x="108204" y="89916"/>
                  </a:lnTo>
                  <a:lnTo>
                    <a:pt x="110337" y="88392"/>
                  </a:lnTo>
                  <a:lnTo>
                    <a:pt x="118872" y="82296"/>
                  </a:lnTo>
                  <a:lnTo>
                    <a:pt x="118872" y="80772"/>
                  </a:lnTo>
                  <a:lnTo>
                    <a:pt x="128016" y="73152"/>
                  </a:lnTo>
                  <a:lnTo>
                    <a:pt x="138684" y="65532"/>
                  </a:lnTo>
                  <a:lnTo>
                    <a:pt x="161544" y="51816"/>
                  </a:lnTo>
                  <a:lnTo>
                    <a:pt x="172212" y="45720"/>
                  </a:lnTo>
                  <a:lnTo>
                    <a:pt x="184404" y="41148"/>
                  </a:lnTo>
                  <a:lnTo>
                    <a:pt x="196596" y="35052"/>
                  </a:lnTo>
                  <a:lnTo>
                    <a:pt x="196596" y="36576"/>
                  </a:lnTo>
                  <a:lnTo>
                    <a:pt x="200660" y="35052"/>
                  </a:lnTo>
                  <a:lnTo>
                    <a:pt x="208788" y="32004"/>
                  </a:lnTo>
                  <a:lnTo>
                    <a:pt x="220980" y="28956"/>
                  </a:lnTo>
                  <a:lnTo>
                    <a:pt x="234696" y="25908"/>
                  </a:lnTo>
                  <a:lnTo>
                    <a:pt x="248412" y="22860"/>
                  </a:lnTo>
                  <a:lnTo>
                    <a:pt x="262128" y="21336"/>
                  </a:lnTo>
                  <a:lnTo>
                    <a:pt x="274320" y="19812"/>
                  </a:lnTo>
                  <a:lnTo>
                    <a:pt x="303276" y="19812"/>
                  </a:lnTo>
                  <a:lnTo>
                    <a:pt x="344424" y="25908"/>
                  </a:lnTo>
                  <a:lnTo>
                    <a:pt x="381000" y="36576"/>
                  </a:lnTo>
                  <a:lnTo>
                    <a:pt x="381000" y="35052"/>
                  </a:lnTo>
                  <a:lnTo>
                    <a:pt x="393192" y="41148"/>
                  </a:lnTo>
                  <a:lnTo>
                    <a:pt x="405384" y="45720"/>
                  </a:lnTo>
                  <a:lnTo>
                    <a:pt x="405384" y="47244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26720" y="57912"/>
                  </a:lnTo>
                  <a:lnTo>
                    <a:pt x="428244" y="59436"/>
                  </a:lnTo>
                  <a:lnTo>
                    <a:pt x="440436" y="65532"/>
                  </a:lnTo>
                  <a:lnTo>
                    <a:pt x="458724" y="80772"/>
                  </a:lnTo>
                  <a:lnTo>
                    <a:pt x="469392" y="89916"/>
                  </a:lnTo>
                  <a:lnTo>
                    <a:pt x="478536" y="97536"/>
                  </a:lnTo>
                  <a:lnTo>
                    <a:pt x="478536" y="99060"/>
                  </a:lnTo>
                  <a:lnTo>
                    <a:pt x="487680" y="106680"/>
                  </a:lnTo>
                  <a:lnTo>
                    <a:pt x="496824" y="117348"/>
                  </a:lnTo>
                  <a:lnTo>
                    <a:pt x="495300" y="117348"/>
                  </a:lnTo>
                  <a:lnTo>
                    <a:pt x="496824" y="118872"/>
                  </a:lnTo>
                  <a:lnTo>
                    <a:pt x="502920" y="128016"/>
                  </a:lnTo>
                  <a:lnTo>
                    <a:pt x="502920" y="126492"/>
                  </a:lnTo>
                  <a:lnTo>
                    <a:pt x="510540" y="138684"/>
                  </a:lnTo>
                  <a:lnTo>
                    <a:pt x="510540" y="137160"/>
                  </a:lnTo>
                  <a:lnTo>
                    <a:pt x="518160" y="149352"/>
                  </a:lnTo>
                  <a:lnTo>
                    <a:pt x="518160" y="147828"/>
                  </a:lnTo>
                  <a:lnTo>
                    <a:pt x="530352" y="172212"/>
                  </a:lnTo>
                  <a:lnTo>
                    <a:pt x="530352" y="170688"/>
                  </a:lnTo>
                  <a:lnTo>
                    <a:pt x="534924" y="182880"/>
                  </a:lnTo>
                  <a:lnTo>
                    <a:pt x="541020" y="195072"/>
                  </a:lnTo>
                  <a:lnTo>
                    <a:pt x="545592" y="208788"/>
                  </a:lnTo>
                  <a:lnTo>
                    <a:pt x="545592" y="207264"/>
                  </a:lnTo>
                  <a:lnTo>
                    <a:pt x="551688" y="234696"/>
                  </a:lnTo>
                  <a:lnTo>
                    <a:pt x="551688" y="237744"/>
                  </a:lnTo>
                  <a:lnTo>
                    <a:pt x="554736" y="246888"/>
                  </a:lnTo>
                  <a:lnTo>
                    <a:pt x="554736" y="260604"/>
                  </a:lnTo>
                  <a:lnTo>
                    <a:pt x="557784" y="274320"/>
                  </a:lnTo>
                  <a:lnTo>
                    <a:pt x="557784" y="184797"/>
                  </a:lnTo>
                  <a:lnTo>
                    <a:pt x="551840" y="170688"/>
                  </a:lnTo>
                  <a:lnTo>
                    <a:pt x="548640" y="163068"/>
                  </a:lnTo>
                  <a:lnTo>
                    <a:pt x="539216" y="147828"/>
                  </a:lnTo>
                  <a:lnTo>
                    <a:pt x="532638" y="137160"/>
                  </a:lnTo>
                  <a:lnTo>
                    <a:pt x="526046" y="126492"/>
                  </a:lnTo>
                  <a:lnTo>
                    <a:pt x="516636" y="111252"/>
                  </a:lnTo>
                  <a:lnTo>
                    <a:pt x="478536" y="68580"/>
                  </a:lnTo>
                  <a:lnTo>
                    <a:pt x="432816" y="36576"/>
                  </a:lnTo>
                  <a:lnTo>
                    <a:pt x="429221" y="35052"/>
                  </a:lnTo>
                  <a:lnTo>
                    <a:pt x="393293" y="19812"/>
                  </a:lnTo>
                  <a:lnTo>
                    <a:pt x="382524" y="15240"/>
                  </a:lnTo>
                  <a:lnTo>
                    <a:pt x="329184" y="3048"/>
                  </a:lnTo>
                  <a:lnTo>
                    <a:pt x="274320" y="0"/>
                  </a:lnTo>
                  <a:lnTo>
                    <a:pt x="248412" y="3048"/>
                  </a:lnTo>
                  <a:lnTo>
                    <a:pt x="195072" y="15240"/>
                  </a:lnTo>
                  <a:lnTo>
                    <a:pt x="144780" y="36576"/>
                  </a:lnTo>
                  <a:lnTo>
                    <a:pt x="99060" y="68580"/>
                  </a:lnTo>
                  <a:lnTo>
                    <a:pt x="60960" y="111252"/>
                  </a:lnTo>
                  <a:lnTo>
                    <a:pt x="28956" y="163068"/>
                  </a:lnTo>
                  <a:lnTo>
                    <a:pt x="7620" y="224028"/>
                  </a:lnTo>
                  <a:lnTo>
                    <a:pt x="0" y="272796"/>
                  </a:lnTo>
                  <a:lnTo>
                    <a:pt x="0" y="301752"/>
                  </a:lnTo>
                  <a:lnTo>
                    <a:pt x="7620" y="345948"/>
                  </a:lnTo>
                  <a:lnTo>
                    <a:pt x="21336" y="394716"/>
                  </a:lnTo>
                  <a:lnTo>
                    <a:pt x="47244" y="443484"/>
                  </a:lnTo>
                  <a:lnTo>
                    <a:pt x="50292" y="449580"/>
                  </a:lnTo>
                  <a:lnTo>
                    <a:pt x="59436" y="461772"/>
                  </a:lnTo>
                  <a:lnTo>
                    <a:pt x="73152" y="478536"/>
                  </a:lnTo>
                  <a:lnTo>
                    <a:pt x="99060" y="504444"/>
                  </a:lnTo>
                  <a:lnTo>
                    <a:pt x="118872" y="519684"/>
                  </a:lnTo>
                  <a:lnTo>
                    <a:pt x="128016" y="527304"/>
                  </a:lnTo>
                  <a:lnTo>
                    <a:pt x="138684" y="533400"/>
                  </a:lnTo>
                  <a:lnTo>
                    <a:pt x="160020" y="545592"/>
                  </a:lnTo>
                  <a:lnTo>
                    <a:pt x="184404" y="556260"/>
                  </a:lnTo>
                  <a:lnTo>
                    <a:pt x="220980" y="568452"/>
                  </a:lnTo>
                  <a:lnTo>
                    <a:pt x="228600" y="569976"/>
                  </a:lnTo>
                  <a:lnTo>
                    <a:pt x="234696" y="571500"/>
                  </a:lnTo>
                  <a:lnTo>
                    <a:pt x="265176" y="574548"/>
                  </a:lnTo>
                  <a:lnTo>
                    <a:pt x="303276" y="576072"/>
                  </a:lnTo>
                  <a:lnTo>
                    <a:pt x="316992" y="574548"/>
                  </a:lnTo>
                  <a:lnTo>
                    <a:pt x="318516" y="574548"/>
                  </a:lnTo>
                  <a:lnTo>
                    <a:pt x="332232" y="573024"/>
                  </a:lnTo>
                  <a:lnTo>
                    <a:pt x="344424" y="569976"/>
                  </a:lnTo>
                  <a:lnTo>
                    <a:pt x="373380" y="563880"/>
                  </a:lnTo>
                  <a:lnTo>
                    <a:pt x="405384" y="551688"/>
                  </a:lnTo>
                  <a:lnTo>
                    <a:pt x="409956" y="550164"/>
                  </a:lnTo>
                  <a:lnTo>
                    <a:pt x="416052" y="547116"/>
                  </a:lnTo>
                  <a:lnTo>
                    <a:pt x="428244" y="539496"/>
                  </a:lnTo>
                  <a:lnTo>
                    <a:pt x="440436" y="533400"/>
                  </a:lnTo>
                  <a:lnTo>
                    <a:pt x="443484" y="530352"/>
                  </a:lnTo>
                  <a:lnTo>
                    <a:pt x="449580" y="525780"/>
                  </a:lnTo>
                  <a:lnTo>
                    <a:pt x="469392" y="512064"/>
                  </a:lnTo>
                  <a:lnTo>
                    <a:pt x="475488" y="507492"/>
                  </a:lnTo>
                  <a:lnTo>
                    <a:pt x="478536" y="504444"/>
                  </a:lnTo>
                  <a:lnTo>
                    <a:pt x="496824" y="487680"/>
                  </a:lnTo>
                  <a:lnTo>
                    <a:pt x="502920" y="481584"/>
                  </a:lnTo>
                  <a:lnTo>
                    <a:pt x="527304" y="451104"/>
                  </a:lnTo>
                  <a:lnTo>
                    <a:pt x="547116" y="417576"/>
                  </a:lnTo>
                  <a:lnTo>
                    <a:pt x="551688" y="405384"/>
                  </a:lnTo>
                  <a:lnTo>
                    <a:pt x="557784" y="393192"/>
                  </a:lnTo>
                  <a:lnTo>
                    <a:pt x="562356" y="381000"/>
                  </a:lnTo>
                  <a:lnTo>
                    <a:pt x="573024" y="342900"/>
                  </a:lnTo>
                  <a:lnTo>
                    <a:pt x="576072" y="301752"/>
                  </a:lnTo>
                  <a:lnTo>
                    <a:pt x="577596" y="288036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60249" y="2397182"/>
            <a:ext cx="342340" cy="411123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algn="ctr">
              <a:lnSpc>
                <a:spcPts val="1619"/>
              </a:lnSpc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S</a:t>
            </a:r>
            <a:endParaRPr sz="1412">
              <a:latin typeface="Arial"/>
              <a:cs typeface="Arial"/>
            </a:endParaRPr>
          </a:p>
          <a:p>
            <a:pPr algn="ctr">
              <a:lnSpc>
                <a:spcPts val="1460"/>
              </a:lnSpc>
            </a:pPr>
            <a:r>
              <a:rPr sz="1279" spc="-9" dirty="0">
                <a:solidFill>
                  <a:srgbClr val="FFFFFF"/>
                </a:solidFill>
                <a:latin typeface="Microsoft Sans Serif"/>
                <a:cs typeface="Microsoft Sans Serif"/>
              </a:rPr>
              <a:t>start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99021" y="2827916"/>
            <a:ext cx="1065119" cy="210110"/>
          </a:xfrm>
          <a:custGeom>
            <a:avLst/>
            <a:gdLst/>
            <a:ahLst/>
            <a:cxnLst/>
            <a:rect l="l" t="t" r="r" b="b"/>
            <a:pathLst>
              <a:path w="1207134" h="238125">
                <a:moveTo>
                  <a:pt x="411480" y="18288"/>
                </a:moveTo>
                <a:lnTo>
                  <a:pt x="400812" y="0"/>
                </a:lnTo>
                <a:lnTo>
                  <a:pt x="0" y="237744"/>
                </a:lnTo>
                <a:lnTo>
                  <a:pt x="39624" y="237744"/>
                </a:lnTo>
                <a:lnTo>
                  <a:pt x="411480" y="18288"/>
                </a:lnTo>
                <a:close/>
              </a:path>
              <a:path w="1207134" h="238125">
                <a:moveTo>
                  <a:pt x="614172" y="89916"/>
                </a:moveTo>
                <a:lnTo>
                  <a:pt x="592836" y="89916"/>
                </a:lnTo>
                <a:lnTo>
                  <a:pt x="592836" y="237744"/>
                </a:lnTo>
                <a:lnTo>
                  <a:pt x="614172" y="237744"/>
                </a:lnTo>
                <a:lnTo>
                  <a:pt x="614172" y="89916"/>
                </a:lnTo>
                <a:close/>
              </a:path>
              <a:path w="1207134" h="238125">
                <a:moveTo>
                  <a:pt x="1207008" y="237744"/>
                </a:moveTo>
                <a:lnTo>
                  <a:pt x="806196" y="0"/>
                </a:lnTo>
                <a:lnTo>
                  <a:pt x="795528" y="18288"/>
                </a:lnTo>
                <a:lnTo>
                  <a:pt x="1165860" y="237744"/>
                </a:lnTo>
                <a:lnTo>
                  <a:pt x="1207008" y="237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7085331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5</a:t>
            </a:r>
            <a:endParaRPr sz="1279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93880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86043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58448" y="3037690"/>
            <a:ext cx="2140324" cy="687481"/>
            <a:chOff x="5893308" y="3442715"/>
            <a:chExt cx="2425700" cy="779145"/>
          </a:xfrm>
        </p:grpSpPr>
        <p:sp>
          <p:nvSpPr>
            <p:cNvPr id="13" name="object 13"/>
            <p:cNvSpPr/>
            <p:nvPr/>
          </p:nvSpPr>
          <p:spPr>
            <a:xfrm>
              <a:off x="5907487" y="3656075"/>
              <a:ext cx="548005" cy="230504"/>
            </a:xfrm>
            <a:custGeom>
              <a:avLst/>
              <a:gdLst/>
              <a:ahLst/>
              <a:cxnLst/>
              <a:rect l="l" t="t" r="r" b="b"/>
              <a:pathLst>
                <a:path w="548004" h="230504">
                  <a:moveTo>
                    <a:pt x="273856" y="0"/>
                  </a:moveTo>
                  <a:lnTo>
                    <a:pt x="200704" y="9144"/>
                  </a:lnTo>
                  <a:lnTo>
                    <a:pt x="133648" y="38100"/>
                  </a:lnTo>
                  <a:lnTo>
                    <a:pt x="77260" y="80772"/>
                  </a:lnTo>
                  <a:lnTo>
                    <a:pt x="34588" y="137160"/>
                  </a:lnTo>
                  <a:lnTo>
                    <a:pt x="5632" y="204215"/>
                  </a:lnTo>
                  <a:lnTo>
                    <a:pt x="0" y="230124"/>
                  </a:lnTo>
                  <a:lnTo>
                    <a:pt x="547712" y="230124"/>
                  </a:lnTo>
                  <a:lnTo>
                    <a:pt x="531412" y="169163"/>
                  </a:lnTo>
                  <a:lnTo>
                    <a:pt x="494836" y="108203"/>
                  </a:lnTo>
                  <a:lnTo>
                    <a:pt x="444544" y="57912"/>
                  </a:lnTo>
                  <a:lnTo>
                    <a:pt x="382060" y="21336"/>
                  </a:lnTo>
                  <a:lnTo>
                    <a:pt x="311956" y="1524"/>
                  </a:lnTo>
                  <a:lnTo>
                    <a:pt x="27385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5898007" y="3442715"/>
              <a:ext cx="647700" cy="443865"/>
            </a:xfrm>
            <a:custGeom>
              <a:avLst/>
              <a:gdLst/>
              <a:ahLst/>
              <a:cxnLst/>
              <a:rect l="l" t="t" r="r" b="b"/>
              <a:pathLst>
                <a:path w="647700" h="443864">
                  <a:moveTo>
                    <a:pt x="647573" y="0"/>
                  </a:moveTo>
                  <a:lnTo>
                    <a:pt x="607949" y="0"/>
                  </a:lnTo>
                  <a:lnTo>
                    <a:pt x="313817" y="172212"/>
                  </a:lnTo>
                  <a:lnTo>
                    <a:pt x="303149" y="155448"/>
                  </a:lnTo>
                  <a:lnTo>
                    <a:pt x="283337" y="202692"/>
                  </a:lnTo>
                  <a:lnTo>
                    <a:pt x="301383" y="205105"/>
                  </a:lnTo>
                  <a:lnTo>
                    <a:pt x="269621" y="204216"/>
                  </a:lnTo>
                  <a:lnTo>
                    <a:pt x="190373" y="217932"/>
                  </a:lnTo>
                  <a:lnTo>
                    <a:pt x="140081" y="240792"/>
                  </a:lnTo>
                  <a:lnTo>
                    <a:pt x="94361" y="272796"/>
                  </a:lnTo>
                  <a:lnTo>
                    <a:pt x="54737" y="313944"/>
                  </a:lnTo>
                  <a:lnTo>
                    <a:pt x="24257" y="365760"/>
                  </a:lnTo>
                  <a:lnTo>
                    <a:pt x="2921" y="426720"/>
                  </a:lnTo>
                  <a:lnTo>
                    <a:pt x="0" y="443484"/>
                  </a:lnTo>
                  <a:lnTo>
                    <a:pt x="19850" y="443484"/>
                  </a:lnTo>
                  <a:lnTo>
                    <a:pt x="24257" y="423672"/>
                  </a:lnTo>
                  <a:lnTo>
                    <a:pt x="24257" y="425196"/>
                  </a:lnTo>
                  <a:lnTo>
                    <a:pt x="36449" y="387096"/>
                  </a:lnTo>
                  <a:lnTo>
                    <a:pt x="42545" y="374904"/>
                  </a:lnTo>
                  <a:lnTo>
                    <a:pt x="41021" y="374904"/>
                  </a:lnTo>
                  <a:lnTo>
                    <a:pt x="53213" y="353568"/>
                  </a:lnTo>
                  <a:lnTo>
                    <a:pt x="54737" y="352044"/>
                  </a:lnTo>
                  <a:lnTo>
                    <a:pt x="53213" y="352044"/>
                  </a:lnTo>
                  <a:lnTo>
                    <a:pt x="60833" y="341376"/>
                  </a:lnTo>
                  <a:lnTo>
                    <a:pt x="69977" y="330708"/>
                  </a:lnTo>
                  <a:lnTo>
                    <a:pt x="76073" y="320040"/>
                  </a:lnTo>
                  <a:lnTo>
                    <a:pt x="76073" y="321564"/>
                  </a:lnTo>
                  <a:lnTo>
                    <a:pt x="77368" y="320040"/>
                  </a:lnTo>
                  <a:lnTo>
                    <a:pt x="85217" y="310896"/>
                  </a:lnTo>
                  <a:lnTo>
                    <a:pt x="103505" y="292608"/>
                  </a:lnTo>
                  <a:lnTo>
                    <a:pt x="112649" y="284988"/>
                  </a:lnTo>
                  <a:lnTo>
                    <a:pt x="123317" y="275844"/>
                  </a:lnTo>
                  <a:lnTo>
                    <a:pt x="132461" y="269748"/>
                  </a:lnTo>
                  <a:lnTo>
                    <a:pt x="133985" y="268224"/>
                  </a:lnTo>
                  <a:lnTo>
                    <a:pt x="132461" y="268224"/>
                  </a:lnTo>
                  <a:lnTo>
                    <a:pt x="155321" y="256032"/>
                  </a:lnTo>
                  <a:lnTo>
                    <a:pt x="167513" y="249936"/>
                  </a:lnTo>
                  <a:lnTo>
                    <a:pt x="178181" y="245364"/>
                  </a:lnTo>
                  <a:lnTo>
                    <a:pt x="179705" y="243840"/>
                  </a:lnTo>
                  <a:lnTo>
                    <a:pt x="178181" y="243840"/>
                  </a:lnTo>
                  <a:lnTo>
                    <a:pt x="190373" y="239268"/>
                  </a:lnTo>
                  <a:lnTo>
                    <a:pt x="202565" y="236220"/>
                  </a:lnTo>
                  <a:lnTo>
                    <a:pt x="216281" y="231648"/>
                  </a:lnTo>
                  <a:lnTo>
                    <a:pt x="228473" y="228600"/>
                  </a:lnTo>
                  <a:lnTo>
                    <a:pt x="242189" y="225552"/>
                  </a:lnTo>
                  <a:lnTo>
                    <a:pt x="255905" y="224028"/>
                  </a:lnTo>
                  <a:lnTo>
                    <a:pt x="269621" y="224028"/>
                  </a:lnTo>
                  <a:lnTo>
                    <a:pt x="283337" y="222504"/>
                  </a:lnTo>
                  <a:lnTo>
                    <a:pt x="297053" y="224028"/>
                  </a:lnTo>
                  <a:lnTo>
                    <a:pt x="298577" y="224028"/>
                  </a:lnTo>
                  <a:lnTo>
                    <a:pt x="310769" y="224028"/>
                  </a:lnTo>
                  <a:lnTo>
                    <a:pt x="324485" y="225552"/>
                  </a:lnTo>
                  <a:lnTo>
                    <a:pt x="338201" y="228600"/>
                  </a:lnTo>
                  <a:lnTo>
                    <a:pt x="350393" y="231648"/>
                  </a:lnTo>
                  <a:lnTo>
                    <a:pt x="362585" y="236220"/>
                  </a:lnTo>
                  <a:lnTo>
                    <a:pt x="374777" y="239268"/>
                  </a:lnTo>
                  <a:lnTo>
                    <a:pt x="388493" y="243840"/>
                  </a:lnTo>
                  <a:lnTo>
                    <a:pt x="400685" y="249936"/>
                  </a:lnTo>
                  <a:lnTo>
                    <a:pt x="409829" y="256032"/>
                  </a:lnTo>
                  <a:lnTo>
                    <a:pt x="423545" y="262128"/>
                  </a:lnTo>
                  <a:lnTo>
                    <a:pt x="434213" y="268224"/>
                  </a:lnTo>
                  <a:lnTo>
                    <a:pt x="432689" y="268224"/>
                  </a:lnTo>
                  <a:lnTo>
                    <a:pt x="434213" y="269748"/>
                  </a:lnTo>
                  <a:lnTo>
                    <a:pt x="444881" y="275844"/>
                  </a:lnTo>
                  <a:lnTo>
                    <a:pt x="443357" y="275844"/>
                  </a:lnTo>
                  <a:lnTo>
                    <a:pt x="444881" y="277368"/>
                  </a:lnTo>
                  <a:lnTo>
                    <a:pt x="454025" y="284988"/>
                  </a:lnTo>
                  <a:lnTo>
                    <a:pt x="464693" y="292608"/>
                  </a:lnTo>
                  <a:lnTo>
                    <a:pt x="463169" y="292608"/>
                  </a:lnTo>
                  <a:lnTo>
                    <a:pt x="464693" y="294132"/>
                  </a:lnTo>
                  <a:lnTo>
                    <a:pt x="473837" y="301752"/>
                  </a:lnTo>
                  <a:lnTo>
                    <a:pt x="472313" y="301752"/>
                  </a:lnTo>
                  <a:lnTo>
                    <a:pt x="473837" y="303276"/>
                  </a:lnTo>
                  <a:lnTo>
                    <a:pt x="481457" y="310896"/>
                  </a:lnTo>
                  <a:lnTo>
                    <a:pt x="490601" y="321564"/>
                  </a:lnTo>
                  <a:lnTo>
                    <a:pt x="524129" y="374904"/>
                  </a:lnTo>
                  <a:lnTo>
                    <a:pt x="539369" y="411480"/>
                  </a:lnTo>
                  <a:lnTo>
                    <a:pt x="543941" y="425196"/>
                  </a:lnTo>
                  <a:lnTo>
                    <a:pt x="543941" y="423672"/>
                  </a:lnTo>
                  <a:lnTo>
                    <a:pt x="546989" y="437388"/>
                  </a:lnTo>
                  <a:lnTo>
                    <a:pt x="545465" y="437388"/>
                  </a:lnTo>
                  <a:lnTo>
                    <a:pt x="546989" y="441960"/>
                  </a:lnTo>
                  <a:lnTo>
                    <a:pt x="547243" y="443484"/>
                  </a:lnTo>
                  <a:lnTo>
                    <a:pt x="566140" y="443484"/>
                  </a:lnTo>
                  <a:lnTo>
                    <a:pt x="563753" y="426720"/>
                  </a:lnTo>
                  <a:lnTo>
                    <a:pt x="562838" y="423672"/>
                  </a:lnTo>
                  <a:lnTo>
                    <a:pt x="554609" y="396240"/>
                  </a:lnTo>
                  <a:lnTo>
                    <a:pt x="511937" y="313944"/>
                  </a:lnTo>
                  <a:lnTo>
                    <a:pt x="473837" y="272796"/>
                  </a:lnTo>
                  <a:lnTo>
                    <a:pt x="426593" y="240792"/>
                  </a:lnTo>
                  <a:lnTo>
                    <a:pt x="387578" y="222504"/>
                  </a:lnTo>
                  <a:lnTo>
                    <a:pt x="377825" y="217932"/>
                  </a:lnTo>
                  <a:lnTo>
                    <a:pt x="334733" y="208089"/>
                  </a:lnTo>
                  <a:lnTo>
                    <a:pt x="324485" y="190500"/>
                  </a:lnTo>
                  <a:lnTo>
                    <a:pt x="6475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6835603" y="3656075"/>
              <a:ext cx="548005" cy="230504"/>
            </a:xfrm>
            <a:custGeom>
              <a:avLst/>
              <a:gdLst/>
              <a:ahLst/>
              <a:cxnLst/>
              <a:rect l="l" t="t" r="r" b="b"/>
              <a:pathLst>
                <a:path w="548004" h="230504">
                  <a:moveTo>
                    <a:pt x="273856" y="0"/>
                  </a:moveTo>
                  <a:lnTo>
                    <a:pt x="235756" y="1524"/>
                  </a:lnTo>
                  <a:lnTo>
                    <a:pt x="165652" y="21336"/>
                  </a:lnTo>
                  <a:lnTo>
                    <a:pt x="103168" y="57912"/>
                  </a:lnTo>
                  <a:lnTo>
                    <a:pt x="52876" y="108203"/>
                  </a:lnTo>
                  <a:lnTo>
                    <a:pt x="17824" y="169163"/>
                  </a:lnTo>
                  <a:lnTo>
                    <a:pt x="0" y="230124"/>
                  </a:lnTo>
                  <a:lnTo>
                    <a:pt x="547712" y="230124"/>
                  </a:lnTo>
                  <a:lnTo>
                    <a:pt x="529888" y="169163"/>
                  </a:lnTo>
                  <a:lnTo>
                    <a:pt x="493312" y="108203"/>
                  </a:lnTo>
                  <a:lnTo>
                    <a:pt x="443020" y="57912"/>
                  </a:lnTo>
                  <a:lnTo>
                    <a:pt x="382060" y="21336"/>
                  </a:lnTo>
                  <a:lnTo>
                    <a:pt x="311956" y="1524"/>
                  </a:lnTo>
                  <a:lnTo>
                    <a:pt x="273856" y="0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6824749" y="3646931"/>
              <a:ext cx="568325" cy="239395"/>
            </a:xfrm>
            <a:custGeom>
              <a:avLst/>
              <a:gdLst/>
              <a:ahLst/>
              <a:cxnLst/>
              <a:rect l="l" t="t" r="r" b="b"/>
              <a:pathLst>
                <a:path w="568325" h="239395">
                  <a:moveTo>
                    <a:pt x="298426" y="0"/>
                  </a:moveTo>
                  <a:lnTo>
                    <a:pt x="269470" y="0"/>
                  </a:lnTo>
                  <a:lnTo>
                    <a:pt x="243562" y="1523"/>
                  </a:lnTo>
                  <a:lnTo>
                    <a:pt x="190222" y="13715"/>
                  </a:lnTo>
                  <a:lnTo>
                    <a:pt x="139930" y="36575"/>
                  </a:lnTo>
                  <a:lnTo>
                    <a:pt x="94210" y="68579"/>
                  </a:lnTo>
                  <a:lnTo>
                    <a:pt x="56110" y="109727"/>
                  </a:lnTo>
                  <a:lnTo>
                    <a:pt x="24106" y="161543"/>
                  </a:lnTo>
                  <a:lnTo>
                    <a:pt x="2770" y="224027"/>
                  </a:lnTo>
                  <a:lnTo>
                    <a:pt x="0" y="239267"/>
                  </a:lnTo>
                  <a:lnTo>
                    <a:pt x="20381" y="239267"/>
                  </a:lnTo>
                  <a:lnTo>
                    <a:pt x="21058" y="233171"/>
                  </a:lnTo>
                  <a:lnTo>
                    <a:pt x="24106" y="219455"/>
                  </a:lnTo>
                  <a:lnTo>
                    <a:pt x="24445" y="219455"/>
                  </a:lnTo>
                  <a:lnTo>
                    <a:pt x="27154" y="207263"/>
                  </a:lnTo>
                  <a:lnTo>
                    <a:pt x="33250" y="195071"/>
                  </a:lnTo>
                  <a:lnTo>
                    <a:pt x="37822" y="182879"/>
                  </a:lnTo>
                  <a:lnTo>
                    <a:pt x="42394" y="172212"/>
                  </a:lnTo>
                  <a:lnTo>
                    <a:pt x="43918" y="170687"/>
                  </a:lnTo>
                  <a:lnTo>
                    <a:pt x="42394" y="170687"/>
                  </a:lnTo>
                  <a:lnTo>
                    <a:pt x="54586" y="149351"/>
                  </a:lnTo>
                  <a:lnTo>
                    <a:pt x="56110" y="147827"/>
                  </a:lnTo>
                  <a:lnTo>
                    <a:pt x="54586" y="147827"/>
                  </a:lnTo>
                  <a:lnTo>
                    <a:pt x="77446" y="115823"/>
                  </a:lnTo>
                  <a:lnTo>
                    <a:pt x="78535" y="115823"/>
                  </a:lnTo>
                  <a:lnTo>
                    <a:pt x="85066" y="106679"/>
                  </a:lnTo>
                  <a:lnTo>
                    <a:pt x="103354" y="88391"/>
                  </a:lnTo>
                  <a:lnTo>
                    <a:pt x="114022" y="80771"/>
                  </a:lnTo>
                  <a:lnTo>
                    <a:pt x="123166" y="71627"/>
                  </a:lnTo>
                  <a:lnTo>
                    <a:pt x="133834" y="65531"/>
                  </a:lnTo>
                  <a:lnTo>
                    <a:pt x="135358" y="64007"/>
                  </a:lnTo>
                  <a:lnTo>
                    <a:pt x="133834" y="64007"/>
                  </a:lnTo>
                  <a:lnTo>
                    <a:pt x="156694" y="51815"/>
                  </a:lnTo>
                  <a:lnTo>
                    <a:pt x="167362" y="45719"/>
                  </a:lnTo>
                  <a:lnTo>
                    <a:pt x="179554" y="41147"/>
                  </a:lnTo>
                  <a:lnTo>
                    <a:pt x="181078" y="39623"/>
                  </a:lnTo>
                  <a:lnTo>
                    <a:pt x="179554" y="39623"/>
                  </a:lnTo>
                  <a:lnTo>
                    <a:pt x="191746" y="35051"/>
                  </a:lnTo>
                  <a:lnTo>
                    <a:pt x="203938" y="32003"/>
                  </a:lnTo>
                  <a:lnTo>
                    <a:pt x="216130" y="27431"/>
                  </a:lnTo>
                  <a:lnTo>
                    <a:pt x="243562" y="21335"/>
                  </a:lnTo>
                  <a:lnTo>
                    <a:pt x="257278" y="19812"/>
                  </a:lnTo>
                  <a:lnTo>
                    <a:pt x="269470" y="19812"/>
                  </a:lnTo>
                  <a:lnTo>
                    <a:pt x="284710" y="18287"/>
                  </a:lnTo>
                  <a:lnTo>
                    <a:pt x="384740" y="18287"/>
                  </a:lnTo>
                  <a:lnTo>
                    <a:pt x="351766" y="7619"/>
                  </a:lnTo>
                  <a:lnTo>
                    <a:pt x="298426" y="0"/>
                  </a:lnTo>
                  <a:close/>
                </a:path>
                <a:path w="568325" h="239395">
                  <a:moveTo>
                    <a:pt x="552934" y="219455"/>
                  </a:moveTo>
                  <a:lnTo>
                    <a:pt x="543790" y="219455"/>
                  </a:lnTo>
                  <a:lnTo>
                    <a:pt x="546838" y="233171"/>
                  </a:lnTo>
                  <a:lnTo>
                    <a:pt x="546838" y="237743"/>
                  </a:lnTo>
                  <a:lnTo>
                    <a:pt x="547346" y="239267"/>
                  </a:lnTo>
                  <a:lnTo>
                    <a:pt x="552934" y="239267"/>
                  </a:lnTo>
                  <a:lnTo>
                    <a:pt x="552934" y="219455"/>
                  </a:lnTo>
                  <a:close/>
                </a:path>
                <a:path w="568325" h="239395">
                  <a:moveTo>
                    <a:pt x="552934" y="184403"/>
                  </a:moveTo>
                  <a:lnTo>
                    <a:pt x="552934" y="239267"/>
                  </a:lnTo>
                  <a:lnTo>
                    <a:pt x="567897" y="239267"/>
                  </a:lnTo>
                  <a:lnTo>
                    <a:pt x="565126" y="224027"/>
                  </a:lnTo>
                  <a:lnTo>
                    <a:pt x="555982" y="192023"/>
                  </a:lnTo>
                  <a:lnTo>
                    <a:pt x="552934" y="184403"/>
                  </a:lnTo>
                  <a:close/>
                </a:path>
                <a:path w="568325" h="239395">
                  <a:moveTo>
                    <a:pt x="24445" y="219455"/>
                  </a:moveTo>
                  <a:lnTo>
                    <a:pt x="24106" y="219455"/>
                  </a:lnTo>
                  <a:lnTo>
                    <a:pt x="24106" y="220979"/>
                  </a:lnTo>
                  <a:lnTo>
                    <a:pt x="24445" y="219455"/>
                  </a:lnTo>
                  <a:close/>
                </a:path>
                <a:path w="568325" h="239395">
                  <a:moveTo>
                    <a:pt x="384740" y="18287"/>
                  </a:moveTo>
                  <a:lnTo>
                    <a:pt x="284710" y="18287"/>
                  </a:lnTo>
                  <a:lnTo>
                    <a:pt x="298426" y="19812"/>
                  </a:lnTo>
                  <a:lnTo>
                    <a:pt x="312142" y="19812"/>
                  </a:lnTo>
                  <a:lnTo>
                    <a:pt x="324334" y="21335"/>
                  </a:lnTo>
                  <a:lnTo>
                    <a:pt x="339574" y="24383"/>
                  </a:lnTo>
                  <a:lnTo>
                    <a:pt x="351766" y="27431"/>
                  </a:lnTo>
                  <a:lnTo>
                    <a:pt x="363958" y="32003"/>
                  </a:lnTo>
                  <a:lnTo>
                    <a:pt x="376150" y="35051"/>
                  </a:lnTo>
                  <a:lnTo>
                    <a:pt x="388342" y="39623"/>
                  </a:lnTo>
                  <a:lnTo>
                    <a:pt x="400534" y="45719"/>
                  </a:lnTo>
                  <a:lnTo>
                    <a:pt x="411202" y="51815"/>
                  </a:lnTo>
                  <a:lnTo>
                    <a:pt x="435586" y="64007"/>
                  </a:lnTo>
                  <a:lnTo>
                    <a:pt x="434062" y="64007"/>
                  </a:lnTo>
                  <a:lnTo>
                    <a:pt x="435586" y="65531"/>
                  </a:lnTo>
                  <a:lnTo>
                    <a:pt x="444730" y="71627"/>
                  </a:lnTo>
                  <a:lnTo>
                    <a:pt x="444730" y="73151"/>
                  </a:lnTo>
                  <a:lnTo>
                    <a:pt x="453874" y="80771"/>
                  </a:lnTo>
                  <a:lnTo>
                    <a:pt x="464542" y="88391"/>
                  </a:lnTo>
                  <a:lnTo>
                    <a:pt x="463018" y="88391"/>
                  </a:lnTo>
                  <a:lnTo>
                    <a:pt x="464542" y="89915"/>
                  </a:lnTo>
                  <a:lnTo>
                    <a:pt x="473686" y="97535"/>
                  </a:lnTo>
                  <a:lnTo>
                    <a:pt x="473686" y="99059"/>
                  </a:lnTo>
                  <a:lnTo>
                    <a:pt x="482830" y="106679"/>
                  </a:lnTo>
                  <a:lnTo>
                    <a:pt x="491974" y="117347"/>
                  </a:lnTo>
                  <a:lnTo>
                    <a:pt x="498070" y="126491"/>
                  </a:lnTo>
                  <a:lnTo>
                    <a:pt x="513310" y="147827"/>
                  </a:lnTo>
                  <a:lnTo>
                    <a:pt x="525502" y="170687"/>
                  </a:lnTo>
                  <a:lnTo>
                    <a:pt x="530074" y="182879"/>
                  </a:lnTo>
                  <a:lnTo>
                    <a:pt x="536170" y="195071"/>
                  </a:lnTo>
                  <a:lnTo>
                    <a:pt x="540742" y="207263"/>
                  </a:lnTo>
                  <a:lnTo>
                    <a:pt x="543790" y="220979"/>
                  </a:lnTo>
                  <a:lnTo>
                    <a:pt x="543790" y="219455"/>
                  </a:lnTo>
                  <a:lnTo>
                    <a:pt x="552934" y="219455"/>
                  </a:lnTo>
                  <a:lnTo>
                    <a:pt x="552934" y="184403"/>
                  </a:lnTo>
                  <a:lnTo>
                    <a:pt x="530074" y="134112"/>
                  </a:lnTo>
                  <a:lnTo>
                    <a:pt x="493498" y="88391"/>
                  </a:lnTo>
                  <a:lnTo>
                    <a:pt x="450826" y="51815"/>
                  </a:lnTo>
                  <a:lnTo>
                    <a:pt x="403582" y="24383"/>
                  </a:lnTo>
                  <a:lnTo>
                    <a:pt x="384740" y="18287"/>
                  </a:lnTo>
                  <a:close/>
                </a:path>
                <a:path w="568325" h="239395">
                  <a:moveTo>
                    <a:pt x="78535" y="115823"/>
                  </a:moveTo>
                  <a:lnTo>
                    <a:pt x="77446" y="115823"/>
                  </a:lnTo>
                  <a:lnTo>
                    <a:pt x="77446" y="117347"/>
                  </a:lnTo>
                  <a:lnTo>
                    <a:pt x="78535" y="115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7763322" y="3656075"/>
              <a:ext cx="547370" cy="230504"/>
            </a:xfrm>
            <a:custGeom>
              <a:avLst/>
              <a:gdLst/>
              <a:ahLst/>
              <a:cxnLst/>
              <a:rect l="l" t="t" r="r" b="b"/>
              <a:pathLst>
                <a:path w="547370" h="230504">
                  <a:moveTo>
                    <a:pt x="274253" y="0"/>
                  </a:moveTo>
                  <a:lnTo>
                    <a:pt x="236153" y="1524"/>
                  </a:lnTo>
                  <a:lnTo>
                    <a:pt x="164525" y="21336"/>
                  </a:lnTo>
                  <a:lnTo>
                    <a:pt x="103565" y="57912"/>
                  </a:lnTo>
                  <a:lnTo>
                    <a:pt x="53273" y="108203"/>
                  </a:lnTo>
                  <a:lnTo>
                    <a:pt x="16697" y="169163"/>
                  </a:lnTo>
                  <a:lnTo>
                    <a:pt x="0" y="230124"/>
                  </a:lnTo>
                  <a:lnTo>
                    <a:pt x="546983" y="230124"/>
                  </a:lnTo>
                  <a:lnTo>
                    <a:pt x="530285" y="169163"/>
                  </a:lnTo>
                  <a:lnTo>
                    <a:pt x="493709" y="108203"/>
                  </a:lnTo>
                  <a:lnTo>
                    <a:pt x="443417" y="57912"/>
                  </a:lnTo>
                  <a:lnTo>
                    <a:pt x="382457" y="21336"/>
                  </a:lnTo>
                  <a:lnTo>
                    <a:pt x="310829" y="1524"/>
                  </a:lnTo>
                  <a:lnTo>
                    <a:pt x="27425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7752715" y="3646931"/>
              <a:ext cx="566420" cy="239395"/>
            </a:xfrm>
            <a:custGeom>
              <a:avLst/>
              <a:gdLst/>
              <a:ahLst/>
              <a:cxnLst/>
              <a:rect l="l" t="t" r="r" b="b"/>
              <a:pathLst>
                <a:path w="566420" h="239395">
                  <a:moveTo>
                    <a:pt x="566140" y="239268"/>
                  </a:moveTo>
                  <a:lnTo>
                    <a:pt x="563753" y="222504"/>
                  </a:lnTo>
                  <a:lnTo>
                    <a:pt x="562838" y="219456"/>
                  </a:lnTo>
                  <a:lnTo>
                    <a:pt x="554609" y="192024"/>
                  </a:lnTo>
                  <a:lnTo>
                    <a:pt x="511937" y="109728"/>
                  </a:lnTo>
                  <a:lnTo>
                    <a:pt x="473837" y="68580"/>
                  </a:lnTo>
                  <a:lnTo>
                    <a:pt x="426593" y="36576"/>
                  </a:lnTo>
                  <a:lnTo>
                    <a:pt x="387578" y="18288"/>
                  </a:lnTo>
                  <a:lnTo>
                    <a:pt x="377825" y="13716"/>
                  </a:lnTo>
                  <a:lnTo>
                    <a:pt x="324485" y="1524"/>
                  </a:lnTo>
                  <a:lnTo>
                    <a:pt x="269621" y="0"/>
                  </a:lnTo>
                  <a:lnTo>
                    <a:pt x="242189" y="1524"/>
                  </a:lnTo>
                  <a:lnTo>
                    <a:pt x="190373" y="13716"/>
                  </a:lnTo>
                  <a:lnTo>
                    <a:pt x="140081" y="36576"/>
                  </a:lnTo>
                  <a:lnTo>
                    <a:pt x="94361" y="68580"/>
                  </a:lnTo>
                  <a:lnTo>
                    <a:pt x="54737" y="109728"/>
                  </a:lnTo>
                  <a:lnTo>
                    <a:pt x="24257" y="161544"/>
                  </a:lnTo>
                  <a:lnTo>
                    <a:pt x="2921" y="222504"/>
                  </a:lnTo>
                  <a:lnTo>
                    <a:pt x="0" y="239268"/>
                  </a:lnTo>
                  <a:lnTo>
                    <a:pt x="20523" y="239268"/>
                  </a:lnTo>
                  <a:lnTo>
                    <a:pt x="21209" y="233172"/>
                  </a:lnTo>
                  <a:lnTo>
                    <a:pt x="24257" y="219456"/>
                  </a:lnTo>
                  <a:lnTo>
                    <a:pt x="24257" y="220980"/>
                  </a:lnTo>
                  <a:lnTo>
                    <a:pt x="24587" y="219456"/>
                  </a:lnTo>
                  <a:lnTo>
                    <a:pt x="27305" y="207264"/>
                  </a:lnTo>
                  <a:lnTo>
                    <a:pt x="36449" y="182880"/>
                  </a:lnTo>
                  <a:lnTo>
                    <a:pt x="42545" y="172212"/>
                  </a:lnTo>
                  <a:lnTo>
                    <a:pt x="42545" y="170688"/>
                  </a:lnTo>
                  <a:lnTo>
                    <a:pt x="54737" y="149352"/>
                  </a:lnTo>
                  <a:lnTo>
                    <a:pt x="54737" y="147828"/>
                  </a:lnTo>
                  <a:lnTo>
                    <a:pt x="60833" y="137160"/>
                  </a:lnTo>
                  <a:lnTo>
                    <a:pt x="69977" y="126492"/>
                  </a:lnTo>
                  <a:lnTo>
                    <a:pt x="77597" y="115824"/>
                  </a:lnTo>
                  <a:lnTo>
                    <a:pt x="77597" y="117348"/>
                  </a:lnTo>
                  <a:lnTo>
                    <a:pt x="78676" y="115824"/>
                  </a:lnTo>
                  <a:lnTo>
                    <a:pt x="85217" y="106680"/>
                  </a:lnTo>
                  <a:lnTo>
                    <a:pt x="103505" y="88392"/>
                  </a:lnTo>
                  <a:lnTo>
                    <a:pt x="112649" y="80772"/>
                  </a:lnTo>
                  <a:lnTo>
                    <a:pt x="123317" y="71628"/>
                  </a:lnTo>
                  <a:lnTo>
                    <a:pt x="133985" y="65532"/>
                  </a:lnTo>
                  <a:lnTo>
                    <a:pt x="133985" y="64008"/>
                  </a:lnTo>
                  <a:lnTo>
                    <a:pt x="156845" y="51816"/>
                  </a:lnTo>
                  <a:lnTo>
                    <a:pt x="167513" y="45720"/>
                  </a:lnTo>
                  <a:lnTo>
                    <a:pt x="178181" y="41148"/>
                  </a:lnTo>
                  <a:lnTo>
                    <a:pt x="179705" y="39624"/>
                  </a:lnTo>
                  <a:lnTo>
                    <a:pt x="178181" y="39624"/>
                  </a:lnTo>
                  <a:lnTo>
                    <a:pt x="191897" y="35052"/>
                  </a:lnTo>
                  <a:lnTo>
                    <a:pt x="204089" y="32004"/>
                  </a:lnTo>
                  <a:lnTo>
                    <a:pt x="216281" y="27432"/>
                  </a:lnTo>
                  <a:lnTo>
                    <a:pt x="229997" y="24384"/>
                  </a:lnTo>
                  <a:lnTo>
                    <a:pt x="242189" y="21336"/>
                  </a:lnTo>
                  <a:lnTo>
                    <a:pt x="255905" y="19812"/>
                  </a:lnTo>
                  <a:lnTo>
                    <a:pt x="269621" y="19812"/>
                  </a:lnTo>
                  <a:lnTo>
                    <a:pt x="283337" y="18288"/>
                  </a:lnTo>
                  <a:lnTo>
                    <a:pt x="297053" y="19812"/>
                  </a:lnTo>
                  <a:lnTo>
                    <a:pt x="298577" y="19812"/>
                  </a:lnTo>
                  <a:lnTo>
                    <a:pt x="310769" y="19812"/>
                  </a:lnTo>
                  <a:lnTo>
                    <a:pt x="312293" y="19812"/>
                  </a:lnTo>
                  <a:lnTo>
                    <a:pt x="324485" y="21336"/>
                  </a:lnTo>
                  <a:lnTo>
                    <a:pt x="338201" y="24384"/>
                  </a:lnTo>
                  <a:lnTo>
                    <a:pt x="350393" y="27432"/>
                  </a:lnTo>
                  <a:lnTo>
                    <a:pt x="364109" y="32004"/>
                  </a:lnTo>
                  <a:lnTo>
                    <a:pt x="376301" y="35052"/>
                  </a:lnTo>
                  <a:lnTo>
                    <a:pt x="388493" y="39624"/>
                  </a:lnTo>
                  <a:lnTo>
                    <a:pt x="400685" y="45720"/>
                  </a:lnTo>
                  <a:lnTo>
                    <a:pt x="411353" y="51816"/>
                  </a:lnTo>
                  <a:lnTo>
                    <a:pt x="423545" y="57912"/>
                  </a:lnTo>
                  <a:lnTo>
                    <a:pt x="434213" y="64008"/>
                  </a:lnTo>
                  <a:lnTo>
                    <a:pt x="434213" y="65532"/>
                  </a:lnTo>
                  <a:lnTo>
                    <a:pt x="444881" y="71628"/>
                  </a:lnTo>
                  <a:lnTo>
                    <a:pt x="444881" y="73152"/>
                  </a:lnTo>
                  <a:lnTo>
                    <a:pt x="454025" y="80772"/>
                  </a:lnTo>
                  <a:lnTo>
                    <a:pt x="464693" y="88392"/>
                  </a:lnTo>
                  <a:lnTo>
                    <a:pt x="464693" y="89916"/>
                  </a:lnTo>
                  <a:lnTo>
                    <a:pt x="473837" y="97536"/>
                  </a:lnTo>
                  <a:lnTo>
                    <a:pt x="473837" y="99060"/>
                  </a:lnTo>
                  <a:lnTo>
                    <a:pt x="481457" y="106680"/>
                  </a:lnTo>
                  <a:lnTo>
                    <a:pt x="513461" y="147828"/>
                  </a:lnTo>
                  <a:lnTo>
                    <a:pt x="539369" y="207264"/>
                  </a:lnTo>
                  <a:lnTo>
                    <a:pt x="543941" y="220980"/>
                  </a:lnTo>
                  <a:lnTo>
                    <a:pt x="543941" y="219456"/>
                  </a:lnTo>
                  <a:lnTo>
                    <a:pt x="546989" y="233172"/>
                  </a:lnTo>
                  <a:lnTo>
                    <a:pt x="546989" y="237744"/>
                  </a:lnTo>
                  <a:lnTo>
                    <a:pt x="547243" y="239268"/>
                  </a:lnTo>
                  <a:lnTo>
                    <a:pt x="566140" y="239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1876" y="3692651"/>
              <a:ext cx="91440" cy="7162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671816" y="3442715"/>
              <a:ext cx="628015" cy="441959"/>
            </a:xfrm>
            <a:custGeom>
              <a:avLst/>
              <a:gdLst/>
              <a:ahLst/>
              <a:cxnLst/>
              <a:rect l="l" t="t" r="r" b="b"/>
              <a:pathLst>
                <a:path w="628015" h="441960">
                  <a:moveTo>
                    <a:pt x="365760" y="202692"/>
                  </a:moveTo>
                  <a:lnTo>
                    <a:pt x="345948" y="155448"/>
                  </a:lnTo>
                  <a:lnTo>
                    <a:pt x="335280" y="172212"/>
                  </a:lnTo>
                  <a:lnTo>
                    <a:pt x="41148" y="0"/>
                  </a:lnTo>
                  <a:lnTo>
                    <a:pt x="0" y="0"/>
                  </a:lnTo>
                  <a:lnTo>
                    <a:pt x="324612" y="190500"/>
                  </a:lnTo>
                  <a:lnTo>
                    <a:pt x="313944" y="208788"/>
                  </a:lnTo>
                  <a:lnTo>
                    <a:pt x="342900" y="205740"/>
                  </a:lnTo>
                  <a:lnTo>
                    <a:pt x="365760" y="202692"/>
                  </a:lnTo>
                  <a:close/>
                </a:path>
                <a:path w="628015" h="441960">
                  <a:moveTo>
                    <a:pt x="627888" y="437388"/>
                  </a:moveTo>
                  <a:lnTo>
                    <a:pt x="626364" y="437388"/>
                  </a:lnTo>
                  <a:lnTo>
                    <a:pt x="627888" y="441960"/>
                  </a:lnTo>
                  <a:lnTo>
                    <a:pt x="627888" y="4373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2028" y="3442715"/>
              <a:ext cx="59435" cy="20573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903976" y="3886199"/>
              <a:ext cx="556260" cy="326390"/>
            </a:xfrm>
            <a:custGeom>
              <a:avLst/>
              <a:gdLst/>
              <a:ahLst/>
              <a:cxnLst/>
              <a:rect l="l" t="t" r="r" b="b"/>
              <a:pathLst>
                <a:path w="556260" h="326389">
                  <a:moveTo>
                    <a:pt x="551224" y="0"/>
                  </a:moveTo>
                  <a:lnTo>
                    <a:pt x="3511" y="0"/>
                  </a:lnTo>
                  <a:lnTo>
                    <a:pt x="1524" y="9144"/>
                  </a:lnTo>
                  <a:lnTo>
                    <a:pt x="0" y="47244"/>
                  </a:lnTo>
                  <a:lnTo>
                    <a:pt x="1524" y="85344"/>
                  </a:lnTo>
                  <a:lnTo>
                    <a:pt x="21336" y="155448"/>
                  </a:lnTo>
                  <a:lnTo>
                    <a:pt x="57912" y="217932"/>
                  </a:lnTo>
                  <a:lnTo>
                    <a:pt x="108203" y="268224"/>
                  </a:lnTo>
                  <a:lnTo>
                    <a:pt x="169163" y="303275"/>
                  </a:lnTo>
                  <a:lnTo>
                    <a:pt x="240791" y="323088"/>
                  </a:lnTo>
                  <a:lnTo>
                    <a:pt x="277368" y="326136"/>
                  </a:lnTo>
                  <a:lnTo>
                    <a:pt x="315468" y="323088"/>
                  </a:lnTo>
                  <a:lnTo>
                    <a:pt x="385572" y="303275"/>
                  </a:lnTo>
                  <a:lnTo>
                    <a:pt x="448056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3212" y="85344"/>
                  </a:lnTo>
                  <a:lnTo>
                    <a:pt x="556260" y="47244"/>
                  </a:lnTo>
                  <a:lnTo>
                    <a:pt x="553212" y="9144"/>
                  </a:lnTo>
                  <a:lnTo>
                    <a:pt x="55122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5893308" y="3886199"/>
              <a:ext cx="577850" cy="335280"/>
            </a:xfrm>
            <a:custGeom>
              <a:avLst/>
              <a:gdLst/>
              <a:ahLst/>
              <a:cxnLst/>
              <a:rect l="l" t="t" r="r" b="b"/>
              <a:pathLst>
                <a:path w="577850" h="335279">
                  <a:moveTo>
                    <a:pt x="577596" y="47244"/>
                  </a:moveTo>
                  <a:lnTo>
                    <a:pt x="573671" y="19812"/>
                  </a:lnTo>
                  <a:lnTo>
                    <a:pt x="571715" y="6096"/>
                  </a:lnTo>
                  <a:lnTo>
                    <a:pt x="570839" y="0"/>
                  </a:lnTo>
                  <a:lnTo>
                    <a:pt x="551942" y="0"/>
                  </a:lnTo>
                  <a:lnTo>
                    <a:pt x="553212" y="7620"/>
                  </a:lnTo>
                  <a:lnTo>
                    <a:pt x="553212" y="6096"/>
                  </a:lnTo>
                  <a:lnTo>
                    <a:pt x="554736" y="21336"/>
                  </a:lnTo>
                  <a:lnTo>
                    <a:pt x="554736" y="19812"/>
                  </a:lnTo>
                  <a:lnTo>
                    <a:pt x="556260" y="35052"/>
                  </a:lnTo>
                  <a:lnTo>
                    <a:pt x="556260" y="60960"/>
                  </a:lnTo>
                  <a:lnTo>
                    <a:pt x="553212" y="88392"/>
                  </a:lnTo>
                  <a:lnTo>
                    <a:pt x="550164" y="102108"/>
                  </a:lnTo>
                  <a:lnTo>
                    <a:pt x="551688" y="100584"/>
                  </a:lnTo>
                  <a:lnTo>
                    <a:pt x="548640" y="114300"/>
                  </a:lnTo>
                  <a:lnTo>
                    <a:pt x="544068" y="128016"/>
                  </a:lnTo>
                  <a:lnTo>
                    <a:pt x="544068" y="126492"/>
                  </a:lnTo>
                  <a:lnTo>
                    <a:pt x="539496" y="140208"/>
                  </a:lnTo>
                  <a:lnTo>
                    <a:pt x="534924" y="152400"/>
                  </a:lnTo>
                  <a:lnTo>
                    <a:pt x="528828" y="164592"/>
                  </a:lnTo>
                  <a:lnTo>
                    <a:pt x="528828" y="163068"/>
                  </a:lnTo>
                  <a:lnTo>
                    <a:pt x="516636" y="187452"/>
                  </a:lnTo>
                  <a:lnTo>
                    <a:pt x="516636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3776" y="217932"/>
                  </a:lnTo>
                  <a:lnTo>
                    <a:pt x="495300" y="217932"/>
                  </a:lnTo>
                  <a:lnTo>
                    <a:pt x="486156" y="228600"/>
                  </a:lnTo>
                  <a:lnTo>
                    <a:pt x="477012" y="237744"/>
                  </a:lnTo>
                  <a:lnTo>
                    <a:pt x="478536" y="237744"/>
                  </a:lnTo>
                  <a:lnTo>
                    <a:pt x="469392" y="245592"/>
                  </a:lnTo>
                  <a:lnTo>
                    <a:pt x="469392" y="245364"/>
                  </a:lnTo>
                  <a:lnTo>
                    <a:pt x="458724" y="254508"/>
                  </a:lnTo>
                  <a:lnTo>
                    <a:pt x="448056" y="262128"/>
                  </a:lnTo>
                  <a:lnTo>
                    <a:pt x="449580" y="262128"/>
                  </a:lnTo>
                  <a:lnTo>
                    <a:pt x="437388" y="269748"/>
                  </a:lnTo>
                  <a:lnTo>
                    <a:pt x="438912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4528" y="283464"/>
                  </a:lnTo>
                  <a:lnTo>
                    <a:pt x="414528" y="284226"/>
                  </a:lnTo>
                  <a:lnTo>
                    <a:pt x="403860" y="289560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79476" y="300228"/>
                  </a:lnTo>
                  <a:lnTo>
                    <a:pt x="379476" y="298704"/>
                  </a:lnTo>
                  <a:lnTo>
                    <a:pt x="355092" y="307848"/>
                  </a:lnTo>
                  <a:lnTo>
                    <a:pt x="341376" y="310896"/>
                  </a:lnTo>
                  <a:lnTo>
                    <a:pt x="342900" y="310896"/>
                  </a:lnTo>
                  <a:lnTo>
                    <a:pt x="315468" y="313944"/>
                  </a:lnTo>
                  <a:lnTo>
                    <a:pt x="301752" y="315468"/>
                  </a:lnTo>
                  <a:lnTo>
                    <a:pt x="274320" y="315468"/>
                  </a:lnTo>
                  <a:lnTo>
                    <a:pt x="233172" y="310896"/>
                  </a:lnTo>
                  <a:lnTo>
                    <a:pt x="234696" y="310896"/>
                  </a:lnTo>
                  <a:lnTo>
                    <a:pt x="220980" y="307848"/>
                  </a:lnTo>
                  <a:lnTo>
                    <a:pt x="207264" y="303276"/>
                  </a:lnTo>
                  <a:lnTo>
                    <a:pt x="199123" y="300228"/>
                  </a:lnTo>
                  <a:lnTo>
                    <a:pt x="195072" y="298704"/>
                  </a:lnTo>
                  <a:lnTo>
                    <a:pt x="195072" y="300228"/>
                  </a:lnTo>
                  <a:lnTo>
                    <a:pt x="182880" y="294132"/>
                  </a:lnTo>
                  <a:lnTo>
                    <a:pt x="184404" y="294132"/>
                  </a:lnTo>
                  <a:lnTo>
                    <a:pt x="172212" y="289560"/>
                  </a:lnTo>
                  <a:lnTo>
                    <a:pt x="160020" y="283464"/>
                  </a:lnTo>
                  <a:lnTo>
                    <a:pt x="137160" y="269748"/>
                  </a:lnTo>
                  <a:lnTo>
                    <a:pt x="138684" y="269748"/>
                  </a:lnTo>
                  <a:lnTo>
                    <a:pt x="117348" y="254508"/>
                  </a:lnTo>
                  <a:lnTo>
                    <a:pt x="118872" y="25450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80772" y="217932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5532" y="196596"/>
                  </a:lnTo>
                  <a:lnTo>
                    <a:pt x="65532" y="198120"/>
                  </a:lnTo>
                  <a:lnTo>
                    <a:pt x="57912" y="185928"/>
                  </a:lnTo>
                  <a:lnTo>
                    <a:pt x="59436" y="187452"/>
                  </a:lnTo>
                  <a:lnTo>
                    <a:pt x="51816" y="175260"/>
                  </a:lnTo>
                  <a:lnTo>
                    <a:pt x="45720" y="163068"/>
                  </a:lnTo>
                  <a:lnTo>
                    <a:pt x="47244" y="164592"/>
                  </a:lnTo>
                  <a:lnTo>
                    <a:pt x="46482" y="163068"/>
                  </a:lnTo>
                  <a:lnTo>
                    <a:pt x="41148" y="152400"/>
                  </a:lnTo>
                  <a:lnTo>
                    <a:pt x="36576" y="140208"/>
                  </a:lnTo>
                  <a:lnTo>
                    <a:pt x="32512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2860" y="88392"/>
                  </a:lnTo>
                  <a:lnTo>
                    <a:pt x="19812" y="60960"/>
                  </a:lnTo>
                  <a:lnTo>
                    <a:pt x="19812" y="35052"/>
                  </a:lnTo>
                  <a:lnTo>
                    <a:pt x="21336" y="19812"/>
                  </a:lnTo>
                  <a:lnTo>
                    <a:pt x="21336" y="21336"/>
                  </a:lnTo>
                  <a:lnTo>
                    <a:pt x="21488" y="19812"/>
                  </a:lnTo>
                  <a:lnTo>
                    <a:pt x="22860" y="6096"/>
                  </a:lnTo>
                  <a:lnTo>
                    <a:pt x="22860" y="7620"/>
                  </a:lnTo>
                  <a:lnTo>
                    <a:pt x="23190" y="6096"/>
                  </a:lnTo>
                  <a:lnTo>
                    <a:pt x="24549" y="0"/>
                  </a:lnTo>
                  <a:lnTo>
                    <a:pt x="4699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6096" y="106680"/>
                  </a:lnTo>
                  <a:lnTo>
                    <a:pt x="19812" y="155448"/>
                  </a:lnTo>
                  <a:lnTo>
                    <a:pt x="45720" y="204216"/>
                  </a:lnTo>
                  <a:lnTo>
                    <a:pt x="71628" y="237744"/>
                  </a:lnTo>
                  <a:lnTo>
                    <a:pt x="117348" y="280416"/>
                  </a:lnTo>
                  <a:lnTo>
                    <a:pt x="126492" y="286512"/>
                  </a:lnTo>
                  <a:lnTo>
                    <a:pt x="137160" y="294132"/>
                  </a:lnTo>
                  <a:lnTo>
                    <a:pt x="158496" y="304800"/>
                  </a:lnTo>
                  <a:lnTo>
                    <a:pt x="182880" y="315468"/>
                  </a:lnTo>
                  <a:lnTo>
                    <a:pt x="192024" y="320040"/>
                  </a:lnTo>
                  <a:lnTo>
                    <a:pt x="220980" y="327660"/>
                  </a:lnTo>
                  <a:lnTo>
                    <a:pt x="227076" y="330708"/>
                  </a:lnTo>
                  <a:lnTo>
                    <a:pt x="233172" y="330708"/>
                  </a:lnTo>
                  <a:lnTo>
                    <a:pt x="265176" y="335280"/>
                  </a:lnTo>
                  <a:lnTo>
                    <a:pt x="303276" y="335280"/>
                  </a:lnTo>
                  <a:lnTo>
                    <a:pt x="315468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2900" y="330708"/>
                  </a:lnTo>
                  <a:lnTo>
                    <a:pt x="371856" y="324612"/>
                  </a:lnTo>
                  <a:lnTo>
                    <a:pt x="405384" y="310896"/>
                  </a:lnTo>
                  <a:lnTo>
                    <a:pt x="414528" y="306324"/>
                  </a:lnTo>
                  <a:lnTo>
                    <a:pt x="428244" y="300228"/>
                  </a:lnTo>
                  <a:lnTo>
                    <a:pt x="438912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5300" y="248412"/>
                  </a:lnTo>
                  <a:lnTo>
                    <a:pt x="502920" y="240792"/>
                  </a:lnTo>
                  <a:lnTo>
                    <a:pt x="525780" y="210312"/>
                  </a:lnTo>
                  <a:lnTo>
                    <a:pt x="526669" y="208788"/>
                  </a:lnTo>
                  <a:lnTo>
                    <a:pt x="532980" y="198120"/>
                  </a:lnTo>
                  <a:lnTo>
                    <a:pt x="539280" y="187452"/>
                  </a:lnTo>
                  <a:lnTo>
                    <a:pt x="545592" y="176784"/>
                  </a:lnTo>
                  <a:lnTo>
                    <a:pt x="551688" y="164592"/>
                  </a:lnTo>
                  <a:lnTo>
                    <a:pt x="556260" y="152400"/>
                  </a:lnTo>
                  <a:lnTo>
                    <a:pt x="560832" y="141732"/>
                  </a:lnTo>
                  <a:lnTo>
                    <a:pt x="571500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035414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A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818107" y="3429000"/>
            <a:ext cx="1940859" cy="309282"/>
            <a:chOff x="5847588" y="3886200"/>
            <a:chExt cx="2199640" cy="350520"/>
          </a:xfrm>
        </p:grpSpPr>
        <p:sp>
          <p:nvSpPr>
            <p:cNvPr id="32" name="object 32"/>
            <p:cNvSpPr/>
            <p:nvPr/>
          </p:nvSpPr>
          <p:spPr>
            <a:xfrm>
              <a:off x="5847588" y="4133087"/>
              <a:ext cx="344805" cy="104139"/>
            </a:xfrm>
            <a:custGeom>
              <a:avLst/>
              <a:gdLst/>
              <a:ahLst/>
              <a:cxnLst/>
              <a:rect l="l" t="t" r="r" b="b"/>
              <a:pathLst>
                <a:path w="344804" h="104139">
                  <a:moveTo>
                    <a:pt x="143256" y="16764"/>
                  </a:moveTo>
                  <a:lnTo>
                    <a:pt x="131064" y="0"/>
                  </a:lnTo>
                  <a:lnTo>
                    <a:pt x="0" y="103632"/>
                  </a:lnTo>
                  <a:lnTo>
                    <a:pt x="33528" y="103632"/>
                  </a:lnTo>
                  <a:lnTo>
                    <a:pt x="143256" y="16764"/>
                  </a:lnTo>
                  <a:close/>
                </a:path>
                <a:path w="344804" h="104139">
                  <a:moveTo>
                    <a:pt x="344424" y="89916"/>
                  </a:moveTo>
                  <a:lnTo>
                    <a:pt x="323088" y="89916"/>
                  </a:lnTo>
                  <a:lnTo>
                    <a:pt x="323088" y="103632"/>
                  </a:lnTo>
                  <a:lnTo>
                    <a:pt x="344424" y="103632"/>
                  </a:lnTo>
                  <a:lnTo>
                    <a:pt x="344424" y="899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6830568" y="3886200"/>
              <a:ext cx="558165" cy="326390"/>
            </a:xfrm>
            <a:custGeom>
              <a:avLst/>
              <a:gdLst/>
              <a:ahLst/>
              <a:cxnLst/>
              <a:rect l="l" t="t" r="r" b="b"/>
              <a:pathLst>
                <a:path w="558165" h="326389">
                  <a:moveTo>
                    <a:pt x="552748" y="0"/>
                  </a:moveTo>
                  <a:lnTo>
                    <a:pt x="5035" y="0"/>
                  </a:lnTo>
                  <a:lnTo>
                    <a:pt x="3048" y="9144"/>
                  </a:lnTo>
                  <a:lnTo>
                    <a:pt x="0" y="47244"/>
                  </a:lnTo>
                  <a:lnTo>
                    <a:pt x="3048" y="85344"/>
                  </a:lnTo>
                  <a:lnTo>
                    <a:pt x="22859" y="155448"/>
                  </a:lnTo>
                  <a:lnTo>
                    <a:pt x="57911" y="217932"/>
                  </a:lnTo>
                  <a:lnTo>
                    <a:pt x="108203" y="268224"/>
                  </a:lnTo>
                  <a:lnTo>
                    <a:pt x="170687" y="303275"/>
                  </a:lnTo>
                  <a:lnTo>
                    <a:pt x="240791" y="323088"/>
                  </a:lnTo>
                  <a:lnTo>
                    <a:pt x="278891" y="326136"/>
                  </a:lnTo>
                  <a:lnTo>
                    <a:pt x="316991" y="323088"/>
                  </a:lnTo>
                  <a:lnTo>
                    <a:pt x="387096" y="303275"/>
                  </a:lnTo>
                  <a:lnTo>
                    <a:pt x="448055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4735" y="85344"/>
                  </a:lnTo>
                  <a:lnTo>
                    <a:pt x="557783" y="47244"/>
                  </a:lnTo>
                  <a:lnTo>
                    <a:pt x="554735" y="9144"/>
                  </a:lnTo>
                  <a:lnTo>
                    <a:pt x="552748" y="0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6819900" y="3886199"/>
              <a:ext cx="1226820" cy="350520"/>
            </a:xfrm>
            <a:custGeom>
              <a:avLst/>
              <a:gdLst/>
              <a:ahLst/>
              <a:cxnLst/>
              <a:rect l="l" t="t" r="r" b="b"/>
              <a:pathLst>
                <a:path w="1226820" h="350520">
                  <a:moveTo>
                    <a:pt x="577596" y="47244"/>
                  </a:moveTo>
                  <a:lnTo>
                    <a:pt x="576224" y="21336"/>
                  </a:lnTo>
                  <a:lnTo>
                    <a:pt x="576148" y="19812"/>
                  </a:lnTo>
                  <a:lnTo>
                    <a:pt x="576072" y="18288"/>
                  </a:lnTo>
                  <a:lnTo>
                    <a:pt x="572744" y="0"/>
                  </a:lnTo>
                  <a:lnTo>
                    <a:pt x="557784" y="0"/>
                  </a:lnTo>
                  <a:lnTo>
                    <a:pt x="552196" y="0"/>
                  </a:lnTo>
                  <a:lnTo>
                    <a:pt x="554736" y="7620"/>
                  </a:lnTo>
                  <a:lnTo>
                    <a:pt x="554736" y="19812"/>
                  </a:lnTo>
                  <a:lnTo>
                    <a:pt x="557784" y="35052"/>
                  </a:lnTo>
                  <a:lnTo>
                    <a:pt x="557784" y="60960"/>
                  </a:lnTo>
                  <a:lnTo>
                    <a:pt x="554736" y="74676"/>
                  </a:lnTo>
                  <a:lnTo>
                    <a:pt x="554736" y="88392"/>
                  </a:lnTo>
                  <a:lnTo>
                    <a:pt x="551688" y="102108"/>
                  </a:lnTo>
                  <a:lnTo>
                    <a:pt x="551688" y="100584"/>
                  </a:lnTo>
                  <a:lnTo>
                    <a:pt x="545592" y="128016"/>
                  </a:lnTo>
                  <a:lnTo>
                    <a:pt x="545592" y="126492"/>
                  </a:lnTo>
                  <a:lnTo>
                    <a:pt x="541020" y="140208"/>
                  </a:lnTo>
                  <a:lnTo>
                    <a:pt x="534924" y="152400"/>
                  </a:lnTo>
                  <a:lnTo>
                    <a:pt x="530352" y="164592"/>
                  </a:lnTo>
                  <a:lnTo>
                    <a:pt x="530352" y="163068"/>
                  </a:lnTo>
                  <a:lnTo>
                    <a:pt x="518160" y="187452"/>
                  </a:lnTo>
                  <a:lnTo>
                    <a:pt x="518160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5300" y="217932"/>
                  </a:lnTo>
                  <a:lnTo>
                    <a:pt x="496824" y="217932"/>
                  </a:lnTo>
                  <a:lnTo>
                    <a:pt x="487680" y="228600"/>
                  </a:lnTo>
                  <a:lnTo>
                    <a:pt x="478536" y="237744"/>
                  </a:lnTo>
                  <a:lnTo>
                    <a:pt x="467868" y="246888"/>
                  </a:lnTo>
                  <a:lnTo>
                    <a:pt x="467614" y="246888"/>
                  </a:lnTo>
                  <a:lnTo>
                    <a:pt x="458724" y="254508"/>
                  </a:lnTo>
                  <a:lnTo>
                    <a:pt x="449580" y="262128"/>
                  </a:lnTo>
                  <a:lnTo>
                    <a:pt x="438912" y="269748"/>
                  </a:lnTo>
                  <a:lnTo>
                    <a:pt x="440436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6052" y="283464"/>
                  </a:lnTo>
                  <a:lnTo>
                    <a:pt x="417576" y="283464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81000" y="300228"/>
                  </a:lnTo>
                  <a:lnTo>
                    <a:pt x="381000" y="298704"/>
                  </a:lnTo>
                  <a:lnTo>
                    <a:pt x="356616" y="307848"/>
                  </a:lnTo>
                  <a:lnTo>
                    <a:pt x="342900" y="310896"/>
                  </a:lnTo>
                  <a:lnTo>
                    <a:pt x="344424" y="310896"/>
                  </a:lnTo>
                  <a:lnTo>
                    <a:pt x="329184" y="312420"/>
                  </a:lnTo>
                  <a:lnTo>
                    <a:pt x="315468" y="313944"/>
                  </a:lnTo>
                  <a:lnTo>
                    <a:pt x="316992" y="313944"/>
                  </a:lnTo>
                  <a:lnTo>
                    <a:pt x="303276" y="315468"/>
                  </a:lnTo>
                  <a:lnTo>
                    <a:pt x="274320" y="315468"/>
                  </a:lnTo>
                  <a:lnTo>
                    <a:pt x="262128" y="313944"/>
                  </a:lnTo>
                  <a:lnTo>
                    <a:pt x="234696" y="310896"/>
                  </a:lnTo>
                  <a:lnTo>
                    <a:pt x="236220" y="310896"/>
                  </a:lnTo>
                  <a:lnTo>
                    <a:pt x="220980" y="307848"/>
                  </a:lnTo>
                  <a:lnTo>
                    <a:pt x="222504" y="307848"/>
                  </a:lnTo>
                  <a:lnTo>
                    <a:pt x="208788" y="303276"/>
                  </a:lnTo>
                  <a:lnTo>
                    <a:pt x="200660" y="300228"/>
                  </a:lnTo>
                  <a:lnTo>
                    <a:pt x="196596" y="298704"/>
                  </a:lnTo>
                  <a:lnTo>
                    <a:pt x="196596" y="300228"/>
                  </a:lnTo>
                  <a:lnTo>
                    <a:pt x="184404" y="294132"/>
                  </a:lnTo>
                  <a:lnTo>
                    <a:pt x="185928" y="294132"/>
                  </a:lnTo>
                  <a:lnTo>
                    <a:pt x="172212" y="289560"/>
                  </a:lnTo>
                  <a:lnTo>
                    <a:pt x="161544" y="283464"/>
                  </a:lnTo>
                  <a:lnTo>
                    <a:pt x="138684" y="269748"/>
                  </a:lnTo>
                  <a:lnTo>
                    <a:pt x="140208" y="269748"/>
                  </a:lnTo>
                  <a:lnTo>
                    <a:pt x="128016" y="262128"/>
                  </a:lnTo>
                  <a:lnTo>
                    <a:pt x="118872" y="254508"/>
                  </a:lnTo>
                  <a:lnTo>
                    <a:pt x="109982" y="24688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75755" y="208788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8008" y="198120"/>
                  </a:lnTo>
                  <a:lnTo>
                    <a:pt x="67056" y="196596"/>
                  </a:lnTo>
                  <a:lnTo>
                    <a:pt x="67056" y="198120"/>
                  </a:lnTo>
                  <a:lnTo>
                    <a:pt x="59436" y="185928"/>
                  </a:lnTo>
                  <a:lnTo>
                    <a:pt x="60960" y="187452"/>
                  </a:lnTo>
                  <a:lnTo>
                    <a:pt x="59994" y="185928"/>
                  </a:lnTo>
                  <a:lnTo>
                    <a:pt x="53340" y="175260"/>
                  </a:lnTo>
                  <a:lnTo>
                    <a:pt x="47244" y="163068"/>
                  </a:lnTo>
                  <a:lnTo>
                    <a:pt x="48768" y="164592"/>
                  </a:lnTo>
                  <a:lnTo>
                    <a:pt x="48006" y="163068"/>
                  </a:lnTo>
                  <a:lnTo>
                    <a:pt x="42672" y="152400"/>
                  </a:lnTo>
                  <a:lnTo>
                    <a:pt x="38100" y="140208"/>
                  </a:lnTo>
                  <a:lnTo>
                    <a:pt x="32677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1336" y="60960"/>
                  </a:lnTo>
                  <a:lnTo>
                    <a:pt x="21336" y="35052"/>
                  </a:lnTo>
                  <a:lnTo>
                    <a:pt x="22860" y="19812"/>
                  </a:lnTo>
                  <a:lnTo>
                    <a:pt x="22860" y="21336"/>
                  </a:lnTo>
                  <a:lnTo>
                    <a:pt x="23012" y="19812"/>
                  </a:lnTo>
                  <a:lnTo>
                    <a:pt x="24384" y="6096"/>
                  </a:lnTo>
                  <a:lnTo>
                    <a:pt x="24384" y="7620"/>
                  </a:lnTo>
                  <a:lnTo>
                    <a:pt x="24549" y="6096"/>
                  </a:lnTo>
                  <a:lnTo>
                    <a:pt x="25222" y="0"/>
                  </a:lnTo>
                  <a:lnTo>
                    <a:pt x="4838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7620" y="106680"/>
                  </a:lnTo>
                  <a:lnTo>
                    <a:pt x="21336" y="155448"/>
                  </a:lnTo>
                  <a:lnTo>
                    <a:pt x="47244" y="204216"/>
                  </a:lnTo>
                  <a:lnTo>
                    <a:pt x="73152" y="237744"/>
                  </a:lnTo>
                  <a:lnTo>
                    <a:pt x="118872" y="280416"/>
                  </a:lnTo>
                  <a:lnTo>
                    <a:pt x="128016" y="286512"/>
                  </a:lnTo>
                  <a:lnTo>
                    <a:pt x="138684" y="294132"/>
                  </a:lnTo>
                  <a:lnTo>
                    <a:pt x="160020" y="304800"/>
                  </a:lnTo>
                  <a:lnTo>
                    <a:pt x="184404" y="315468"/>
                  </a:lnTo>
                  <a:lnTo>
                    <a:pt x="193548" y="320040"/>
                  </a:lnTo>
                  <a:lnTo>
                    <a:pt x="228600" y="330708"/>
                  </a:lnTo>
                  <a:lnTo>
                    <a:pt x="265176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4424" y="330708"/>
                  </a:lnTo>
                  <a:lnTo>
                    <a:pt x="373380" y="324612"/>
                  </a:lnTo>
                  <a:lnTo>
                    <a:pt x="394716" y="315468"/>
                  </a:lnTo>
                  <a:lnTo>
                    <a:pt x="405384" y="310896"/>
                  </a:lnTo>
                  <a:lnTo>
                    <a:pt x="409956" y="309372"/>
                  </a:lnTo>
                  <a:lnTo>
                    <a:pt x="428244" y="300228"/>
                  </a:lnTo>
                  <a:lnTo>
                    <a:pt x="440436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6824" y="248412"/>
                  </a:lnTo>
                  <a:lnTo>
                    <a:pt x="527304" y="210312"/>
                  </a:lnTo>
                  <a:lnTo>
                    <a:pt x="528193" y="208788"/>
                  </a:lnTo>
                  <a:lnTo>
                    <a:pt x="534504" y="198120"/>
                  </a:lnTo>
                  <a:lnTo>
                    <a:pt x="540804" y="187452"/>
                  </a:lnTo>
                  <a:lnTo>
                    <a:pt x="547116" y="176784"/>
                  </a:lnTo>
                  <a:lnTo>
                    <a:pt x="551688" y="164592"/>
                  </a:lnTo>
                  <a:lnTo>
                    <a:pt x="557784" y="152400"/>
                  </a:lnTo>
                  <a:lnTo>
                    <a:pt x="562356" y="141732"/>
                  </a:lnTo>
                  <a:lnTo>
                    <a:pt x="566039" y="128016"/>
                  </a:lnTo>
                  <a:lnTo>
                    <a:pt x="573024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  <a:path w="1226820" h="350520">
                  <a:moveTo>
                    <a:pt x="1226820" y="336804"/>
                  </a:moveTo>
                  <a:lnTo>
                    <a:pt x="1207008" y="336804"/>
                  </a:lnTo>
                  <a:lnTo>
                    <a:pt x="1207008" y="350520"/>
                  </a:lnTo>
                  <a:lnTo>
                    <a:pt x="1226820" y="350520"/>
                  </a:lnTo>
                  <a:lnTo>
                    <a:pt x="1226820" y="3368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854500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B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922111" y="3429000"/>
            <a:ext cx="1082488" cy="309282"/>
            <a:chOff x="7098792" y="3886200"/>
            <a:chExt cx="1226820" cy="350520"/>
          </a:xfrm>
        </p:grpSpPr>
        <p:sp>
          <p:nvSpPr>
            <p:cNvPr id="37" name="object 37"/>
            <p:cNvSpPr/>
            <p:nvPr/>
          </p:nvSpPr>
          <p:spPr>
            <a:xfrm>
              <a:off x="7098792" y="4223004"/>
              <a:ext cx="21590" cy="13970"/>
            </a:xfrm>
            <a:custGeom>
              <a:avLst/>
              <a:gdLst/>
              <a:ahLst/>
              <a:cxnLst/>
              <a:rect l="l" t="t" r="r" b="b"/>
              <a:pathLst>
                <a:path w="21590" h="13970">
                  <a:moveTo>
                    <a:pt x="21335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21335" y="13716"/>
                  </a:lnTo>
                  <a:lnTo>
                    <a:pt x="213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7758684" y="3886200"/>
              <a:ext cx="556260" cy="326390"/>
            </a:xfrm>
            <a:custGeom>
              <a:avLst/>
              <a:gdLst/>
              <a:ahLst/>
              <a:cxnLst/>
              <a:rect l="l" t="t" r="r" b="b"/>
              <a:pathLst>
                <a:path w="556259" h="326389">
                  <a:moveTo>
                    <a:pt x="551621" y="0"/>
                  </a:moveTo>
                  <a:lnTo>
                    <a:pt x="4638" y="0"/>
                  </a:lnTo>
                  <a:lnTo>
                    <a:pt x="3048" y="9144"/>
                  </a:lnTo>
                  <a:lnTo>
                    <a:pt x="0" y="47244"/>
                  </a:lnTo>
                  <a:lnTo>
                    <a:pt x="3048" y="85344"/>
                  </a:lnTo>
                  <a:lnTo>
                    <a:pt x="21336" y="155448"/>
                  </a:lnTo>
                  <a:lnTo>
                    <a:pt x="57912" y="217932"/>
                  </a:lnTo>
                  <a:lnTo>
                    <a:pt x="108204" y="268224"/>
                  </a:lnTo>
                  <a:lnTo>
                    <a:pt x="169164" y="303275"/>
                  </a:lnTo>
                  <a:lnTo>
                    <a:pt x="240792" y="323088"/>
                  </a:lnTo>
                  <a:lnTo>
                    <a:pt x="278892" y="326136"/>
                  </a:lnTo>
                  <a:lnTo>
                    <a:pt x="315468" y="323088"/>
                  </a:lnTo>
                  <a:lnTo>
                    <a:pt x="387096" y="303275"/>
                  </a:lnTo>
                  <a:lnTo>
                    <a:pt x="448056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3212" y="85344"/>
                  </a:lnTo>
                  <a:lnTo>
                    <a:pt x="556260" y="47244"/>
                  </a:lnTo>
                  <a:lnTo>
                    <a:pt x="553212" y="9144"/>
                  </a:lnTo>
                  <a:lnTo>
                    <a:pt x="55162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7748016" y="3886199"/>
              <a:ext cx="577850" cy="335280"/>
            </a:xfrm>
            <a:custGeom>
              <a:avLst/>
              <a:gdLst/>
              <a:ahLst/>
              <a:cxnLst/>
              <a:rect l="l" t="t" r="r" b="b"/>
              <a:pathLst>
                <a:path w="577850" h="335279">
                  <a:moveTo>
                    <a:pt x="577596" y="47244"/>
                  </a:moveTo>
                  <a:lnTo>
                    <a:pt x="573671" y="19812"/>
                  </a:lnTo>
                  <a:lnTo>
                    <a:pt x="571715" y="6096"/>
                  </a:lnTo>
                  <a:lnTo>
                    <a:pt x="570839" y="0"/>
                  </a:lnTo>
                  <a:lnTo>
                    <a:pt x="551942" y="0"/>
                  </a:lnTo>
                  <a:lnTo>
                    <a:pt x="553212" y="7620"/>
                  </a:lnTo>
                  <a:lnTo>
                    <a:pt x="553212" y="6096"/>
                  </a:lnTo>
                  <a:lnTo>
                    <a:pt x="554736" y="21336"/>
                  </a:lnTo>
                  <a:lnTo>
                    <a:pt x="554736" y="19812"/>
                  </a:lnTo>
                  <a:lnTo>
                    <a:pt x="556260" y="35052"/>
                  </a:lnTo>
                  <a:lnTo>
                    <a:pt x="556260" y="60960"/>
                  </a:lnTo>
                  <a:lnTo>
                    <a:pt x="553212" y="88392"/>
                  </a:lnTo>
                  <a:lnTo>
                    <a:pt x="550164" y="102108"/>
                  </a:lnTo>
                  <a:lnTo>
                    <a:pt x="551688" y="100584"/>
                  </a:lnTo>
                  <a:lnTo>
                    <a:pt x="548640" y="114300"/>
                  </a:lnTo>
                  <a:lnTo>
                    <a:pt x="544068" y="128016"/>
                  </a:lnTo>
                  <a:lnTo>
                    <a:pt x="544068" y="126492"/>
                  </a:lnTo>
                  <a:lnTo>
                    <a:pt x="539496" y="140208"/>
                  </a:lnTo>
                  <a:lnTo>
                    <a:pt x="530352" y="164592"/>
                  </a:lnTo>
                  <a:lnTo>
                    <a:pt x="530352" y="163068"/>
                  </a:lnTo>
                  <a:lnTo>
                    <a:pt x="518160" y="187452"/>
                  </a:lnTo>
                  <a:lnTo>
                    <a:pt x="518160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5300" y="217932"/>
                  </a:lnTo>
                  <a:lnTo>
                    <a:pt x="486156" y="228600"/>
                  </a:lnTo>
                  <a:lnTo>
                    <a:pt x="477012" y="237744"/>
                  </a:lnTo>
                  <a:lnTo>
                    <a:pt x="478536" y="237744"/>
                  </a:lnTo>
                  <a:lnTo>
                    <a:pt x="469392" y="245592"/>
                  </a:lnTo>
                  <a:lnTo>
                    <a:pt x="469392" y="245364"/>
                  </a:lnTo>
                  <a:lnTo>
                    <a:pt x="458724" y="254508"/>
                  </a:lnTo>
                  <a:lnTo>
                    <a:pt x="448056" y="262128"/>
                  </a:lnTo>
                  <a:lnTo>
                    <a:pt x="449580" y="262128"/>
                  </a:lnTo>
                  <a:lnTo>
                    <a:pt x="437388" y="269748"/>
                  </a:lnTo>
                  <a:lnTo>
                    <a:pt x="438912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6052" y="283464"/>
                  </a:lnTo>
                  <a:lnTo>
                    <a:pt x="403860" y="289560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81000" y="300228"/>
                  </a:lnTo>
                  <a:lnTo>
                    <a:pt x="381000" y="298704"/>
                  </a:lnTo>
                  <a:lnTo>
                    <a:pt x="368808" y="303276"/>
                  </a:lnTo>
                  <a:lnTo>
                    <a:pt x="355092" y="307848"/>
                  </a:lnTo>
                  <a:lnTo>
                    <a:pt x="342900" y="310896"/>
                  </a:lnTo>
                  <a:lnTo>
                    <a:pt x="315468" y="313944"/>
                  </a:lnTo>
                  <a:lnTo>
                    <a:pt x="316992" y="313944"/>
                  </a:lnTo>
                  <a:lnTo>
                    <a:pt x="301752" y="315468"/>
                  </a:lnTo>
                  <a:lnTo>
                    <a:pt x="275844" y="315468"/>
                  </a:lnTo>
                  <a:lnTo>
                    <a:pt x="274320" y="315468"/>
                  </a:lnTo>
                  <a:lnTo>
                    <a:pt x="246888" y="312420"/>
                  </a:lnTo>
                  <a:lnTo>
                    <a:pt x="234696" y="310896"/>
                  </a:lnTo>
                  <a:lnTo>
                    <a:pt x="220980" y="307848"/>
                  </a:lnTo>
                  <a:lnTo>
                    <a:pt x="200660" y="300228"/>
                  </a:lnTo>
                  <a:lnTo>
                    <a:pt x="196596" y="298704"/>
                  </a:lnTo>
                  <a:lnTo>
                    <a:pt x="196596" y="300228"/>
                  </a:lnTo>
                  <a:lnTo>
                    <a:pt x="182880" y="294132"/>
                  </a:lnTo>
                  <a:lnTo>
                    <a:pt x="184404" y="294132"/>
                  </a:lnTo>
                  <a:lnTo>
                    <a:pt x="172212" y="289560"/>
                  </a:lnTo>
                  <a:lnTo>
                    <a:pt x="161544" y="283464"/>
                  </a:lnTo>
                  <a:lnTo>
                    <a:pt x="138684" y="269748"/>
                  </a:lnTo>
                  <a:lnTo>
                    <a:pt x="117348" y="254508"/>
                  </a:lnTo>
                  <a:lnTo>
                    <a:pt x="118872" y="25450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5532" y="196596"/>
                  </a:lnTo>
                  <a:lnTo>
                    <a:pt x="65532" y="198120"/>
                  </a:lnTo>
                  <a:lnTo>
                    <a:pt x="59436" y="185928"/>
                  </a:lnTo>
                  <a:lnTo>
                    <a:pt x="59436" y="187452"/>
                  </a:lnTo>
                  <a:lnTo>
                    <a:pt x="47244" y="163068"/>
                  </a:lnTo>
                  <a:lnTo>
                    <a:pt x="47244" y="164592"/>
                  </a:lnTo>
                  <a:lnTo>
                    <a:pt x="41148" y="152400"/>
                  </a:lnTo>
                  <a:lnTo>
                    <a:pt x="36576" y="140208"/>
                  </a:lnTo>
                  <a:lnTo>
                    <a:pt x="32512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4384" y="88392"/>
                  </a:lnTo>
                  <a:lnTo>
                    <a:pt x="21336" y="74676"/>
                  </a:lnTo>
                  <a:lnTo>
                    <a:pt x="21336" y="21336"/>
                  </a:lnTo>
                  <a:lnTo>
                    <a:pt x="21640" y="19812"/>
                  </a:lnTo>
                  <a:lnTo>
                    <a:pt x="24384" y="6096"/>
                  </a:lnTo>
                  <a:lnTo>
                    <a:pt x="24384" y="7620"/>
                  </a:lnTo>
                  <a:lnTo>
                    <a:pt x="24549" y="6096"/>
                  </a:lnTo>
                  <a:lnTo>
                    <a:pt x="25222" y="0"/>
                  </a:lnTo>
                  <a:lnTo>
                    <a:pt x="4699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6096" y="106680"/>
                  </a:lnTo>
                  <a:lnTo>
                    <a:pt x="15240" y="143256"/>
                  </a:lnTo>
                  <a:lnTo>
                    <a:pt x="21336" y="155448"/>
                  </a:lnTo>
                  <a:lnTo>
                    <a:pt x="30480" y="176784"/>
                  </a:lnTo>
                  <a:lnTo>
                    <a:pt x="47244" y="204216"/>
                  </a:lnTo>
                  <a:lnTo>
                    <a:pt x="50292" y="208788"/>
                  </a:lnTo>
                  <a:lnTo>
                    <a:pt x="59436" y="220980"/>
                  </a:lnTo>
                  <a:lnTo>
                    <a:pt x="71628" y="237744"/>
                  </a:lnTo>
                  <a:lnTo>
                    <a:pt x="117348" y="280416"/>
                  </a:lnTo>
                  <a:lnTo>
                    <a:pt x="158496" y="304800"/>
                  </a:lnTo>
                  <a:lnTo>
                    <a:pt x="193548" y="320040"/>
                  </a:lnTo>
                  <a:lnTo>
                    <a:pt x="220980" y="327660"/>
                  </a:lnTo>
                  <a:lnTo>
                    <a:pt x="228600" y="330708"/>
                  </a:lnTo>
                  <a:lnTo>
                    <a:pt x="234696" y="330708"/>
                  </a:lnTo>
                  <a:lnTo>
                    <a:pt x="265176" y="335280"/>
                  </a:lnTo>
                  <a:lnTo>
                    <a:pt x="303276" y="335280"/>
                  </a:lnTo>
                  <a:lnTo>
                    <a:pt x="316992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2900" y="330708"/>
                  </a:lnTo>
                  <a:lnTo>
                    <a:pt x="371856" y="324612"/>
                  </a:lnTo>
                  <a:lnTo>
                    <a:pt x="405384" y="310896"/>
                  </a:lnTo>
                  <a:lnTo>
                    <a:pt x="409956" y="309372"/>
                  </a:lnTo>
                  <a:lnTo>
                    <a:pt x="416052" y="306324"/>
                  </a:lnTo>
                  <a:lnTo>
                    <a:pt x="428244" y="300228"/>
                  </a:lnTo>
                  <a:lnTo>
                    <a:pt x="438912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5300" y="248412"/>
                  </a:lnTo>
                  <a:lnTo>
                    <a:pt x="502920" y="240792"/>
                  </a:lnTo>
                  <a:lnTo>
                    <a:pt x="527304" y="210312"/>
                  </a:lnTo>
                  <a:lnTo>
                    <a:pt x="528129" y="208788"/>
                  </a:lnTo>
                  <a:lnTo>
                    <a:pt x="533946" y="198120"/>
                  </a:lnTo>
                  <a:lnTo>
                    <a:pt x="539762" y="187452"/>
                  </a:lnTo>
                  <a:lnTo>
                    <a:pt x="545592" y="176784"/>
                  </a:lnTo>
                  <a:lnTo>
                    <a:pt x="551688" y="164592"/>
                  </a:lnTo>
                  <a:lnTo>
                    <a:pt x="556260" y="152400"/>
                  </a:lnTo>
                  <a:lnTo>
                    <a:pt x="562356" y="141732"/>
                  </a:lnTo>
                  <a:lnTo>
                    <a:pt x="571500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673407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C</a:t>
            </a:r>
            <a:endParaRPr sz="1412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30426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9</a:t>
            </a:r>
            <a:endParaRPr sz="1279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467084" y="4055249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976399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612838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286043" y="4055249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1</a:t>
            </a:r>
            <a:endParaRPr sz="1279">
              <a:latin typeface="Arial"/>
              <a:cs typeface="Arial"/>
            </a:endParaRPr>
          </a:p>
        </p:txBody>
      </p:sp>
      <p:pic>
        <p:nvPicPr>
          <p:cNvPr id="46" name="object 4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04921" y="3739627"/>
            <a:ext cx="2799678" cy="701936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7040860" y="4157349"/>
            <a:ext cx="143996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E</a:t>
            </a:r>
            <a:endParaRPr sz="1412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381887" y="4157349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D</a:t>
            </a:r>
            <a:endParaRPr sz="1412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682846" y="4157349"/>
            <a:ext cx="133350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F</a:t>
            </a:r>
            <a:endParaRPr sz="1412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765663" y="3736698"/>
            <a:ext cx="333375" cy="691706"/>
          </a:xfrm>
          <a:prstGeom prst="rect">
            <a:avLst/>
          </a:prstGeom>
        </p:spPr>
        <p:txBody>
          <a:bodyPr vert="horz" wrap="square" lIns="0" tIns="58271" rIns="0" bIns="0" rtlCol="0">
            <a:spAutoFit/>
          </a:bodyPr>
          <a:lstStyle/>
          <a:p>
            <a:pPr marL="40343">
              <a:spcBef>
                <a:spcPts val="459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  <a:p>
            <a:pPr marL="94134">
              <a:lnSpc>
                <a:spcPts val="1579"/>
              </a:lnSpc>
              <a:spcBef>
                <a:spcPts val="415"/>
              </a:spcBef>
            </a:pPr>
            <a:r>
              <a:rPr sz="1412" b="1" spc="-44" dirty="0">
                <a:latin typeface="Arial"/>
                <a:cs typeface="Arial"/>
              </a:rPr>
              <a:t>G</a:t>
            </a:r>
            <a:endParaRPr sz="1412">
              <a:latin typeface="Arial"/>
              <a:cs typeface="Arial"/>
            </a:endParaRPr>
          </a:p>
          <a:p>
            <a:pPr marL="11206">
              <a:lnSpc>
                <a:spcPts val="1421"/>
              </a:lnSpc>
            </a:pPr>
            <a:r>
              <a:rPr sz="1279" spc="-18" dirty="0">
                <a:solidFill>
                  <a:srgbClr val="FFFFFF"/>
                </a:solidFill>
                <a:latin typeface="Microsoft Sans Serif"/>
                <a:cs typeface="Microsoft Sans Serif"/>
              </a:rPr>
              <a:t>goal</a:t>
            </a:r>
            <a:endParaRPr sz="1279">
              <a:latin typeface="Microsoft Sans Serif"/>
              <a:cs typeface="Microsoft Sans Serif"/>
            </a:endParaRPr>
          </a:p>
        </p:txBody>
      </p: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3307079" y="2762025"/>
          <a:ext cx="2511239" cy="1085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4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27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b="1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expnd. </a:t>
                      </a:r>
                      <a:r>
                        <a:rPr sz="1300" b="1" spc="-20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b="1" spc="-10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Frontier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7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{S}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713"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{A,B,C}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B</a:t>
                      </a:r>
                      <a:r>
                        <a:rPr sz="1300" spc="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sz="1300" spc="1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goal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{C}</a:t>
                      </a:r>
                      <a:r>
                        <a:rPr sz="1300" spc="1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300" spc="25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expand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2" name="object 52"/>
          <p:cNvGrpSpPr/>
          <p:nvPr/>
        </p:nvGrpSpPr>
        <p:grpSpPr>
          <a:xfrm>
            <a:off x="6253331" y="4438873"/>
            <a:ext cx="2701738" cy="105335"/>
            <a:chOff x="5207508" y="5030723"/>
            <a:chExt cx="3061970" cy="119380"/>
          </a:xfrm>
        </p:grpSpPr>
        <p:sp>
          <p:nvSpPr>
            <p:cNvPr id="53" name="object 53"/>
            <p:cNvSpPr/>
            <p:nvPr/>
          </p:nvSpPr>
          <p:spPr>
            <a:xfrm>
              <a:off x="5961888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89" h="108585">
                  <a:moveTo>
                    <a:pt x="440436" y="0"/>
                  </a:moveTo>
                  <a:lnTo>
                    <a:pt x="0" y="0"/>
                  </a:lnTo>
                  <a:lnTo>
                    <a:pt x="22860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19456" y="108203"/>
                  </a:lnTo>
                  <a:lnTo>
                    <a:pt x="257556" y="106680"/>
                  </a:lnTo>
                  <a:lnTo>
                    <a:pt x="327660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9696" y="5030723"/>
              <a:ext cx="464819" cy="118871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219700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89" h="108585">
                  <a:moveTo>
                    <a:pt x="440436" y="0"/>
                  </a:moveTo>
                  <a:lnTo>
                    <a:pt x="0" y="0"/>
                  </a:lnTo>
                  <a:lnTo>
                    <a:pt x="22860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19455" y="108203"/>
                  </a:lnTo>
                  <a:lnTo>
                    <a:pt x="257555" y="106680"/>
                  </a:lnTo>
                  <a:lnTo>
                    <a:pt x="327660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6" name="object 5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07508" y="5030723"/>
              <a:ext cx="464819" cy="118871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7816596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90" h="108585">
                  <a:moveTo>
                    <a:pt x="440435" y="0"/>
                  </a:moveTo>
                  <a:lnTo>
                    <a:pt x="0" y="0"/>
                  </a:lnTo>
                  <a:lnTo>
                    <a:pt x="22859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20979" y="108203"/>
                  </a:lnTo>
                  <a:lnTo>
                    <a:pt x="257555" y="106680"/>
                  </a:lnTo>
                  <a:lnTo>
                    <a:pt x="329183" y="86868"/>
                  </a:lnTo>
                  <a:lnTo>
                    <a:pt x="390144" y="50292"/>
                  </a:lnTo>
                  <a:lnTo>
                    <a:pt x="44043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8" name="object 5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04404" y="5030723"/>
              <a:ext cx="464820" cy="118871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888480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90" h="108585">
                  <a:moveTo>
                    <a:pt x="440436" y="0"/>
                  </a:moveTo>
                  <a:lnTo>
                    <a:pt x="0" y="0"/>
                  </a:lnTo>
                  <a:lnTo>
                    <a:pt x="24384" y="27431"/>
                  </a:lnTo>
                  <a:lnTo>
                    <a:pt x="80772" y="70103"/>
                  </a:lnTo>
                  <a:lnTo>
                    <a:pt x="146303" y="99059"/>
                  </a:lnTo>
                  <a:lnTo>
                    <a:pt x="220979" y="108203"/>
                  </a:lnTo>
                  <a:lnTo>
                    <a:pt x="259079" y="106680"/>
                  </a:lnTo>
                  <a:lnTo>
                    <a:pt x="329184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0" name="object 6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76288" y="5030723"/>
              <a:ext cx="466343" cy="118871"/>
            </a:xfrm>
            <a:prstGeom prst="rect">
              <a:avLst/>
            </a:prstGeom>
          </p:spPr>
        </p:pic>
      </p:grpSp>
      <p:grpSp>
        <p:nvGrpSpPr>
          <p:cNvPr id="61" name="object 61"/>
          <p:cNvGrpSpPr/>
          <p:nvPr/>
        </p:nvGrpSpPr>
        <p:grpSpPr>
          <a:xfrm>
            <a:off x="6203576" y="4854388"/>
            <a:ext cx="509868" cy="286871"/>
            <a:chOff x="5151120" y="5501640"/>
            <a:chExt cx="577850" cy="325120"/>
          </a:xfrm>
        </p:grpSpPr>
        <p:sp>
          <p:nvSpPr>
            <p:cNvPr id="62" name="object 62"/>
            <p:cNvSpPr/>
            <p:nvPr/>
          </p:nvSpPr>
          <p:spPr>
            <a:xfrm>
              <a:off x="5161788" y="5510784"/>
              <a:ext cx="556260" cy="315595"/>
            </a:xfrm>
            <a:custGeom>
              <a:avLst/>
              <a:gdLst/>
              <a:ahLst/>
              <a:cxnLst/>
              <a:rect l="l" t="t" r="r" b="b"/>
              <a:pathLst>
                <a:path w="556260" h="315595">
                  <a:moveTo>
                    <a:pt x="277367" y="0"/>
                  </a:moveTo>
                  <a:lnTo>
                    <a:pt x="204215" y="9144"/>
                  </a:lnTo>
                  <a:lnTo>
                    <a:pt x="137160" y="38100"/>
                  </a:lnTo>
                  <a:lnTo>
                    <a:pt x="80772" y="80772"/>
                  </a:lnTo>
                  <a:lnTo>
                    <a:pt x="38100" y="137160"/>
                  </a:lnTo>
                  <a:lnTo>
                    <a:pt x="9144" y="204216"/>
                  </a:lnTo>
                  <a:lnTo>
                    <a:pt x="0" y="277368"/>
                  </a:lnTo>
                  <a:lnTo>
                    <a:pt x="3048" y="315468"/>
                  </a:lnTo>
                  <a:lnTo>
                    <a:pt x="553212" y="315468"/>
                  </a:lnTo>
                  <a:lnTo>
                    <a:pt x="556260" y="277368"/>
                  </a:lnTo>
                  <a:lnTo>
                    <a:pt x="547115" y="204216"/>
                  </a:lnTo>
                  <a:lnTo>
                    <a:pt x="518160" y="137160"/>
                  </a:lnTo>
                  <a:lnTo>
                    <a:pt x="473963" y="80772"/>
                  </a:lnTo>
                  <a:lnTo>
                    <a:pt x="419100" y="38100"/>
                  </a:lnTo>
                  <a:lnTo>
                    <a:pt x="352044" y="9144"/>
                  </a:lnTo>
                  <a:lnTo>
                    <a:pt x="277367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5151120" y="5501640"/>
              <a:ext cx="577850" cy="325120"/>
            </a:xfrm>
            <a:custGeom>
              <a:avLst/>
              <a:gdLst/>
              <a:ahLst/>
              <a:cxnLst/>
              <a:rect l="l" t="t" r="r" b="b"/>
              <a:pathLst>
                <a:path w="577850" h="325120">
                  <a:moveTo>
                    <a:pt x="577596" y="286512"/>
                  </a:moveTo>
                  <a:lnTo>
                    <a:pt x="569976" y="224028"/>
                  </a:lnTo>
                  <a:lnTo>
                    <a:pt x="548640" y="161544"/>
                  </a:lnTo>
                  <a:lnTo>
                    <a:pt x="526986" y="126492"/>
                  </a:lnTo>
                  <a:lnTo>
                    <a:pt x="516636" y="109728"/>
                  </a:lnTo>
                  <a:lnTo>
                    <a:pt x="478536" y="68580"/>
                  </a:lnTo>
                  <a:lnTo>
                    <a:pt x="432816" y="36576"/>
                  </a:lnTo>
                  <a:lnTo>
                    <a:pt x="429221" y="35052"/>
                  </a:lnTo>
                  <a:lnTo>
                    <a:pt x="393293" y="19812"/>
                  </a:lnTo>
                  <a:lnTo>
                    <a:pt x="382524" y="15240"/>
                  </a:lnTo>
                  <a:lnTo>
                    <a:pt x="329184" y="3048"/>
                  </a:lnTo>
                  <a:lnTo>
                    <a:pt x="303276" y="0"/>
                  </a:lnTo>
                  <a:lnTo>
                    <a:pt x="274320" y="0"/>
                  </a:lnTo>
                  <a:lnTo>
                    <a:pt x="220980" y="7620"/>
                  </a:lnTo>
                  <a:lnTo>
                    <a:pt x="169164" y="24384"/>
                  </a:lnTo>
                  <a:lnTo>
                    <a:pt x="121920" y="51816"/>
                  </a:lnTo>
                  <a:lnTo>
                    <a:pt x="79248" y="88392"/>
                  </a:lnTo>
                  <a:lnTo>
                    <a:pt x="44196" y="135636"/>
                  </a:lnTo>
                  <a:lnTo>
                    <a:pt x="16764" y="192024"/>
                  </a:lnTo>
                  <a:lnTo>
                    <a:pt x="1524" y="257556"/>
                  </a:lnTo>
                  <a:lnTo>
                    <a:pt x="0" y="286512"/>
                  </a:lnTo>
                  <a:lnTo>
                    <a:pt x="0" y="301752"/>
                  </a:lnTo>
                  <a:lnTo>
                    <a:pt x="1524" y="316992"/>
                  </a:lnTo>
                  <a:lnTo>
                    <a:pt x="3048" y="324612"/>
                  </a:lnTo>
                  <a:lnTo>
                    <a:pt x="21336" y="324612"/>
                  </a:lnTo>
                  <a:lnTo>
                    <a:pt x="22860" y="324612"/>
                  </a:lnTo>
                  <a:lnTo>
                    <a:pt x="22860" y="315468"/>
                  </a:lnTo>
                  <a:lnTo>
                    <a:pt x="21336" y="300228"/>
                  </a:lnTo>
                  <a:lnTo>
                    <a:pt x="21336" y="274320"/>
                  </a:lnTo>
                  <a:lnTo>
                    <a:pt x="24384" y="246888"/>
                  </a:lnTo>
                  <a:lnTo>
                    <a:pt x="25908" y="236220"/>
                  </a:lnTo>
                  <a:lnTo>
                    <a:pt x="25908" y="233172"/>
                  </a:lnTo>
                  <a:lnTo>
                    <a:pt x="28956" y="220980"/>
                  </a:lnTo>
                  <a:lnTo>
                    <a:pt x="32004" y="207264"/>
                  </a:lnTo>
                  <a:lnTo>
                    <a:pt x="36576" y="195072"/>
                  </a:lnTo>
                  <a:lnTo>
                    <a:pt x="42672" y="182880"/>
                  </a:lnTo>
                  <a:lnTo>
                    <a:pt x="47244" y="172212"/>
                  </a:lnTo>
                  <a:lnTo>
                    <a:pt x="47244" y="170688"/>
                  </a:lnTo>
                  <a:lnTo>
                    <a:pt x="59436" y="149352"/>
                  </a:lnTo>
                  <a:lnTo>
                    <a:pt x="59436" y="147828"/>
                  </a:lnTo>
                  <a:lnTo>
                    <a:pt x="65532" y="138684"/>
                  </a:lnTo>
                  <a:lnTo>
                    <a:pt x="74676" y="126492"/>
                  </a:lnTo>
                  <a:lnTo>
                    <a:pt x="82296" y="117348"/>
                  </a:lnTo>
                  <a:lnTo>
                    <a:pt x="89916" y="106680"/>
                  </a:lnTo>
                  <a:lnTo>
                    <a:pt x="99060" y="99060"/>
                  </a:lnTo>
                  <a:lnTo>
                    <a:pt x="99060" y="97536"/>
                  </a:lnTo>
                  <a:lnTo>
                    <a:pt x="108204" y="88392"/>
                  </a:lnTo>
                  <a:lnTo>
                    <a:pt x="117348" y="80772"/>
                  </a:lnTo>
                  <a:lnTo>
                    <a:pt x="149352" y="57912"/>
                  </a:lnTo>
                  <a:lnTo>
                    <a:pt x="161544" y="51816"/>
                  </a:lnTo>
                  <a:lnTo>
                    <a:pt x="172212" y="45720"/>
                  </a:lnTo>
                  <a:lnTo>
                    <a:pt x="184404" y="41148"/>
                  </a:lnTo>
                  <a:lnTo>
                    <a:pt x="184404" y="39624"/>
                  </a:lnTo>
                  <a:lnTo>
                    <a:pt x="196596" y="35052"/>
                  </a:lnTo>
                  <a:lnTo>
                    <a:pt x="196596" y="36576"/>
                  </a:lnTo>
                  <a:lnTo>
                    <a:pt x="200660" y="35052"/>
                  </a:lnTo>
                  <a:lnTo>
                    <a:pt x="220980" y="27432"/>
                  </a:lnTo>
                  <a:lnTo>
                    <a:pt x="234696" y="24384"/>
                  </a:lnTo>
                  <a:lnTo>
                    <a:pt x="248412" y="22860"/>
                  </a:lnTo>
                  <a:lnTo>
                    <a:pt x="260604" y="21336"/>
                  </a:lnTo>
                  <a:lnTo>
                    <a:pt x="274320" y="19812"/>
                  </a:lnTo>
                  <a:lnTo>
                    <a:pt x="316992" y="19812"/>
                  </a:lnTo>
                  <a:lnTo>
                    <a:pt x="329184" y="22860"/>
                  </a:lnTo>
                  <a:lnTo>
                    <a:pt x="342900" y="24384"/>
                  </a:lnTo>
                  <a:lnTo>
                    <a:pt x="356616" y="27432"/>
                  </a:lnTo>
                  <a:lnTo>
                    <a:pt x="381000" y="36576"/>
                  </a:lnTo>
                  <a:lnTo>
                    <a:pt x="381000" y="35052"/>
                  </a:lnTo>
                  <a:lnTo>
                    <a:pt x="393192" y="39624"/>
                  </a:lnTo>
                  <a:lnTo>
                    <a:pt x="393192" y="41148"/>
                  </a:lnTo>
                  <a:lnTo>
                    <a:pt x="405384" y="45720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49580" y="73152"/>
                  </a:lnTo>
                  <a:lnTo>
                    <a:pt x="458724" y="80772"/>
                  </a:lnTo>
                  <a:lnTo>
                    <a:pt x="469392" y="88392"/>
                  </a:lnTo>
                  <a:lnTo>
                    <a:pt x="478536" y="97536"/>
                  </a:lnTo>
                  <a:lnTo>
                    <a:pt x="478536" y="99060"/>
                  </a:lnTo>
                  <a:lnTo>
                    <a:pt x="487680" y="106680"/>
                  </a:lnTo>
                  <a:lnTo>
                    <a:pt x="487680" y="108204"/>
                  </a:lnTo>
                  <a:lnTo>
                    <a:pt x="495300" y="117348"/>
                  </a:lnTo>
                  <a:lnTo>
                    <a:pt x="502920" y="128016"/>
                  </a:lnTo>
                  <a:lnTo>
                    <a:pt x="502920" y="126492"/>
                  </a:lnTo>
                  <a:lnTo>
                    <a:pt x="510540" y="138684"/>
                  </a:lnTo>
                  <a:lnTo>
                    <a:pt x="510540" y="137160"/>
                  </a:lnTo>
                  <a:lnTo>
                    <a:pt x="518160" y="147828"/>
                  </a:lnTo>
                  <a:lnTo>
                    <a:pt x="518160" y="149352"/>
                  </a:lnTo>
                  <a:lnTo>
                    <a:pt x="530352" y="170688"/>
                  </a:lnTo>
                  <a:lnTo>
                    <a:pt x="530352" y="172212"/>
                  </a:lnTo>
                  <a:lnTo>
                    <a:pt x="534924" y="182880"/>
                  </a:lnTo>
                  <a:lnTo>
                    <a:pt x="541020" y="195072"/>
                  </a:lnTo>
                  <a:lnTo>
                    <a:pt x="544068" y="207264"/>
                  </a:lnTo>
                  <a:lnTo>
                    <a:pt x="548640" y="220980"/>
                  </a:lnTo>
                  <a:lnTo>
                    <a:pt x="551688" y="233172"/>
                  </a:lnTo>
                  <a:lnTo>
                    <a:pt x="551688" y="236220"/>
                  </a:lnTo>
                  <a:lnTo>
                    <a:pt x="553212" y="246888"/>
                  </a:lnTo>
                  <a:lnTo>
                    <a:pt x="556260" y="274320"/>
                  </a:lnTo>
                  <a:lnTo>
                    <a:pt x="556260" y="324612"/>
                  </a:lnTo>
                  <a:lnTo>
                    <a:pt x="574548" y="324612"/>
                  </a:lnTo>
                  <a:lnTo>
                    <a:pt x="577596" y="301752"/>
                  </a:lnTo>
                  <a:lnTo>
                    <a:pt x="577596" y="2865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4" name="object 6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33416" y="5553456"/>
              <a:ext cx="79248" cy="65531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44312" y="5541264"/>
              <a:ext cx="102108" cy="77724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5704332" y="5801868"/>
              <a:ext cx="3175" cy="24765"/>
            </a:xfrm>
            <a:custGeom>
              <a:avLst/>
              <a:gdLst/>
              <a:ahLst/>
              <a:cxnLst/>
              <a:rect l="l" t="t" r="r" b="b"/>
              <a:pathLst>
                <a:path w="3175" h="24764">
                  <a:moveTo>
                    <a:pt x="3048" y="0"/>
                  </a:moveTo>
                  <a:lnTo>
                    <a:pt x="1524" y="15240"/>
                  </a:lnTo>
                  <a:lnTo>
                    <a:pt x="1524" y="13716"/>
                  </a:lnTo>
                  <a:lnTo>
                    <a:pt x="0" y="24384"/>
                  </a:lnTo>
                  <a:lnTo>
                    <a:pt x="3048" y="24384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6321494" y="4601057"/>
            <a:ext cx="214032" cy="623447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7</a:t>
            </a:r>
            <a:endParaRPr sz="1279">
              <a:latin typeface="Arial"/>
              <a:cs typeface="Arial"/>
            </a:endParaRPr>
          </a:p>
          <a:p>
            <a:pPr>
              <a:spcBef>
                <a:spcPts val="9"/>
              </a:spcBef>
            </a:pPr>
            <a:endParaRPr sz="1279">
              <a:latin typeface="Arial"/>
              <a:cs typeface="Arial"/>
            </a:endParaRPr>
          </a:p>
          <a:p>
            <a:pPr marL="71161"/>
            <a:r>
              <a:rPr sz="1412" b="1" spc="-44" dirty="0">
                <a:latin typeface="Arial"/>
                <a:cs typeface="Arial"/>
              </a:rPr>
              <a:t>H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6206265" y="5140811"/>
            <a:ext cx="504265" cy="220756"/>
            <a:chOff x="5154167" y="5826252"/>
            <a:chExt cx="571500" cy="250190"/>
          </a:xfrm>
        </p:grpSpPr>
        <p:sp>
          <p:nvSpPr>
            <p:cNvPr id="69" name="object 69"/>
            <p:cNvSpPr/>
            <p:nvPr/>
          </p:nvSpPr>
          <p:spPr>
            <a:xfrm>
              <a:off x="5164835" y="5826252"/>
              <a:ext cx="550545" cy="241300"/>
            </a:xfrm>
            <a:custGeom>
              <a:avLst/>
              <a:gdLst/>
              <a:ahLst/>
              <a:cxnLst/>
              <a:rect l="l" t="t" r="r" b="b"/>
              <a:pathLst>
                <a:path w="550545" h="241300">
                  <a:moveTo>
                    <a:pt x="550163" y="0"/>
                  </a:moveTo>
                  <a:lnTo>
                    <a:pt x="0" y="0"/>
                  </a:lnTo>
                  <a:lnTo>
                    <a:pt x="6096" y="36575"/>
                  </a:lnTo>
                  <a:lnTo>
                    <a:pt x="35051" y="103631"/>
                  </a:lnTo>
                  <a:lnTo>
                    <a:pt x="77724" y="160020"/>
                  </a:lnTo>
                  <a:lnTo>
                    <a:pt x="134112" y="202692"/>
                  </a:lnTo>
                  <a:lnTo>
                    <a:pt x="201167" y="230124"/>
                  </a:lnTo>
                  <a:lnTo>
                    <a:pt x="274319" y="240792"/>
                  </a:lnTo>
                  <a:lnTo>
                    <a:pt x="312419" y="237744"/>
                  </a:lnTo>
                  <a:lnTo>
                    <a:pt x="382524" y="219456"/>
                  </a:lnTo>
                  <a:lnTo>
                    <a:pt x="445008" y="182880"/>
                  </a:lnTo>
                  <a:lnTo>
                    <a:pt x="495300" y="132587"/>
                  </a:lnTo>
                  <a:lnTo>
                    <a:pt x="531876" y="71628"/>
                  </a:lnTo>
                  <a:lnTo>
                    <a:pt x="55016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0" name="object 70"/>
            <p:cNvSpPr/>
            <p:nvPr/>
          </p:nvSpPr>
          <p:spPr>
            <a:xfrm>
              <a:off x="5154168" y="5826252"/>
              <a:ext cx="571500" cy="250190"/>
            </a:xfrm>
            <a:custGeom>
              <a:avLst/>
              <a:gdLst/>
              <a:ahLst/>
              <a:cxnLst/>
              <a:rect l="l" t="t" r="r" b="b"/>
              <a:pathLst>
                <a:path w="571500" h="250189">
                  <a:moveTo>
                    <a:pt x="571500" y="0"/>
                  </a:moveTo>
                  <a:lnTo>
                    <a:pt x="550164" y="0"/>
                  </a:lnTo>
                  <a:lnTo>
                    <a:pt x="550164" y="3048"/>
                  </a:lnTo>
                  <a:lnTo>
                    <a:pt x="548640" y="16764"/>
                  </a:lnTo>
                  <a:lnTo>
                    <a:pt x="545592" y="30480"/>
                  </a:lnTo>
                  <a:lnTo>
                    <a:pt x="545592" y="28956"/>
                  </a:lnTo>
                  <a:lnTo>
                    <a:pt x="541020" y="42672"/>
                  </a:lnTo>
                  <a:lnTo>
                    <a:pt x="537972" y="54864"/>
                  </a:lnTo>
                  <a:lnTo>
                    <a:pt x="531876" y="67056"/>
                  </a:lnTo>
                  <a:lnTo>
                    <a:pt x="527304" y="79248"/>
                  </a:lnTo>
                  <a:lnTo>
                    <a:pt x="521208" y="89916"/>
                  </a:lnTo>
                  <a:lnTo>
                    <a:pt x="515112" y="102108"/>
                  </a:lnTo>
                  <a:lnTo>
                    <a:pt x="499872" y="123444"/>
                  </a:lnTo>
                  <a:lnTo>
                    <a:pt x="499872" y="121920"/>
                  </a:lnTo>
                  <a:lnTo>
                    <a:pt x="492252" y="132588"/>
                  </a:lnTo>
                  <a:lnTo>
                    <a:pt x="483108" y="143256"/>
                  </a:lnTo>
                  <a:lnTo>
                    <a:pt x="484632" y="143256"/>
                  </a:lnTo>
                  <a:lnTo>
                    <a:pt x="475488" y="152400"/>
                  </a:lnTo>
                  <a:lnTo>
                    <a:pt x="466344" y="161544"/>
                  </a:lnTo>
                  <a:lnTo>
                    <a:pt x="455676" y="169164"/>
                  </a:lnTo>
                  <a:lnTo>
                    <a:pt x="446532" y="178308"/>
                  </a:lnTo>
                  <a:lnTo>
                    <a:pt x="446532" y="176784"/>
                  </a:lnTo>
                  <a:lnTo>
                    <a:pt x="435864" y="184404"/>
                  </a:lnTo>
                  <a:lnTo>
                    <a:pt x="423672" y="192024"/>
                  </a:lnTo>
                  <a:lnTo>
                    <a:pt x="425196" y="192024"/>
                  </a:lnTo>
                  <a:lnTo>
                    <a:pt x="413004" y="198120"/>
                  </a:lnTo>
                  <a:lnTo>
                    <a:pt x="400812" y="204216"/>
                  </a:lnTo>
                  <a:lnTo>
                    <a:pt x="402336" y="204216"/>
                  </a:lnTo>
                  <a:lnTo>
                    <a:pt x="390144" y="210312"/>
                  </a:lnTo>
                  <a:lnTo>
                    <a:pt x="377952" y="214884"/>
                  </a:lnTo>
                  <a:lnTo>
                    <a:pt x="377952" y="213360"/>
                  </a:lnTo>
                  <a:lnTo>
                    <a:pt x="364236" y="217932"/>
                  </a:lnTo>
                  <a:lnTo>
                    <a:pt x="365760" y="217932"/>
                  </a:lnTo>
                  <a:lnTo>
                    <a:pt x="352044" y="222504"/>
                  </a:lnTo>
                  <a:lnTo>
                    <a:pt x="353568" y="222504"/>
                  </a:lnTo>
                  <a:lnTo>
                    <a:pt x="339852" y="225552"/>
                  </a:lnTo>
                  <a:lnTo>
                    <a:pt x="326136" y="227076"/>
                  </a:lnTo>
                  <a:lnTo>
                    <a:pt x="312420" y="230124"/>
                  </a:lnTo>
                  <a:lnTo>
                    <a:pt x="257556" y="230124"/>
                  </a:lnTo>
                  <a:lnTo>
                    <a:pt x="245364" y="227076"/>
                  </a:lnTo>
                  <a:lnTo>
                    <a:pt x="231648" y="225552"/>
                  </a:lnTo>
                  <a:lnTo>
                    <a:pt x="217932" y="222504"/>
                  </a:lnTo>
                  <a:lnTo>
                    <a:pt x="219456" y="222504"/>
                  </a:lnTo>
                  <a:lnTo>
                    <a:pt x="205740" y="217932"/>
                  </a:lnTo>
                  <a:lnTo>
                    <a:pt x="193548" y="213360"/>
                  </a:lnTo>
                  <a:lnTo>
                    <a:pt x="193548" y="214884"/>
                  </a:lnTo>
                  <a:lnTo>
                    <a:pt x="181356" y="210312"/>
                  </a:lnTo>
                  <a:lnTo>
                    <a:pt x="158496" y="198894"/>
                  </a:lnTo>
                  <a:lnTo>
                    <a:pt x="158496" y="198120"/>
                  </a:lnTo>
                  <a:lnTo>
                    <a:pt x="146304" y="192024"/>
                  </a:lnTo>
                  <a:lnTo>
                    <a:pt x="147828" y="192024"/>
                  </a:lnTo>
                  <a:lnTo>
                    <a:pt x="135636" y="184404"/>
                  </a:lnTo>
                  <a:lnTo>
                    <a:pt x="124968" y="176784"/>
                  </a:lnTo>
                  <a:lnTo>
                    <a:pt x="124968" y="178308"/>
                  </a:lnTo>
                  <a:lnTo>
                    <a:pt x="114300" y="169164"/>
                  </a:lnTo>
                  <a:lnTo>
                    <a:pt x="115824" y="169164"/>
                  </a:lnTo>
                  <a:lnTo>
                    <a:pt x="105156" y="161544"/>
                  </a:lnTo>
                  <a:lnTo>
                    <a:pt x="96012" y="152400"/>
                  </a:lnTo>
                  <a:lnTo>
                    <a:pt x="86868" y="143256"/>
                  </a:lnTo>
                  <a:lnTo>
                    <a:pt x="79248" y="132588"/>
                  </a:lnTo>
                  <a:lnTo>
                    <a:pt x="72707" y="123444"/>
                  </a:lnTo>
                  <a:lnTo>
                    <a:pt x="71628" y="121920"/>
                  </a:lnTo>
                  <a:lnTo>
                    <a:pt x="71628" y="123444"/>
                  </a:lnTo>
                  <a:lnTo>
                    <a:pt x="62484" y="112776"/>
                  </a:lnTo>
                  <a:lnTo>
                    <a:pt x="64008" y="112776"/>
                  </a:lnTo>
                  <a:lnTo>
                    <a:pt x="56388" y="102108"/>
                  </a:lnTo>
                  <a:lnTo>
                    <a:pt x="50292" y="89916"/>
                  </a:lnTo>
                  <a:lnTo>
                    <a:pt x="44196" y="79248"/>
                  </a:lnTo>
                  <a:lnTo>
                    <a:pt x="39624" y="67056"/>
                  </a:lnTo>
                  <a:lnTo>
                    <a:pt x="33528" y="54864"/>
                  </a:lnTo>
                  <a:lnTo>
                    <a:pt x="28956" y="42672"/>
                  </a:lnTo>
                  <a:lnTo>
                    <a:pt x="26238" y="30480"/>
                  </a:lnTo>
                  <a:lnTo>
                    <a:pt x="25908" y="28956"/>
                  </a:lnTo>
                  <a:lnTo>
                    <a:pt x="25908" y="30480"/>
                  </a:lnTo>
                  <a:lnTo>
                    <a:pt x="22860" y="16764"/>
                  </a:lnTo>
                  <a:lnTo>
                    <a:pt x="21501" y="4572"/>
                  </a:lnTo>
                  <a:lnTo>
                    <a:pt x="21336" y="3048"/>
                  </a:lnTo>
                  <a:lnTo>
                    <a:pt x="21336" y="4572"/>
                  </a:lnTo>
                  <a:lnTo>
                    <a:pt x="19812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3048" y="21336"/>
                  </a:lnTo>
                  <a:lnTo>
                    <a:pt x="13716" y="57912"/>
                  </a:lnTo>
                  <a:lnTo>
                    <a:pt x="22860" y="80772"/>
                  </a:lnTo>
                  <a:lnTo>
                    <a:pt x="27432" y="92964"/>
                  </a:lnTo>
                  <a:lnTo>
                    <a:pt x="44196" y="120396"/>
                  </a:lnTo>
                  <a:lnTo>
                    <a:pt x="47244" y="124968"/>
                  </a:lnTo>
                  <a:lnTo>
                    <a:pt x="56388" y="137160"/>
                  </a:lnTo>
                  <a:lnTo>
                    <a:pt x="62484" y="146304"/>
                  </a:lnTo>
                  <a:lnTo>
                    <a:pt x="68580" y="153924"/>
                  </a:lnTo>
                  <a:lnTo>
                    <a:pt x="79248" y="163068"/>
                  </a:lnTo>
                  <a:lnTo>
                    <a:pt x="96012" y="179832"/>
                  </a:lnTo>
                  <a:lnTo>
                    <a:pt x="105156" y="187452"/>
                  </a:lnTo>
                  <a:lnTo>
                    <a:pt x="114300" y="195072"/>
                  </a:lnTo>
                  <a:lnTo>
                    <a:pt x="124968" y="201168"/>
                  </a:lnTo>
                  <a:lnTo>
                    <a:pt x="124968" y="202692"/>
                  </a:lnTo>
                  <a:lnTo>
                    <a:pt x="135636" y="208788"/>
                  </a:lnTo>
                  <a:lnTo>
                    <a:pt x="146304" y="214884"/>
                  </a:lnTo>
                  <a:lnTo>
                    <a:pt x="155448" y="220980"/>
                  </a:lnTo>
                  <a:lnTo>
                    <a:pt x="158496" y="220980"/>
                  </a:lnTo>
                  <a:lnTo>
                    <a:pt x="181356" y="231648"/>
                  </a:lnTo>
                  <a:lnTo>
                    <a:pt x="217932" y="243840"/>
                  </a:lnTo>
                  <a:lnTo>
                    <a:pt x="225552" y="245364"/>
                  </a:lnTo>
                  <a:lnTo>
                    <a:pt x="231648" y="245364"/>
                  </a:lnTo>
                  <a:lnTo>
                    <a:pt x="262128" y="249936"/>
                  </a:lnTo>
                  <a:lnTo>
                    <a:pt x="300228" y="249936"/>
                  </a:lnTo>
                  <a:lnTo>
                    <a:pt x="313944" y="249936"/>
                  </a:lnTo>
                  <a:lnTo>
                    <a:pt x="315468" y="249936"/>
                  </a:lnTo>
                  <a:lnTo>
                    <a:pt x="329184" y="248412"/>
                  </a:lnTo>
                  <a:lnTo>
                    <a:pt x="339852" y="245364"/>
                  </a:lnTo>
                  <a:lnTo>
                    <a:pt x="353568" y="242316"/>
                  </a:lnTo>
                  <a:lnTo>
                    <a:pt x="365760" y="239268"/>
                  </a:lnTo>
                  <a:lnTo>
                    <a:pt x="368808" y="239268"/>
                  </a:lnTo>
                  <a:lnTo>
                    <a:pt x="390144" y="231648"/>
                  </a:lnTo>
                  <a:lnTo>
                    <a:pt x="402336" y="227076"/>
                  </a:lnTo>
                  <a:lnTo>
                    <a:pt x="406908" y="225552"/>
                  </a:lnTo>
                  <a:lnTo>
                    <a:pt x="413004" y="220980"/>
                  </a:lnTo>
                  <a:lnTo>
                    <a:pt x="425196" y="214884"/>
                  </a:lnTo>
                  <a:lnTo>
                    <a:pt x="435864" y="208788"/>
                  </a:lnTo>
                  <a:lnTo>
                    <a:pt x="440436" y="205740"/>
                  </a:lnTo>
                  <a:lnTo>
                    <a:pt x="446532" y="202692"/>
                  </a:lnTo>
                  <a:lnTo>
                    <a:pt x="455676" y="195072"/>
                  </a:lnTo>
                  <a:lnTo>
                    <a:pt x="466344" y="187452"/>
                  </a:lnTo>
                  <a:lnTo>
                    <a:pt x="472440" y="182880"/>
                  </a:lnTo>
                  <a:lnTo>
                    <a:pt x="475488" y="179832"/>
                  </a:lnTo>
                  <a:lnTo>
                    <a:pt x="484632" y="170688"/>
                  </a:lnTo>
                  <a:lnTo>
                    <a:pt x="492252" y="163068"/>
                  </a:lnTo>
                  <a:lnTo>
                    <a:pt x="499872" y="155448"/>
                  </a:lnTo>
                  <a:lnTo>
                    <a:pt x="515112" y="137160"/>
                  </a:lnTo>
                  <a:lnTo>
                    <a:pt x="524256" y="124968"/>
                  </a:lnTo>
                  <a:lnTo>
                    <a:pt x="527304" y="118872"/>
                  </a:lnTo>
                  <a:lnTo>
                    <a:pt x="544068" y="91440"/>
                  </a:lnTo>
                  <a:lnTo>
                    <a:pt x="548640" y="80772"/>
                  </a:lnTo>
                  <a:lnTo>
                    <a:pt x="559308" y="56388"/>
                  </a:lnTo>
                  <a:lnTo>
                    <a:pt x="568452" y="18288"/>
                  </a:lnTo>
                  <a:lnTo>
                    <a:pt x="570738" y="4572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2" name="object 72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73" name="object 73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8</a:t>
            </a:fld>
            <a:endParaRPr spc="-2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639788"/>
            <a:ext cx="6825545" cy="534378"/>
          </a:xfrm>
          <a:prstGeom prst="rect">
            <a:avLst/>
          </a:prstGeom>
        </p:spPr>
        <p:txBody>
          <a:bodyPr vert="horz" wrap="square" lIns="0" tIns="92139" rIns="0" bIns="0" rtlCol="0" anchor="ctr">
            <a:spAutoFit/>
          </a:bodyPr>
          <a:lstStyle/>
          <a:p>
            <a:pPr marL="1290986">
              <a:lnSpc>
                <a:spcPct val="100000"/>
              </a:lnSpc>
              <a:spcBef>
                <a:spcPts val="79"/>
              </a:spcBef>
            </a:pPr>
            <a:r>
              <a:rPr sz="2868" spc="-141" dirty="0"/>
              <a:t>Iterative‐Deepening</a:t>
            </a:r>
            <a:r>
              <a:rPr sz="2868" spc="-124" dirty="0"/>
              <a:t> </a:t>
            </a:r>
            <a:r>
              <a:rPr sz="2868" spc="-84" dirty="0"/>
              <a:t>Search(IDS)</a:t>
            </a:r>
            <a:endParaRPr sz="2868"/>
          </a:p>
        </p:txBody>
      </p:sp>
      <p:sp>
        <p:nvSpPr>
          <p:cNvPr id="3" name="object 3"/>
          <p:cNvSpPr txBox="1"/>
          <p:nvPr/>
        </p:nvSpPr>
        <p:spPr>
          <a:xfrm>
            <a:off x="3320113" y="2216549"/>
            <a:ext cx="3115235" cy="538998"/>
          </a:xfrm>
          <a:prstGeom prst="rect">
            <a:avLst/>
          </a:prstGeom>
        </p:spPr>
        <p:txBody>
          <a:bodyPr vert="horz" wrap="square" lIns="0" tIns="72838" rIns="0" bIns="0" rtlCol="0">
            <a:spAutoFit/>
          </a:bodyPr>
          <a:lstStyle/>
          <a:p>
            <a:pPr marL="11206">
              <a:spcBef>
                <a:spcPts val="574"/>
              </a:spcBef>
            </a:pPr>
            <a:r>
              <a:rPr sz="1412" b="1" spc="-9" dirty="0">
                <a:solidFill>
                  <a:srgbClr val="CC3300"/>
                </a:solidFill>
                <a:latin typeface="Courier New"/>
                <a:cs typeface="Courier New"/>
              </a:rPr>
              <a:t>deepeningSearch(problem)</a:t>
            </a:r>
            <a:endParaRPr sz="1412">
              <a:latin typeface="Courier New"/>
              <a:cs typeface="Courier New"/>
            </a:endParaRPr>
          </a:p>
          <a:p>
            <a:pPr marL="11206">
              <a:spcBef>
                <a:spcPts val="441"/>
              </a:spcBef>
            </a:pP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depth:</a:t>
            </a:r>
            <a:r>
              <a:rPr sz="1279" spc="-35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1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#</a:t>
            </a:r>
            <a:r>
              <a:rPr sz="1279" spc="-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of</a:t>
            </a:r>
            <a:r>
              <a:rPr sz="1279" spc="-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nodes</a:t>
            </a:r>
            <a:r>
              <a:rPr sz="1279" spc="-18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tested:</a:t>
            </a:r>
            <a:r>
              <a:rPr sz="1279" spc="-31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4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expanded:</a:t>
            </a:r>
            <a:r>
              <a:rPr sz="1279" spc="-40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spc="-44" dirty="0">
                <a:latin typeface="Microsoft Sans Serif"/>
                <a:cs typeface="Microsoft Sans Serif"/>
              </a:rPr>
              <a:t>1</a:t>
            </a:r>
            <a:endParaRPr sz="1279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76029" y="2398955"/>
            <a:ext cx="509868" cy="508747"/>
            <a:chOff x="6819900" y="2718816"/>
            <a:chExt cx="577850" cy="576580"/>
          </a:xfrm>
        </p:grpSpPr>
        <p:sp>
          <p:nvSpPr>
            <p:cNvPr id="5" name="object 5"/>
            <p:cNvSpPr/>
            <p:nvPr/>
          </p:nvSpPr>
          <p:spPr>
            <a:xfrm>
              <a:off x="6830567" y="2727960"/>
              <a:ext cx="558165" cy="556260"/>
            </a:xfrm>
            <a:custGeom>
              <a:avLst/>
              <a:gdLst/>
              <a:ahLst/>
              <a:cxnLst/>
              <a:rect l="l" t="t" r="r" b="b"/>
              <a:pathLst>
                <a:path w="558165" h="556260">
                  <a:moveTo>
                    <a:pt x="278891" y="0"/>
                  </a:moveTo>
                  <a:lnTo>
                    <a:pt x="240791" y="3048"/>
                  </a:lnTo>
                  <a:lnTo>
                    <a:pt x="170687" y="21336"/>
                  </a:lnTo>
                  <a:lnTo>
                    <a:pt x="108203" y="57912"/>
                  </a:lnTo>
                  <a:lnTo>
                    <a:pt x="57911" y="108203"/>
                  </a:lnTo>
                  <a:lnTo>
                    <a:pt x="22859" y="170687"/>
                  </a:lnTo>
                  <a:lnTo>
                    <a:pt x="3048" y="240791"/>
                  </a:lnTo>
                  <a:lnTo>
                    <a:pt x="0" y="278891"/>
                  </a:lnTo>
                  <a:lnTo>
                    <a:pt x="3048" y="315467"/>
                  </a:lnTo>
                  <a:lnTo>
                    <a:pt x="22859" y="387095"/>
                  </a:lnTo>
                  <a:lnTo>
                    <a:pt x="57911" y="448055"/>
                  </a:lnTo>
                  <a:lnTo>
                    <a:pt x="108203" y="498348"/>
                  </a:lnTo>
                  <a:lnTo>
                    <a:pt x="170687" y="534924"/>
                  </a:lnTo>
                  <a:lnTo>
                    <a:pt x="240791" y="553212"/>
                  </a:lnTo>
                  <a:lnTo>
                    <a:pt x="278891" y="556260"/>
                  </a:lnTo>
                  <a:lnTo>
                    <a:pt x="316991" y="553212"/>
                  </a:lnTo>
                  <a:lnTo>
                    <a:pt x="387096" y="534924"/>
                  </a:lnTo>
                  <a:lnTo>
                    <a:pt x="448055" y="498348"/>
                  </a:lnTo>
                  <a:lnTo>
                    <a:pt x="498348" y="448055"/>
                  </a:lnTo>
                  <a:lnTo>
                    <a:pt x="534924" y="387095"/>
                  </a:lnTo>
                  <a:lnTo>
                    <a:pt x="554735" y="315467"/>
                  </a:lnTo>
                  <a:lnTo>
                    <a:pt x="557783" y="278891"/>
                  </a:lnTo>
                  <a:lnTo>
                    <a:pt x="554735" y="240791"/>
                  </a:lnTo>
                  <a:lnTo>
                    <a:pt x="534924" y="170687"/>
                  </a:lnTo>
                  <a:lnTo>
                    <a:pt x="498348" y="108203"/>
                  </a:lnTo>
                  <a:lnTo>
                    <a:pt x="448055" y="57912"/>
                  </a:lnTo>
                  <a:lnTo>
                    <a:pt x="387096" y="21336"/>
                  </a:lnTo>
                  <a:lnTo>
                    <a:pt x="316991" y="3048"/>
                  </a:lnTo>
                  <a:lnTo>
                    <a:pt x="27889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6819900" y="2718815"/>
              <a:ext cx="577850" cy="576580"/>
            </a:xfrm>
            <a:custGeom>
              <a:avLst/>
              <a:gdLst/>
              <a:ahLst/>
              <a:cxnLst/>
              <a:rect l="l" t="t" r="r" b="b"/>
              <a:pathLst>
                <a:path w="577850" h="576579">
                  <a:moveTo>
                    <a:pt x="577596" y="288036"/>
                  </a:moveTo>
                  <a:lnTo>
                    <a:pt x="569976" y="224028"/>
                  </a:lnTo>
                  <a:lnTo>
                    <a:pt x="565175" y="207264"/>
                  </a:lnTo>
                  <a:lnTo>
                    <a:pt x="560832" y="192024"/>
                  </a:lnTo>
                  <a:lnTo>
                    <a:pt x="557784" y="184797"/>
                  </a:lnTo>
                  <a:lnTo>
                    <a:pt x="557784" y="274320"/>
                  </a:lnTo>
                  <a:lnTo>
                    <a:pt x="557784" y="300228"/>
                  </a:lnTo>
                  <a:lnTo>
                    <a:pt x="554736" y="315468"/>
                  </a:lnTo>
                  <a:lnTo>
                    <a:pt x="554736" y="327660"/>
                  </a:lnTo>
                  <a:lnTo>
                    <a:pt x="551688" y="341376"/>
                  </a:lnTo>
                  <a:lnTo>
                    <a:pt x="548640" y="355092"/>
                  </a:lnTo>
                  <a:lnTo>
                    <a:pt x="548640" y="353568"/>
                  </a:lnTo>
                  <a:lnTo>
                    <a:pt x="545592" y="367284"/>
                  </a:lnTo>
                  <a:lnTo>
                    <a:pt x="541020" y="379476"/>
                  </a:lnTo>
                  <a:lnTo>
                    <a:pt x="534924" y="393192"/>
                  </a:lnTo>
                  <a:lnTo>
                    <a:pt x="534924" y="391668"/>
                  </a:lnTo>
                  <a:lnTo>
                    <a:pt x="530352" y="403860"/>
                  </a:lnTo>
                  <a:lnTo>
                    <a:pt x="518160" y="426720"/>
                  </a:lnTo>
                  <a:lnTo>
                    <a:pt x="495300" y="458724"/>
                  </a:lnTo>
                  <a:lnTo>
                    <a:pt x="496824" y="458724"/>
                  </a:lnTo>
                  <a:lnTo>
                    <a:pt x="478536" y="477012"/>
                  </a:lnTo>
                  <a:lnTo>
                    <a:pt x="467868" y="486156"/>
                  </a:lnTo>
                  <a:lnTo>
                    <a:pt x="469392" y="486156"/>
                  </a:lnTo>
                  <a:lnTo>
                    <a:pt x="458724" y="493776"/>
                  </a:lnTo>
                  <a:lnTo>
                    <a:pt x="449580" y="502920"/>
                  </a:lnTo>
                  <a:lnTo>
                    <a:pt x="449580" y="501396"/>
                  </a:lnTo>
                  <a:lnTo>
                    <a:pt x="438912" y="510540"/>
                  </a:lnTo>
                  <a:lnTo>
                    <a:pt x="440436" y="510540"/>
                  </a:lnTo>
                  <a:lnTo>
                    <a:pt x="426720" y="516636"/>
                  </a:lnTo>
                  <a:lnTo>
                    <a:pt x="428244" y="516636"/>
                  </a:lnTo>
                  <a:lnTo>
                    <a:pt x="416052" y="524256"/>
                  </a:lnTo>
                  <a:lnTo>
                    <a:pt x="417576" y="522732"/>
                  </a:lnTo>
                  <a:lnTo>
                    <a:pt x="405384" y="528828"/>
                  </a:lnTo>
                  <a:lnTo>
                    <a:pt x="393192" y="534924"/>
                  </a:lnTo>
                  <a:lnTo>
                    <a:pt x="368808" y="544068"/>
                  </a:lnTo>
                  <a:lnTo>
                    <a:pt x="356616" y="547116"/>
                  </a:lnTo>
                  <a:lnTo>
                    <a:pt x="342900" y="550164"/>
                  </a:lnTo>
                  <a:lnTo>
                    <a:pt x="344424" y="550164"/>
                  </a:lnTo>
                  <a:lnTo>
                    <a:pt x="329184" y="553212"/>
                  </a:lnTo>
                  <a:lnTo>
                    <a:pt x="315468" y="554736"/>
                  </a:lnTo>
                  <a:lnTo>
                    <a:pt x="303276" y="554736"/>
                  </a:lnTo>
                  <a:lnTo>
                    <a:pt x="289560" y="556260"/>
                  </a:lnTo>
                  <a:lnTo>
                    <a:pt x="274320" y="554736"/>
                  </a:lnTo>
                  <a:lnTo>
                    <a:pt x="262128" y="554736"/>
                  </a:lnTo>
                  <a:lnTo>
                    <a:pt x="248412" y="553212"/>
                  </a:lnTo>
                  <a:lnTo>
                    <a:pt x="234696" y="550164"/>
                  </a:lnTo>
                  <a:lnTo>
                    <a:pt x="236220" y="550164"/>
                  </a:lnTo>
                  <a:lnTo>
                    <a:pt x="220980" y="547116"/>
                  </a:lnTo>
                  <a:lnTo>
                    <a:pt x="222504" y="547116"/>
                  </a:lnTo>
                  <a:lnTo>
                    <a:pt x="208788" y="544068"/>
                  </a:lnTo>
                  <a:lnTo>
                    <a:pt x="184404" y="534924"/>
                  </a:lnTo>
                  <a:lnTo>
                    <a:pt x="185928" y="534924"/>
                  </a:lnTo>
                  <a:lnTo>
                    <a:pt x="172212" y="528828"/>
                  </a:lnTo>
                  <a:lnTo>
                    <a:pt x="161544" y="522732"/>
                  </a:lnTo>
                  <a:lnTo>
                    <a:pt x="161544" y="524256"/>
                  </a:lnTo>
                  <a:lnTo>
                    <a:pt x="138684" y="510540"/>
                  </a:lnTo>
                  <a:lnTo>
                    <a:pt x="140208" y="510540"/>
                  </a:lnTo>
                  <a:lnTo>
                    <a:pt x="128016" y="501396"/>
                  </a:lnTo>
                  <a:lnTo>
                    <a:pt x="128016" y="502920"/>
                  </a:lnTo>
                  <a:lnTo>
                    <a:pt x="118872" y="493776"/>
                  </a:lnTo>
                  <a:lnTo>
                    <a:pt x="108204" y="486156"/>
                  </a:lnTo>
                  <a:lnTo>
                    <a:pt x="89916" y="467868"/>
                  </a:lnTo>
                  <a:lnTo>
                    <a:pt x="82296" y="458724"/>
                  </a:lnTo>
                  <a:lnTo>
                    <a:pt x="59436" y="426720"/>
                  </a:lnTo>
                  <a:lnTo>
                    <a:pt x="60960" y="426720"/>
                  </a:lnTo>
                  <a:lnTo>
                    <a:pt x="53340" y="416052"/>
                  </a:lnTo>
                  <a:lnTo>
                    <a:pt x="47244" y="403860"/>
                  </a:lnTo>
                  <a:lnTo>
                    <a:pt x="48768" y="403860"/>
                  </a:lnTo>
                  <a:lnTo>
                    <a:pt x="43434" y="393192"/>
                  </a:lnTo>
                  <a:lnTo>
                    <a:pt x="42672" y="391668"/>
                  </a:lnTo>
                  <a:lnTo>
                    <a:pt x="42672" y="393192"/>
                  </a:lnTo>
                  <a:lnTo>
                    <a:pt x="38100" y="379476"/>
                  </a:lnTo>
                  <a:lnTo>
                    <a:pt x="32004" y="367284"/>
                  </a:lnTo>
                  <a:lnTo>
                    <a:pt x="29286" y="355092"/>
                  </a:lnTo>
                  <a:lnTo>
                    <a:pt x="28956" y="353568"/>
                  </a:lnTo>
                  <a:lnTo>
                    <a:pt x="28956" y="355092"/>
                  </a:lnTo>
                  <a:lnTo>
                    <a:pt x="25908" y="341376"/>
                  </a:lnTo>
                  <a:lnTo>
                    <a:pt x="24549" y="329184"/>
                  </a:lnTo>
                  <a:lnTo>
                    <a:pt x="24384" y="327660"/>
                  </a:lnTo>
                  <a:lnTo>
                    <a:pt x="24384" y="329184"/>
                  </a:lnTo>
                  <a:lnTo>
                    <a:pt x="23012" y="315468"/>
                  </a:lnTo>
                  <a:lnTo>
                    <a:pt x="22860" y="313944"/>
                  </a:lnTo>
                  <a:lnTo>
                    <a:pt x="22860" y="315468"/>
                  </a:lnTo>
                  <a:lnTo>
                    <a:pt x="21336" y="300228"/>
                  </a:lnTo>
                  <a:lnTo>
                    <a:pt x="21336" y="274320"/>
                  </a:lnTo>
                  <a:lnTo>
                    <a:pt x="25908" y="233172"/>
                  </a:lnTo>
                  <a:lnTo>
                    <a:pt x="25908" y="234696"/>
                  </a:lnTo>
                  <a:lnTo>
                    <a:pt x="26238" y="233172"/>
                  </a:lnTo>
                  <a:lnTo>
                    <a:pt x="32004" y="207264"/>
                  </a:lnTo>
                  <a:lnTo>
                    <a:pt x="32004" y="208788"/>
                  </a:lnTo>
                  <a:lnTo>
                    <a:pt x="32677" y="207264"/>
                  </a:lnTo>
                  <a:lnTo>
                    <a:pt x="38100" y="195072"/>
                  </a:lnTo>
                  <a:lnTo>
                    <a:pt x="42672" y="182880"/>
                  </a:lnTo>
                  <a:lnTo>
                    <a:pt x="47244" y="173736"/>
                  </a:lnTo>
                  <a:lnTo>
                    <a:pt x="48768" y="170688"/>
                  </a:lnTo>
                  <a:lnTo>
                    <a:pt x="47244" y="172212"/>
                  </a:lnTo>
                  <a:lnTo>
                    <a:pt x="53340" y="160020"/>
                  </a:lnTo>
                  <a:lnTo>
                    <a:pt x="59436" y="149352"/>
                  </a:lnTo>
                  <a:lnTo>
                    <a:pt x="67056" y="137160"/>
                  </a:lnTo>
                  <a:lnTo>
                    <a:pt x="67056" y="138684"/>
                  </a:lnTo>
                  <a:lnTo>
                    <a:pt x="68008" y="137160"/>
                  </a:lnTo>
                  <a:lnTo>
                    <a:pt x="74676" y="126492"/>
                  </a:lnTo>
                  <a:lnTo>
                    <a:pt x="82296" y="117348"/>
                  </a:lnTo>
                  <a:lnTo>
                    <a:pt x="89916" y="106680"/>
                  </a:lnTo>
                  <a:lnTo>
                    <a:pt x="108204" y="88392"/>
                  </a:lnTo>
                  <a:lnTo>
                    <a:pt x="108204" y="89916"/>
                  </a:lnTo>
                  <a:lnTo>
                    <a:pt x="110337" y="88392"/>
                  </a:lnTo>
                  <a:lnTo>
                    <a:pt x="118872" y="82296"/>
                  </a:lnTo>
                  <a:lnTo>
                    <a:pt x="118872" y="80772"/>
                  </a:lnTo>
                  <a:lnTo>
                    <a:pt x="128016" y="73152"/>
                  </a:lnTo>
                  <a:lnTo>
                    <a:pt x="138684" y="65532"/>
                  </a:lnTo>
                  <a:lnTo>
                    <a:pt x="161544" y="51816"/>
                  </a:lnTo>
                  <a:lnTo>
                    <a:pt x="172212" y="45720"/>
                  </a:lnTo>
                  <a:lnTo>
                    <a:pt x="184404" y="41148"/>
                  </a:lnTo>
                  <a:lnTo>
                    <a:pt x="196596" y="35052"/>
                  </a:lnTo>
                  <a:lnTo>
                    <a:pt x="196596" y="36576"/>
                  </a:lnTo>
                  <a:lnTo>
                    <a:pt x="200660" y="35052"/>
                  </a:lnTo>
                  <a:lnTo>
                    <a:pt x="208788" y="32004"/>
                  </a:lnTo>
                  <a:lnTo>
                    <a:pt x="220980" y="28956"/>
                  </a:lnTo>
                  <a:lnTo>
                    <a:pt x="234696" y="25908"/>
                  </a:lnTo>
                  <a:lnTo>
                    <a:pt x="248412" y="22860"/>
                  </a:lnTo>
                  <a:lnTo>
                    <a:pt x="262128" y="21336"/>
                  </a:lnTo>
                  <a:lnTo>
                    <a:pt x="274320" y="19812"/>
                  </a:lnTo>
                  <a:lnTo>
                    <a:pt x="303276" y="19812"/>
                  </a:lnTo>
                  <a:lnTo>
                    <a:pt x="344424" y="25908"/>
                  </a:lnTo>
                  <a:lnTo>
                    <a:pt x="381000" y="36576"/>
                  </a:lnTo>
                  <a:lnTo>
                    <a:pt x="381000" y="35052"/>
                  </a:lnTo>
                  <a:lnTo>
                    <a:pt x="393192" y="41148"/>
                  </a:lnTo>
                  <a:lnTo>
                    <a:pt x="405384" y="45720"/>
                  </a:lnTo>
                  <a:lnTo>
                    <a:pt x="405384" y="47244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26720" y="57912"/>
                  </a:lnTo>
                  <a:lnTo>
                    <a:pt x="428244" y="59436"/>
                  </a:lnTo>
                  <a:lnTo>
                    <a:pt x="440436" y="65532"/>
                  </a:lnTo>
                  <a:lnTo>
                    <a:pt x="458724" y="80772"/>
                  </a:lnTo>
                  <a:lnTo>
                    <a:pt x="469392" y="89916"/>
                  </a:lnTo>
                  <a:lnTo>
                    <a:pt x="478536" y="97536"/>
                  </a:lnTo>
                  <a:lnTo>
                    <a:pt x="478536" y="99060"/>
                  </a:lnTo>
                  <a:lnTo>
                    <a:pt x="487680" y="106680"/>
                  </a:lnTo>
                  <a:lnTo>
                    <a:pt x="496824" y="117348"/>
                  </a:lnTo>
                  <a:lnTo>
                    <a:pt x="495300" y="117348"/>
                  </a:lnTo>
                  <a:lnTo>
                    <a:pt x="496824" y="118872"/>
                  </a:lnTo>
                  <a:lnTo>
                    <a:pt x="502920" y="128016"/>
                  </a:lnTo>
                  <a:lnTo>
                    <a:pt x="502920" y="126492"/>
                  </a:lnTo>
                  <a:lnTo>
                    <a:pt x="510540" y="138684"/>
                  </a:lnTo>
                  <a:lnTo>
                    <a:pt x="510540" y="137160"/>
                  </a:lnTo>
                  <a:lnTo>
                    <a:pt x="518160" y="149352"/>
                  </a:lnTo>
                  <a:lnTo>
                    <a:pt x="518160" y="147828"/>
                  </a:lnTo>
                  <a:lnTo>
                    <a:pt x="530352" y="172212"/>
                  </a:lnTo>
                  <a:lnTo>
                    <a:pt x="530352" y="170688"/>
                  </a:lnTo>
                  <a:lnTo>
                    <a:pt x="534924" y="182880"/>
                  </a:lnTo>
                  <a:lnTo>
                    <a:pt x="541020" y="195072"/>
                  </a:lnTo>
                  <a:lnTo>
                    <a:pt x="545592" y="208788"/>
                  </a:lnTo>
                  <a:lnTo>
                    <a:pt x="545592" y="207264"/>
                  </a:lnTo>
                  <a:lnTo>
                    <a:pt x="551688" y="234696"/>
                  </a:lnTo>
                  <a:lnTo>
                    <a:pt x="551688" y="237744"/>
                  </a:lnTo>
                  <a:lnTo>
                    <a:pt x="554736" y="246888"/>
                  </a:lnTo>
                  <a:lnTo>
                    <a:pt x="554736" y="260604"/>
                  </a:lnTo>
                  <a:lnTo>
                    <a:pt x="557784" y="274320"/>
                  </a:lnTo>
                  <a:lnTo>
                    <a:pt x="557784" y="184797"/>
                  </a:lnTo>
                  <a:lnTo>
                    <a:pt x="551840" y="170688"/>
                  </a:lnTo>
                  <a:lnTo>
                    <a:pt x="548640" y="163068"/>
                  </a:lnTo>
                  <a:lnTo>
                    <a:pt x="539216" y="147828"/>
                  </a:lnTo>
                  <a:lnTo>
                    <a:pt x="532638" y="137160"/>
                  </a:lnTo>
                  <a:lnTo>
                    <a:pt x="526046" y="126492"/>
                  </a:lnTo>
                  <a:lnTo>
                    <a:pt x="516636" y="111252"/>
                  </a:lnTo>
                  <a:lnTo>
                    <a:pt x="478536" y="68580"/>
                  </a:lnTo>
                  <a:lnTo>
                    <a:pt x="432816" y="36576"/>
                  </a:lnTo>
                  <a:lnTo>
                    <a:pt x="429221" y="35052"/>
                  </a:lnTo>
                  <a:lnTo>
                    <a:pt x="393293" y="19812"/>
                  </a:lnTo>
                  <a:lnTo>
                    <a:pt x="382524" y="15240"/>
                  </a:lnTo>
                  <a:lnTo>
                    <a:pt x="329184" y="3048"/>
                  </a:lnTo>
                  <a:lnTo>
                    <a:pt x="274320" y="0"/>
                  </a:lnTo>
                  <a:lnTo>
                    <a:pt x="248412" y="3048"/>
                  </a:lnTo>
                  <a:lnTo>
                    <a:pt x="195072" y="15240"/>
                  </a:lnTo>
                  <a:lnTo>
                    <a:pt x="144780" y="36576"/>
                  </a:lnTo>
                  <a:lnTo>
                    <a:pt x="99060" y="68580"/>
                  </a:lnTo>
                  <a:lnTo>
                    <a:pt x="60960" y="111252"/>
                  </a:lnTo>
                  <a:lnTo>
                    <a:pt x="28956" y="163068"/>
                  </a:lnTo>
                  <a:lnTo>
                    <a:pt x="7620" y="224028"/>
                  </a:lnTo>
                  <a:lnTo>
                    <a:pt x="0" y="272796"/>
                  </a:lnTo>
                  <a:lnTo>
                    <a:pt x="0" y="301752"/>
                  </a:lnTo>
                  <a:lnTo>
                    <a:pt x="7620" y="345948"/>
                  </a:lnTo>
                  <a:lnTo>
                    <a:pt x="21336" y="394716"/>
                  </a:lnTo>
                  <a:lnTo>
                    <a:pt x="47244" y="443484"/>
                  </a:lnTo>
                  <a:lnTo>
                    <a:pt x="50292" y="449580"/>
                  </a:lnTo>
                  <a:lnTo>
                    <a:pt x="59436" y="461772"/>
                  </a:lnTo>
                  <a:lnTo>
                    <a:pt x="73152" y="478536"/>
                  </a:lnTo>
                  <a:lnTo>
                    <a:pt x="99060" y="504444"/>
                  </a:lnTo>
                  <a:lnTo>
                    <a:pt x="118872" y="519684"/>
                  </a:lnTo>
                  <a:lnTo>
                    <a:pt x="128016" y="527304"/>
                  </a:lnTo>
                  <a:lnTo>
                    <a:pt x="138684" y="533400"/>
                  </a:lnTo>
                  <a:lnTo>
                    <a:pt x="160020" y="545592"/>
                  </a:lnTo>
                  <a:lnTo>
                    <a:pt x="184404" y="556260"/>
                  </a:lnTo>
                  <a:lnTo>
                    <a:pt x="220980" y="568452"/>
                  </a:lnTo>
                  <a:lnTo>
                    <a:pt x="228600" y="569976"/>
                  </a:lnTo>
                  <a:lnTo>
                    <a:pt x="234696" y="571500"/>
                  </a:lnTo>
                  <a:lnTo>
                    <a:pt x="265176" y="574548"/>
                  </a:lnTo>
                  <a:lnTo>
                    <a:pt x="303276" y="576072"/>
                  </a:lnTo>
                  <a:lnTo>
                    <a:pt x="316992" y="574548"/>
                  </a:lnTo>
                  <a:lnTo>
                    <a:pt x="318516" y="574548"/>
                  </a:lnTo>
                  <a:lnTo>
                    <a:pt x="332232" y="573024"/>
                  </a:lnTo>
                  <a:lnTo>
                    <a:pt x="344424" y="569976"/>
                  </a:lnTo>
                  <a:lnTo>
                    <a:pt x="373380" y="563880"/>
                  </a:lnTo>
                  <a:lnTo>
                    <a:pt x="405384" y="551688"/>
                  </a:lnTo>
                  <a:lnTo>
                    <a:pt x="409956" y="550164"/>
                  </a:lnTo>
                  <a:lnTo>
                    <a:pt x="416052" y="547116"/>
                  </a:lnTo>
                  <a:lnTo>
                    <a:pt x="428244" y="539496"/>
                  </a:lnTo>
                  <a:lnTo>
                    <a:pt x="440436" y="533400"/>
                  </a:lnTo>
                  <a:lnTo>
                    <a:pt x="443484" y="530352"/>
                  </a:lnTo>
                  <a:lnTo>
                    <a:pt x="449580" y="525780"/>
                  </a:lnTo>
                  <a:lnTo>
                    <a:pt x="469392" y="512064"/>
                  </a:lnTo>
                  <a:lnTo>
                    <a:pt x="475488" y="507492"/>
                  </a:lnTo>
                  <a:lnTo>
                    <a:pt x="478536" y="504444"/>
                  </a:lnTo>
                  <a:lnTo>
                    <a:pt x="496824" y="487680"/>
                  </a:lnTo>
                  <a:lnTo>
                    <a:pt x="502920" y="481584"/>
                  </a:lnTo>
                  <a:lnTo>
                    <a:pt x="527304" y="451104"/>
                  </a:lnTo>
                  <a:lnTo>
                    <a:pt x="547116" y="417576"/>
                  </a:lnTo>
                  <a:lnTo>
                    <a:pt x="551688" y="405384"/>
                  </a:lnTo>
                  <a:lnTo>
                    <a:pt x="557784" y="393192"/>
                  </a:lnTo>
                  <a:lnTo>
                    <a:pt x="562356" y="381000"/>
                  </a:lnTo>
                  <a:lnTo>
                    <a:pt x="573024" y="342900"/>
                  </a:lnTo>
                  <a:lnTo>
                    <a:pt x="576072" y="301752"/>
                  </a:lnTo>
                  <a:lnTo>
                    <a:pt x="577596" y="288036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60249" y="2397182"/>
            <a:ext cx="342340" cy="411123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algn="ctr">
              <a:lnSpc>
                <a:spcPts val="1619"/>
              </a:lnSpc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S</a:t>
            </a:r>
            <a:endParaRPr sz="1412">
              <a:latin typeface="Arial"/>
              <a:cs typeface="Arial"/>
            </a:endParaRPr>
          </a:p>
          <a:p>
            <a:pPr algn="ctr">
              <a:lnSpc>
                <a:spcPts val="1460"/>
              </a:lnSpc>
            </a:pPr>
            <a:r>
              <a:rPr sz="1279" spc="-9" dirty="0">
                <a:solidFill>
                  <a:srgbClr val="FFFFFF"/>
                </a:solidFill>
                <a:latin typeface="Microsoft Sans Serif"/>
                <a:cs typeface="Microsoft Sans Serif"/>
              </a:rPr>
              <a:t>start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99021" y="2827916"/>
            <a:ext cx="1065119" cy="210110"/>
          </a:xfrm>
          <a:custGeom>
            <a:avLst/>
            <a:gdLst/>
            <a:ahLst/>
            <a:cxnLst/>
            <a:rect l="l" t="t" r="r" b="b"/>
            <a:pathLst>
              <a:path w="1207134" h="238125">
                <a:moveTo>
                  <a:pt x="411480" y="18288"/>
                </a:moveTo>
                <a:lnTo>
                  <a:pt x="400812" y="0"/>
                </a:lnTo>
                <a:lnTo>
                  <a:pt x="0" y="237744"/>
                </a:lnTo>
                <a:lnTo>
                  <a:pt x="39624" y="237744"/>
                </a:lnTo>
                <a:lnTo>
                  <a:pt x="411480" y="18288"/>
                </a:lnTo>
                <a:close/>
              </a:path>
              <a:path w="1207134" h="238125">
                <a:moveTo>
                  <a:pt x="614172" y="89916"/>
                </a:moveTo>
                <a:lnTo>
                  <a:pt x="592836" y="89916"/>
                </a:lnTo>
                <a:lnTo>
                  <a:pt x="592836" y="237744"/>
                </a:lnTo>
                <a:lnTo>
                  <a:pt x="614172" y="237744"/>
                </a:lnTo>
                <a:lnTo>
                  <a:pt x="614172" y="89916"/>
                </a:lnTo>
                <a:close/>
              </a:path>
              <a:path w="1207134" h="238125">
                <a:moveTo>
                  <a:pt x="1207008" y="237744"/>
                </a:moveTo>
                <a:lnTo>
                  <a:pt x="806196" y="0"/>
                </a:lnTo>
                <a:lnTo>
                  <a:pt x="795528" y="18288"/>
                </a:lnTo>
                <a:lnTo>
                  <a:pt x="1165860" y="237744"/>
                </a:lnTo>
                <a:lnTo>
                  <a:pt x="1207008" y="237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7085331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5</a:t>
            </a:r>
            <a:endParaRPr sz="1279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93880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86043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58448" y="3037690"/>
            <a:ext cx="2140324" cy="687481"/>
            <a:chOff x="5893308" y="3442715"/>
            <a:chExt cx="2425700" cy="779145"/>
          </a:xfrm>
        </p:grpSpPr>
        <p:sp>
          <p:nvSpPr>
            <p:cNvPr id="13" name="object 13"/>
            <p:cNvSpPr/>
            <p:nvPr/>
          </p:nvSpPr>
          <p:spPr>
            <a:xfrm>
              <a:off x="5907487" y="3656075"/>
              <a:ext cx="548005" cy="230504"/>
            </a:xfrm>
            <a:custGeom>
              <a:avLst/>
              <a:gdLst/>
              <a:ahLst/>
              <a:cxnLst/>
              <a:rect l="l" t="t" r="r" b="b"/>
              <a:pathLst>
                <a:path w="548004" h="230504">
                  <a:moveTo>
                    <a:pt x="273856" y="0"/>
                  </a:moveTo>
                  <a:lnTo>
                    <a:pt x="200704" y="9144"/>
                  </a:lnTo>
                  <a:lnTo>
                    <a:pt x="133648" y="38100"/>
                  </a:lnTo>
                  <a:lnTo>
                    <a:pt x="77260" y="80772"/>
                  </a:lnTo>
                  <a:lnTo>
                    <a:pt x="34588" y="137160"/>
                  </a:lnTo>
                  <a:lnTo>
                    <a:pt x="5632" y="204215"/>
                  </a:lnTo>
                  <a:lnTo>
                    <a:pt x="0" y="230124"/>
                  </a:lnTo>
                  <a:lnTo>
                    <a:pt x="547712" y="230124"/>
                  </a:lnTo>
                  <a:lnTo>
                    <a:pt x="531412" y="169163"/>
                  </a:lnTo>
                  <a:lnTo>
                    <a:pt x="494836" y="108203"/>
                  </a:lnTo>
                  <a:lnTo>
                    <a:pt x="444544" y="57912"/>
                  </a:lnTo>
                  <a:lnTo>
                    <a:pt x="382060" y="21336"/>
                  </a:lnTo>
                  <a:lnTo>
                    <a:pt x="311956" y="1524"/>
                  </a:lnTo>
                  <a:lnTo>
                    <a:pt x="27385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5898007" y="3442715"/>
              <a:ext cx="647700" cy="443865"/>
            </a:xfrm>
            <a:custGeom>
              <a:avLst/>
              <a:gdLst/>
              <a:ahLst/>
              <a:cxnLst/>
              <a:rect l="l" t="t" r="r" b="b"/>
              <a:pathLst>
                <a:path w="647700" h="443864">
                  <a:moveTo>
                    <a:pt x="647573" y="0"/>
                  </a:moveTo>
                  <a:lnTo>
                    <a:pt x="607949" y="0"/>
                  </a:lnTo>
                  <a:lnTo>
                    <a:pt x="313817" y="172212"/>
                  </a:lnTo>
                  <a:lnTo>
                    <a:pt x="303149" y="155448"/>
                  </a:lnTo>
                  <a:lnTo>
                    <a:pt x="283337" y="202692"/>
                  </a:lnTo>
                  <a:lnTo>
                    <a:pt x="301383" y="205105"/>
                  </a:lnTo>
                  <a:lnTo>
                    <a:pt x="269621" y="204216"/>
                  </a:lnTo>
                  <a:lnTo>
                    <a:pt x="190373" y="217932"/>
                  </a:lnTo>
                  <a:lnTo>
                    <a:pt x="140081" y="240792"/>
                  </a:lnTo>
                  <a:lnTo>
                    <a:pt x="94361" y="272796"/>
                  </a:lnTo>
                  <a:lnTo>
                    <a:pt x="54737" y="313944"/>
                  </a:lnTo>
                  <a:lnTo>
                    <a:pt x="24257" y="365760"/>
                  </a:lnTo>
                  <a:lnTo>
                    <a:pt x="2921" y="426720"/>
                  </a:lnTo>
                  <a:lnTo>
                    <a:pt x="0" y="443484"/>
                  </a:lnTo>
                  <a:lnTo>
                    <a:pt x="19850" y="443484"/>
                  </a:lnTo>
                  <a:lnTo>
                    <a:pt x="24257" y="423672"/>
                  </a:lnTo>
                  <a:lnTo>
                    <a:pt x="24257" y="425196"/>
                  </a:lnTo>
                  <a:lnTo>
                    <a:pt x="36449" y="387096"/>
                  </a:lnTo>
                  <a:lnTo>
                    <a:pt x="42545" y="374904"/>
                  </a:lnTo>
                  <a:lnTo>
                    <a:pt x="41021" y="374904"/>
                  </a:lnTo>
                  <a:lnTo>
                    <a:pt x="53213" y="353568"/>
                  </a:lnTo>
                  <a:lnTo>
                    <a:pt x="54737" y="352044"/>
                  </a:lnTo>
                  <a:lnTo>
                    <a:pt x="53213" y="352044"/>
                  </a:lnTo>
                  <a:lnTo>
                    <a:pt x="60833" y="341376"/>
                  </a:lnTo>
                  <a:lnTo>
                    <a:pt x="69977" y="330708"/>
                  </a:lnTo>
                  <a:lnTo>
                    <a:pt x="76073" y="320040"/>
                  </a:lnTo>
                  <a:lnTo>
                    <a:pt x="76073" y="321564"/>
                  </a:lnTo>
                  <a:lnTo>
                    <a:pt x="77368" y="320040"/>
                  </a:lnTo>
                  <a:lnTo>
                    <a:pt x="85217" y="310896"/>
                  </a:lnTo>
                  <a:lnTo>
                    <a:pt x="103505" y="292608"/>
                  </a:lnTo>
                  <a:lnTo>
                    <a:pt x="112649" y="284988"/>
                  </a:lnTo>
                  <a:lnTo>
                    <a:pt x="123317" y="275844"/>
                  </a:lnTo>
                  <a:lnTo>
                    <a:pt x="132461" y="269748"/>
                  </a:lnTo>
                  <a:lnTo>
                    <a:pt x="133985" y="268224"/>
                  </a:lnTo>
                  <a:lnTo>
                    <a:pt x="132461" y="268224"/>
                  </a:lnTo>
                  <a:lnTo>
                    <a:pt x="155321" y="256032"/>
                  </a:lnTo>
                  <a:lnTo>
                    <a:pt x="167513" y="249936"/>
                  </a:lnTo>
                  <a:lnTo>
                    <a:pt x="178181" y="245364"/>
                  </a:lnTo>
                  <a:lnTo>
                    <a:pt x="179705" y="243840"/>
                  </a:lnTo>
                  <a:lnTo>
                    <a:pt x="178181" y="243840"/>
                  </a:lnTo>
                  <a:lnTo>
                    <a:pt x="190373" y="239268"/>
                  </a:lnTo>
                  <a:lnTo>
                    <a:pt x="202565" y="236220"/>
                  </a:lnTo>
                  <a:lnTo>
                    <a:pt x="216281" y="231648"/>
                  </a:lnTo>
                  <a:lnTo>
                    <a:pt x="228473" y="228600"/>
                  </a:lnTo>
                  <a:lnTo>
                    <a:pt x="242189" y="225552"/>
                  </a:lnTo>
                  <a:lnTo>
                    <a:pt x="255905" y="224028"/>
                  </a:lnTo>
                  <a:lnTo>
                    <a:pt x="269621" y="224028"/>
                  </a:lnTo>
                  <a:lnTo>
                    <a:pt x="283337" y="222504"/>
                  </a:lnTo>
                  <a:lnTo>
                    <a:pt x="297053" y="224028"/>
                  </a:lnTo>
                  <a:lnTo>
                    <a:pt x="298577" y="224028"/>
                  </a:lnTo>
                  <a:lnTo>
                    <a:pt x="310769" y="224028"/>
                  </a:lnTo>
                  <a:lnTo>
                    <a:pt x="324485" y="225552"/>
                  </a:lnTo>
                  <a:lnTo>
                    <a:pt x="338201" y="228600"/>
                  </a:lnTo>
                  <a:lnTo>
                    <a:pt x="350393" y="231648"/>
                  </a:lnTo>
                  <a:lnTo>
                    <a:pt x="362585" y="236220"/>
                  </a:lnTo>
                  <a:lnTo>
                    <a:pt x="374777" y="239268"/>
                  </a:lnTo>
                  <a:lnTo>
                    <a:pt x="388493" y="243840"/>
                  </a:lnTo>
                  <a:lnTo>
                    <a:pt x="400685" y="249936"/>
                  </a:lnTo>
                  <a:lnTo>
                    <a:pt x="409829" y="256032"/>
                  </a:lnTo>
                  <a:lnTo>
                    <a:pt x="423545" y="262128"/>
                  </a:lnTo>
                  <a:lnTo>
                    <a:pt x="434213" y="268224"/>
                  </a:lnTo>
                  <a:lnTo>
                    <a:pt x="432689" y="268224"/>
                  </a:lnTo>
                  <a:lnTo>
                    <a:pt x="434213" y="269748"/>
                  </a:lnTo>
                  <a:lnTo>
                    <a:pt x="444881" y="275844"/>
                  </a:lnTo>
                  <a:lnTo>
                    <a:pt x="443357" y="275844"/>
                  </a:lnTo>
                  <a:lnTo>
                    <a:pt x="444881" y="277368"/>
                  </a:lnTo>
                  <a:lnTo>
                    <a:pt x="454025" y="284988"/>
                  </a:lnTo>
                  <a:lnTo>
                    <a:pt x="464693" y="292608"/>
                  </a:lnTo>
                  <a:lnTo>
                    <a:pt x="463169" y="292608"/>
                  </a:lnTo>
                  <a:lnTo>
                    <a:pt x="464693" y="294132"/>
                  </a:lnTo>
                  <a:lnTo>
                    <a:pt x="473837" y="301752"/>
                  </a:lnTo>
                  <a:lnTo>
                    <a:pt x="472313" y="301752"/>
                  </a:lnTo>
                  <a:lnTo>
                    <a:pt x="473837" y="303276"/>
                  </a:lnTo>
                  <a:lnTo>
                    <a:pt x="481457" y="310896"/>
                  </a:lnTo>
                  <a:lnTo>
                    <a:pt x="490601" y="321564"/>
                  </a:lnTo>
                  <a:lnTo>
                    <a:pt x="524129" y="374904"/>
                  </a:lnTo>
                  <a:lnTo>
                    <a:pt x="539369" y="411480"/>
                  </a:lnTo>
                  <a:lnTo>
                    <a:pt x="543941" y="425196"/>
                  </a:lnTo>
                  <a:lnTo>
                    <a:pt x="543941" y="423672"/>
                  </a:lnTo>
                  <a:lnTo>
                    <a:pt x="546989" y="437388"/>
                  </a:lnTo>
                  <a:lnTo>
                    <a:pt x="545465" y="437388"/>
                  </a:lnTo>
                  <a:lnTo>
                    <a:pt x="546989" y="441960"/>
                  </a:lnTo>
                  <a:lnTo>
                    <a:pt x="547243" y="443484"/>
                  </a:lnTo>
                  <a:lnTo>
                    <a:pt x="566140" y="443484"/>
                  </a:lnTo>
                  <a:lnTo>
                    <a:pt x="563753" y="426720"/>
                  </a:lnTo>
                  <a:lnTo>
                    <a:pt x="562838" y="423672"/>
                  </a:lnTo>
                  <a:lnTo>
                    <a:pt x="554609" y="396240"/>
                  </a:lnTo>
                  <a:lnTo>
                    <a:pt x="511937" y="313944"/>
                  </a:lnTo>
                  <a:lnTo>
                    <a:pt x="473837" y="272796"/>
                  </a:lnTo>
                  <a:lnTo>
                    <a:pt x="426593" y="240792"/>
                  </a:lnTo>
                  <a:lnTo>
                    <a:pt x="387578" y="222504"/>
                  </a:lnTo>
                  <a:lnTo>
                    <a:pt x="377825" y="217932"/>
                  </a:lnTo>
                  <a:lnTo>
                    <a:pt x="334733" y="208089"/>
                  </a:lnTo>
                  <a:lnTo>
                    <a:pt x="324485" y="190500"/>
                  </a:lnTo>
                  <a:lnTo>
                    <a:pt x="6475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6835603" y="3656075"/>
              <a:ext cx="548005" cy="230504"/>
            </a:xfrm>
            <a:custGeom>
              <a:avLst/>
              <a:gdLst/>
              <a:ahLst/>
              <a:cxnLst/>
              <a:rect l="l" t="t" r="r" b="b"/>
              <a:pathLst>
                <a:path w="548004" h="230504">
                  <a:moveTo>
                    <a:pt x="273856" y="0"/>
                  </a:moveTo>
                  <a:lnTo>
                    <a:pt x="235756" y="1524"/>
                  </a:lnTo>
                  <a:lnTo>
                    <a:pt x="165652" y="21336"/>
                  </a:lnTo>
                  <a:lnTo>
                    <a:pt x="103168" y="57912"/>
                  </a:lnTo>
                  <a:lnTo>
                    <a:pt x="52876" y="108203"/>
                  </a:lnTo>
                  <a:lnTo>
                    <a:pt x="17824" y="169163"/>
                  </a:lnTo>
                  <a:lnTo>
                    <a:pt x="0" y="230124"/>
                  </a:lnTo>
                  <a:lnTo>
                    <a:pt x="547712" y="230124"/>
                  </a:lnTo>
                  <a:lnTo>
                    <a:pt x="529888" y="169163"/>
                  </a:lnTo>
                  <a:lnTo>
                    <a:pt x="493312" y="108203"/>
                  </a:lnTo>
                  <a:lnTo>
                    <a:pt x="443020" y="57912"/>
                  </a:lnTo>
                  <a:lnTo>
                    <a:pt x="382060" y="21336"/>
                  </a:lnTo>
                  <a:lnTo>
                    <a:pt x="311956" y="1524"/>
                  </a:lnTo>
                  <a:lnTo>
                    <a:pt x="27385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6824749" y="3646931"/>
              <a:ext cx="568325" cy="239395"/>
            </a:xfrm>
            <a:custGeom>
              <a:avLst/>
              <a:gdLst/>
              <a:ahLst/>
              <a:cxnLst/>
              <a:rect l="l" t="t" r="r" b="b"/>
              <a:pathLst>
                <a:path w="568325" h="239395">
                  <a:moveTo>
                    <a:pt x="298426" y="0"/>
                  </a:moveTo>
                  <a:lnTo>
                    <a:pt x="269470" y="0"/>
                  </a:lnTo>
                  <a:lnTo>
                    <a:pt x="243562" y="1523"/>
                  </a:lnTo>
                  <a:lnTo>
                    <a:pt x="190222" y="13715"/>
                  </a:lnTo>
                  <a:lnTo>
                    <a:pt x="139930" y="36575"/>
                  </a:lnTo>
                  <a:lnTo>
                    <a:pt x="94210" y="68579"/>
                  </a:lnTo>
                  <a:lnTo>
                    <a:pt x="56110" y="109727"/>
                  </a:lnTo>
                  <a:lnTo>
                    <a:pt x="24106" y="161543"/>
                  </a:lnTo>
                  <a:lnTo>
                    <a:pt x="2770" y="224027"/>
                  </a:lnTo>
                  <a:lnTo>
                    <a:pt x="0" y="239267"/>
                  </a:lnTo>
                  <a:lnTo>
                    <a:pt x="20381" y="239267"/>
                  </a:lnTo>
                  <a:lnTo>
                    <a:pt x="21058" y="233171"/>
                  </a:lnTo>
                  <a:lnTo>
                    <a:pt x="24106" y="219455"/>
                  </a:lnTo>
                  <a:lnTo>
                    <a:pt x="24445" y="219455"/>
                  </a:lnTo>
                  <a:lnTo>
                    <a:pt x="27154" y="207263"/>
                  </a:lnTo>
                  <a:lnTo>
                    <a:pt x="33250" y="195071"/>
                  </a:lnTo>
                  <a:lnTo>
                    <a:pt x="37822" y="182879"/>
                  </a:lnTo>
                  <a:lnTo>
                    <a:pt x="42394" y="172212"/>
                  </a:lnTo>
                  <a:lnTo>
                    <a:pt x="43918" y="170687"/>
                  </a:lnTo>
                  <a:lnTo>
                    <a:pt x="42394" y="170687"/>
                  </a:lnTo>
                  <a:lnTo>
                    <a:pt x="54586" y="149351"/>
                  </a:lnTo>
                  <a:lnTo>
                    <a:pt x="56110" y="147827"/>
                  </a:lnTo>
                  <a:lnTo>
                    <a:pt x="54586" y="147827"/>
                  </a:lnTo>
                  <a:lnTo>
                    <a:pt x="77446" y="115823"/>
                  </a:lnTo>
                  <a:lnTo>
                    <a:pt x="78535" y="115823"/>
                  </a:lnTo>
                  <a:lnTo>
                    <a:pt x="85066" y="106679"/>
                  </a:lnTo>
                  <a:lnTo>
                    <a:pt x="103354" y="88391"/>
                  </a:lnTo>
                  <a:lnTo>
                    <a:pt x="114022" y="80771"/>
                  </a:lnTo>
                  <a:lnTo>
                    <a:pt x="123166" y="71627"/>
                  </a:lnTo>
                  <a:lnTo>
                    <a:pt x="133834" y="65531"/>
                  </a:lnTo>
                  <a:lnTo>
                    <a:pt x="135358" y="64007"/>
                  </a:lnTo>
                  <a:lnTo>
                    <a:pt x="133834" y="64007"/>
                  </a:lnTo>
                  <a:lnTo>
                    <a:pt x="156694" y="51815"/>
                  </a:lnTo>
                  <a:lnTo>
                    <a:pt x="167362" y="45719"/>
                  </a:lnTo>
                  <a:lnTo>
                    <a:pt x="179554" y="41147"/>
                  </a:lnTo>
                  <a:lnTo>
                    <a:pt x="181078" y="39623"/>
                  </a:lnTo>
                  <a:lnTo>
                    <a:pt x="179554" y="39623"/>
                  </a:lnTo>
                  <a:lnTo>
                    <a:pt x="191746" y="35051"/>
                  </a:lnTo>
                  <a:lnTo>
                    <a:pt x="203938" y="32003"/>
                  </a:lnTo>
                  <a:lnTo>
                    <a:pt x="216130" y="27431"/>
                  </a:lnTo>
                  <a:lnTo>
                    <a:pt x="243562" y="21335"/>
                  </a:lnTo>
                  <a:lnTo>
                    <a:pt x="257278" y="19812"/>
                  </a:lnTo>
                  <a:lnTo>
                    <a:pt x="269470" y="19812"/>
                  </a:lnTo>
                  <a:lnTo>
                    <a:pt x="284710" y="18287"/>
                  </a:lnTo>
                  <a:lnTo>
                    <a:pt x="384740" y="18287"/>
                  </a:lnTo>
                  <a:lnTo>
                    <a:pt x="351766" y="7619"/>
                  </a:lnTo>
                  <a:lnTo>
                    <a:pt x="298426" y="0"/>
                  </a:lnTo>
                  <a:close/>
                </a:path>
                <a:path w="568325" h="239395">
                  <a:moveTo>
                    <a:pt x="552934" y="219455"/>
                  </a:moveTo>
                  <a:lnTo>
                    <a:pt x="543790" y="219455"/>
                  </a:lnTo>
                  <a:lnTo>
                    <a:pt x="546838" y="233171"/>
                  </a:lnTo>
                  <a:lnTo>
                    <a:pt x="546838" y="237743"/>
                  </a:lnTo>
                  <a:lnTo>
                    <a:pt x="547346" y="239267"/>
                  </a:lnTo>
                  <a:lnTo>
                    <a:pt x="552934" y="239267"/>
                  </a:lnTo>
                  <a:lnTo>
                    <a:pt x="552934" y="219455"/>
                  </a:lnTo>
                  <a:close/>
                </a:path>
                <a:path w="568325" h="239395">
                  <a:moveTo>
                    <a:pt x="552934" y="184403"/>
                  </a:moveTo>
                  <a:lnTo>
                    <a:pt x="552934" y="239267"/>
                  </a:lnTo>
                  <a:lnTo>
                    <a:pt x="567897" y="239267"/>
                  </a:lnTo>
                  <a:lnTo>
                    <a:pt x="565126" y="224027"/>
                  </a:lnTo>
                  <a:lnTo>
                    <a:pt x="555982" y="192023"/>
                  </a:lnTo>
                  <a:lnTo>
                    <a:pt x="552934" y="184403"/>
                  </a:lnTo>
                  <a:close/>
                </a:path>
                <a:path w="568325" h="239395">
                  <a:moveTo>
                    <a:pt x="24445" y="219455"/>
                  </a:moveTo>
                  <a:lnTo>
                    <a:pt x="24106" y="219455"/>
                  </a:lnTo>
                  <a:lnTo>
                    <a:pt x="24106" y="220979"/>
                  </a:lnTo>
                  <a:lnTo>
                    <a:pt x="24445" y="219455"/>
                  </a:lnTo>
                  <a:close/>
                </a:path>
                <a:path w="568325" h="239395">
                  <a:moveTo>
                    <a:pt x="384740" y="18287"/>
                  </a:moveTo>
                  <a:lnTo>
                    <a:pt x="284710" y="18287"/>
                  </a:lnTo>
                  <a:lnTo>
                    <a:pt x="298426" y="19812"/>
                  </a:lnTo>
                  <a:lnTo>
                    <a:pt x="312142" y="19812"/>
                  </a:lnTo>
                  <a:lnTo>
                    <a:pt x="324334" y="21335"/>
                  </a:lnTo>
                  <a:lnTo>
                    <a:pt x="339574" y="24383"/>
                  </a:lnTo>
                  <a:lnTo>
                    <a:pt x="351766" y="27431"/>
                  </a:lnTo>
                  <a:lnTo>
                    <a:pt x="363958" y="32003"/>
                  </a:lnTo>
                  <a:lnTo>
                    <a:pt x="376150" y="35051"/>
                  </a:lnTo>
                  <a:lnTo>
                    <a:pt x="388342" y="39623"/>
                  </a:lnTo>
                  <a:lnTo>
                    <a:pt x="400534" y="45719"/>
                  </a:lnTo>
                  <a:lnTo>
                    <a:pt x="411202" y="51815"/>
                  </a:lnTo>
                  <a:lnTo>
                    <a:pt x="435586" y="64007"/>
                  </a:lnTo>
                  <a:lnTo>
                    <a:pt x="434062" y="64007"/>
                  </a:lnTo>
                  <a:lnTo>
                    <a:pt x="435586" y="65531"/>
                  </a:lnTo>
                  <a:lnTo>
                    <a:pt x="444730" y="71627"/>
                  </a:lnTo>
                  <a:lnTo>
                    <a:pt x="444730" y="73151"/>
                  </a:lnTo>
                  <a:lnTo>
                    <a:pt x="453874" y="80771"/>
                  </a:lnTo>
                  <a:lnTo>
                    <a:pt x="464542" y="88391"/>
                  </a:lnTo>
                  <a:lnTo>
                    <a:pt x="463018" y="88391"/>
                  </a:lnTo>
                  <a:lnTo>
                    <a:pt x="464542" y="89915"/>
                  </a:lnTo>
                  <a:lnTo>
                    <a:pt x="473686" y="97535"/>
                  </a:lnTo>
                  <a:lnTo>
                    <a:pt x="473686" y="99059"/>
                  </a:lnTo>
                  <a:lnTo>
                    <a:pt x="482830" y="106679"/>
                  </a:lnTo>
                  <a:lnTo>
                    <a:pt x="491974" y="117347"/>
                  </a:lnTo>
                  <a:lnTo>
                    <a:pt x="498070" y="126491"/>
                  </a:lnTo>
                  <a:lnTo>
                    <a:pt x="513310" y="147827"/>
                  </a:lnTo>
                  <a:lnTo>
                    <a:pt x="525502" y="170687"/>
                  </a:lnTo>
                  <a:lnTo>
                    <a:pt x="530074" y="182879"/>
                  </a:lnTo>
                  <a:lnTo>
                    <a:pt x="536170" y="195071"/>
                  </a:lnTo>
                  <a:lnTo>
                    <a:pt x="540742" y="207263"/>
                  </a:lnTo>
                  <a:lnTo>
                    <a:pt x="543790" y="220979"/>
                  </a:lnTo>
                  <a:lnTo>
                    <a:pt x="543790" y="219455"/>
                  </a:lnTo>
                  <a:lnTo>
                    <a:pt x="552934" y="219455"/>
                  </a:lnTo>
                  <a:lnTo>
                    <a:pt x="552934" y="184403"/>
                  </a:lnTo>
                  <a:lnTo>
                    <a:pt x="530074" y="134112"/>
                  </a:lnTo>
                  <a:lnTo>
                    <a:pt x="493498" y="88391"/>
                  </a:lnTo>
                  <a:lnTo>
                    <a:pt x="450826" y="51815"/>
                  </a:lnTo>
                  <a:lnTo>
                    <a:pt x="403582" y="24383"/>
                  </a:lnTo>
                  <a:lnTo>
                    <a:pt x="384740" y="18287"/>
                  </a:lnTo>
                  <a:close/>
                </a:path>
                <a:path w="568325" h="239395">
                  <a:moveTo>
                    <a:pt x="78535" y="115823"/>
                  </a:moveTo>
                  <a:lnTo>
                    <a:pt x="77446" y="115823"/>
                  </a:lnTo>
                  <a:lnTo>
                    <a:pt x="77446" y="117347"/>
                  </a:lnTo>
                  <a:lnTo>
                    <a:pt x="78535" y="115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7763322" y="3656075"/>
              <a:ext cx="547370" cy="230504"/>
            </a:xfrm>
            <a:custGeom>
              <a:avLst/>
              <a:gdLst/>
              <a:ahLst/>
              <a:cxnLst/>
              <a:rect l="l" t="t" r="r" b="b"/>
              <a:pathLst>
                <a:path w="547370" h="230504">
                  <a:moveTo>
                    <a:pt x="274253" y="0"/>
                  </a:moveTo>
                  <a:lnTo>
                    <a:pt x="236153" y="1524"/>
                  </a:lnTo>
                  <a:lnTo>
                    <a:pt x="164525" y="21336"/>
                  </a:lnTo>
                  <a:lnTo>
                    <a:pt x="103565" y="57912"/>
                  </a:lnTo>
                  <a:lnTo>
                    <a:pt x="53273" y="108203"/>
                  </a:lnTo>
                  <a:lnTo>
                    <a:pt x="16697" y="169163"/>
                  </a:lnTo>
                  <a:lnTo>
                    <a:pt x="0" y="230124"/>
                  </a:lnTo>
                  <a:lnTo>
                    <a:pt x="546983" y="230124"/>
                  </a:lnTo>
                  <a:lnTo>
                    <a:pt x="530285" y="169163"/>
                  </a:lnTo>
                  <a:lnTo>
                    <a:pt x="493709" y="108203"/>
                  </a:lnTo>
                  <a:lnTo>
                    <a:pt x="443417" y="57912"/>
                  </a:lnTo>
                  <a:lnTo>
                    <a:pt x="382457" y="21336"/>
                  </a:lnTo>
                  <a:lnTo>
                    <a:pt x="310829" y="1524"/>
                  </a:lnTo>
                  <a:lnTo>
                    <a:pt x="274253" y="0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7752715" y="3646931"/>
              <a:ext cx="566420" cy="239395"/>
            </a:xfrm>
            <a:custGeom>
              <a:avLst/>
              <a:gdLst/>
              <a:ahLst/>
              <a:cxnLst/>
              <a:rect l="l" t="t" r="r" b="b"/>
              <a:pathLst>
                <a:path w="566420" h="239395">
                  <a:moveTo>
                    <a:pt x="566140" y="239268"/>
                  </a:moveTo>
                  <a:lnTo>
                    <a:pt x="563753" y="222504"/>
                  </a:lnTo>
                  <a:lnTo>
                    <a:pt x="562838" y="219456"/>
                  </a:lnTo>
                  <a:lnTo>
                    <a:pt x="554609" y="192024"/>
                  </a:lnTo>
                  <a:lnTo>
                    <a:pt x="511937" y="109728"/>
                  </a:lnTo>
                  <a:lnTo>
                    <a:pt x="473837" y="68580"/>
                  </a:lnTo>
                  <a:lnTo>
                    <a:pt x="426593" y="36576"/>
                  </a:lnTo>
                  <a:lnTo>
                    <a:pt x="387578" y="18288"/>
                  </a:lnTo>
                  <a:lnTo>
                    <a:pt x="377825" y="13716"/>
                  </a:lnTo>
                  <a:lnTo>
                    <a:pt x="324485" y="1524"/>
                  </a:lnTo>
                  <a:lnTo>
                    <a:pt x="269621" y="0"/>
                  </a:lnTo>
                  <a:lnTo>
                    <a:pt x="242189" y="1524"/>
                  </a:lnTo>
                  <a:lnTo>
                    <a:pt x="190373" y="13716"/>
                  </a:lnTo>
                  <a:lnTo>
                    <a:pt x="140081" y="36576"/>
                  </a:lnTo>
                  <a:lnTo>
                    <a:pt x="94361" y="68580"/>
                  </a:lnTo>
                  <a:lnTo>
                    <a:pt x="54737" y="109728"/>
                  </a:lnTo>
                  <a:lnTo>
                    <a:pt x="24257" y="161544"/>
                  </a:lnTo>
                  <a:lnTo>
                    <a:pt x="2921" y="222504"/>
                  </a:lnTo>
                  <a:lnTo>
                    <a:pt x="0" y="239268"/>
                  </a:lnTo>
                  <a:lnTo>
                    <a:pt x="20523" y="239268"/>
                  </a:lnTo>
                  <a:lnTo>
                    <a:pt x="21209" y="233172"/>
                  </a:lnTo>
                  <a:lnTo>
                    <a:pt x="24257" y="219456"/>
                  </a:lnTo>
                  <a:lnTo>
                    <a:pt x="24257" y="220980"/>
                  </a:lnTo>
                  <a:lnTo>
                    <a:pt x="24587" y="219456"/>
                  </a:lnTo>
                  <a:lnTo>
                    <a:pt x="27305" y="207264"/>
                  </a:lnTo>
                  <a:lnTo>
                    <a:pt x="36449" y="182880"/>
                  </a:lnTo>
                  <a:lnTo>
                    <a:pt x="42545" y="172212"/>
                  </a:lnTo>
                  <a:lnTo>
                    <a:pt x="42545" y="170688"/>
                  </a:lnTo>
                  <a:lnTo>
                    <a:pt x="54737" y="149352"/>
                  </a:lnTo>
                  <a:lnTo>
                    <a:pt x="54737" y="147828"/>
                  </a:lnTo>
                  <a:lnTo>
                    <a:pt x="60833" y="137160"/>
                  </a:lnTo>
                  <a:lnTo>
                    <a:pt x="69977" y="126492"/>
                  </a:lnTo>
                  <a:lnTo>
                    <a:pt x="77597" y="115824"/>
                  </a:lnTo>
                  <a:lnTo>
                    <a:pt x="77597" y="117348"/>
                  </a:lnTo>
                  <a:lnTo>
                    <a:pt x="78676" y="115824"/>
                  </a:lnTo>
                  <a:lnTo>
                    <a:pt x="85217" y="106680"/>
                  </a:lnTo>
                  <a:lnTo>
                    <a:pt x="103505" y="88392"/>
                  </a:lnTo>
                  <a:lnTo>
                    <a:pt x="112649" y="80772"/>
                  </a:lnTo>
                  <a:lnTo>
                    <a:pt x="123317" y="71628"/>
                  </a:lnTo>
                  <a:lnTo>
                    <a:pt x="133985" y="65532"/>
                  </a:lnTo>
                  <a:lnTo>
                    <a:pt x="133985" y="64008"/>
                  </a:lnTo>
                  <a:lnTo>
                    <a:pt x="156845" y="51816"/>
                  </a:lnTo>
                  <a:lnTo>
                    <a:pt x="167513" y="45720"/>
                  </a:lnTo>
                  <a:lnTo>
                    <a:pt x="178181" y="41148"/>
                  </a:lnTo>
                  <a:lnTo>
                    <a:pt x="179705" y="39624"/>
                  </a:lnTo>
                  <a:lnTo>
                    <a:pt x="178181" y="39624"/>
                  </a:lnTo>
                  <a:lnTo>
                    <a:pt x="191897" y="35052"/>
                  </a:lnTo>
                  <a:lnTo>
                    <a:pt x="204089" y="32004"/>
                  </a:lnTo>
                  <a:lnTo>
                    <a:pt x="216281" y="27432"/>
                  </a:lnTo>
                  <a:lnTo>
                    <a:pt x="229997" y="24384"/>
                  </a:lnTo>
                  <a:lnTo>
                    <a:pt x="242189" y="21336"/>
                  </a:lnTo>
                  <a:lnTo>
                    <a:pt x="255905" y="19812"/>
                  </a:lnTo>
                  <a:lnTo>
                    <a:pt x="269621" y="19812"/>
                  </a:lnTo>
                  <a:lnTo>
                    <a:pt x="283337" y="18288"/>
                  </a:lnTo>
                  <a:lnTo>
                    <a:pt x="297053" y="19812"/>
                  </a:lnTo>
                  <a:lnTo>
                    <a:pt x="298577" y="19812"/>
                  </a:lnTo>
                  <a:lnTo>
                    <a:pt x="310769" y="19812"/>
                  </a:lnTo>
                  <a:lnTo>
                    <a:pt x="312293" y="19812"/>
                  </a:lnTo>
                  <a:lnTo>
                    <a:pt x="324485" y="21336"/>
                  </a:lnTo>
                  <a:lnTo>
                    <a:pt x="338201" y="24384"/>
                  </a:lnTo>
                  <a:lnTo>
                    <a:pt x="350393" y="27432"/>
                  </a:lnTo>
                  <a:lnTo>
                    <a:pt x="364109" y="32004"/>
                  </a:lnTo>
                  <a:lnTo>
                    <a:pt x="376301" y="35052"/>
                  </a:lnTo>
                  <a:lnTo>
                    <a:pt x="388493" y="39624"/>
                  </a:lnTo>
                  <a:lnTo>
                    <a:pt x="400685" y="45720"/>
                  </a:lnTo>
                  <a:lnTo>
                    <a:pt x="411353" y="51816"/>
                  </a:lnTo>
                  <a:lnTo>
                    <a:pt x="423545" y="57912"/>
                  </a:lnTo>
                  <a:lnTo>
                    <a:pt x="434213" y="64008"/>
                  </a:lnTo>
                  <a:lnTo>
                    <a:pt x="434213" y="65532"/>
                  </a:lnTo>
                  <a:lnTo>
                    <a:pt x="444881" y="71628"/>
                  </a:lnTo>
                  <a:lnTo>
                    <a:pt x="444881" y="73152"/>
                  </a:lnTo>
                  <a:lnTo>
                    <a:pt x="454025" y="80772"/>
                  </a:lnTo>
                  <a:lnTo>
                    <a:pt x="464693" y="88392"/>
                  </a:lnTo>
                  <a:lnTo>
                    <a:pt x="464693" y="89916"/>
                  </a:lnTo>
                  <a:lnTo>
                    <a:pt x="473837" y="97536"/>
                  </a:lnTo>
                  <a:lnTo>
                    <a:pt x="473837" y="99060"/>
                  </a:lnTo>
                  <a:lnTo>
                    <a:pt x="481457" y="106680"/>
                  </a:lnTo>
                  <a:lnTo>
                    <a:pt x="513461" y="147828"/>
                  </a:lnTo>
                  <a:lnTo>
                    <a:pt x="539369" y="207264"/>
                  </a:lnTo>
                  <a:lnTo>
                    <a:pt x="543941" y="220980"/>
                  </a:lnTo>
                  <a:lnTo>
                    <a:pt x="543941" y="219456"/>
                  </a:lnTo>
                  <a:lnTo>
                    <a:pt x="546989" y="233172"/>
                  </a:lnTo>
                  <a:lnTo>
                    <a:pt x="546989" y="237744"/>
                  </a:lnTo>
                  <a:lnTo>
                    <a:pt x="547243" y="239268"/>
                  </a:lnTo>
                  <a:lnTo>
                    <a:pt x="566140" y="239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1876" y="3692651"/>
              <a:ext cx="91440" cy="7162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671816" y="3442715"/>
              <a:ext cx="628015" cy="441959"/>
            </a:xfrm>
            <a:custGeom>
              <a:avLst/>
              <a:gdLst/>
              <a:ahLst/>
              <a:cxnLst/>
              <a:rect l="l" t="t" r="r" b="b"/>
              <a:pathLst>
                <a:path w="628015" h="441960">
                  <a:moveTo>
                    <a:pt x="365760" y="202692"/>
                  </a:moveTo>
                  <a:lnTo>
                    <a:pt x="345948" y="155448"/>
                  </a:lnTo>
                  <a:lnTo>
                    <a:pt x="335280" y="172212"/>
                  </a:lnTo>
                  <a:lnTo>
                    <a:pt x="41148" y="0"/>
                  </a:lnTo>
                  <a:lnTo>
                    <a:pt x="0" y="0"/>
                  </a:lnTo>
                  <a:lnTo>
                    <a:pt x="324612" y="190500"/>
                  </a:lnTo>
                  <a:lnTo>
                    <a:pt x="313944" y="208788"/>
                  </a:lnTo>
                  <a:lnTo>
                    <a:pt x="342900" y="205740"/>
                  </a:lnTo>
                  <a:lnTo>
                    <a:pt x="365760" y="202692"/>
                  </a:lnTo>
                  <a:close/>
                </a:path>
                <a:path w="628015" h="441960">
                  <a:moveTo>
                    <a:pt x="627888" y="437388"/>
                  </a:moveTo>
                  <a:lnTo>
                    <a:pt x="626364" y="437388"/>
                  </a:lnTo>
                  <a:lnTo>
                    <a:pt x="627888" y="441960"/>
                  </a:lnTo>
                  <a:lnTo>
                    <a:pt x="627888" y="4373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2028" y="3442715"/>
              <a:ext cx="59435" cy="20573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903976" y="3886199"/>
              <a:ext cx="556260" cy="326390"/>
            </a:xfrm>
            <a:custGeom>
              <a:avLst/>
              <a:gdLst/>
              <a:ahLst/>
              <a:cxnLst/>
              <a:rect l="l" t="t" r="r" b="b"/>
              <a:pathLst>
                <a:path w="556260" h="326389">
                  <a:moveTo>
                    <a:pt x="551224" y="0"/>
                  </a:moveTo>
                  <a:lnTo>
                    <a:pt x="3511" y="0"/>
                  </a:lnTo>
                  <a:lnTo>
                    <a:pt x="1524" y="9144"/>
                  </a:lnTo>
                  <a:lnTo>
                    <a:pt x="0" y="47244"/>
                  </a:lnTo>
                  <a:lnTo>
                    <a:pt x="1524" y="85344"/>
                  </a:lnTo>
                  <a:lnTo>
                    <a:pt x="21336" y="155448"/>
                  </a:lnTo>
                  <a:lnTo>
                    <a:pt x="57912" y="217932"/>
                  </a:lnTo>
                  <a:lnTo>
                    <a:pt x="108203" y="268224"/>
                  </a:lnTo>
                  <a:lnTo>
                    <a:pt x="169163" y="303275"/>
                  </a:lnTo>
                  <a:lnTo>
                    <a:pt x="240791" y="323088"/>
                  </a:lnTo>
                  <a:lnTo>
                    <a:pt x="277368" y="326136"/>
                  </a:lnTo>
                  <a:lnTo>
                    <a:pt x="315468" y="323088"/>
                  </a:lnTo>
                  <a:lnTo>
                    <a:pt x="385572" y="303275"/>
                  </a:lnTo>
                  <a:lnTo>
                    <a:pt x="448056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3212" y="85344"/>
                  </a:lnTo>
                  <a:lnTo>
                    <a:pt x="556260" y="47244"/>
                  </a:lnTo>
                  <a:lnTo>
                    <a:pt x="553212" y="9144"/>
                  </a:lnTo>
                  <a:lnTo>
                    <a:pt x="55122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5893308" y="3886199"/>
              <a:ext cx="577850" cy="335280"/>
            </a:xfrm>
            <a:custGeom>
              <a:avLst/>
              <a:gdLst/>
              <a:ahLst/>
              <a:cxnLst/>
              <a:rect l="l" t="t" r="r" b="b"/>
              <a:pathLst>
                <a:path w="577850" h="335279">
                  <a:moveTo>
                    <a:pt x="577596" y="47244"/>
                  </a:moveTo>
                  <a:lnTo>
                    <a:pt x="573671" y="19812"/>
                  </a:lnTo>
                  <a:lnTo>
                    <a:pt x="571715" y="6096"/>
                  </a:lnTo>
                  <a:lnTo>
                    <a:pt x="570839" y="0"/>
                  </a:lnTo>
                  <a:lnTo>
                    <a:pt x="551942" y="0"/>
                  </a:lnTo>
                  <a:lnTo>
                    <a:pt x="553212" y="7620"/>
                  </a:lnTo>
                  <a:lnTo>
                    <a:pt x="553212" y="6096"/>
                  </a:lnTo>
                  <a:lnTo>
                    <a:pt x="554736" y="21336"/>
                  </a:lnTo>
                  <a:lnTo>
                    <a:pt x="554736" y="19812"/>
                  </a:lnTo>
                  <a:lnTo>
                    <a:pt x="556260" y="35052"/>
                  </a:lnTo>
                  <a:lnTo>
                    <a:pt x="556260" y="60960"/>
                  </a:lnTo>
                  <a:lnTo>
                    <a:pt x="553212" y="88392"/>
                  </a:lnTo>
                  <a:lnTo>
                    <a:pt x="550164" y="102108"/>
                  </a:lnTo>
                  <a:lnTo>
                    <a:pt x="551688" y="100584"/>
                  </a:lnTo>
                  <a:lnTo>
                    <a:pt x="548640" y="114300"/>
                  </a:lnTo>
                  <a:lnTo>
                    <a:pt x="544068" y="128016"/>
                  </a:lnTo>
                  <a:lnTo>
                    <a:pt x="544068" y="126492"/>
                  </a:lnTo>
                  <a:lnTo>
                    <a:pt x="539496" y="140208"/>
                  </a:lnTo>
                  <a:lnTo>
                    <a:pt x="534924" y="152400"/>
                  </a:lnTo>
                  <a:lnTo>
                    <a:pt x="528828" y="164592"/>
                  </a:lnTo>
                  <a:lnTo>
                    <a:pt x="528828" y="163068"/>
                  </a:lnTo>
                  <a:lnTo>
                    <a:pt x="516636" y="187452"/>
                  </a:lnTo>
                  <a:lnTo>
                    <a:pt x="516636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3776" y="217932"/>
                  </a:lnTo>
                  <a:lnTo>
                    <a:pt x="495300" y="217932"/>
                  </a:lnTo>
                  <a:lnTo>
                    <a:pt x="486156" y="228600"/>
                  </a:lnTo>
                  <a:lnTo>
                    <a:pt x="477012" y="237744"/>
                  </a:lnTo>
                  <a:lnTo>
                    <a:pt x="478536" y="237744"/>
                  </a:lnTo>
                  <a:lnTo>
                    <a:pt x="469392" y="245592"/>
                  </a:lnTo>
                  <a:lnTo>
                    <a:pt x="469392" y="245364"/>
                  </a:lnTo>
                  <a:lnTo>
                    <a:pt x="458724" y="254508"/>
                  </a:lnTo>
                  <a:lnTo>
                    <a:pt x="448056" y="262128"/>
                  </a:lnTo>
                  <a:lnTo>
                    <a:pt x="449580" y="262128"/>
                  </a:lnTo>
                  <a:lnTo>
                    <a:pt x="437388" y="269748"/>
                  </a:lnTo>
                  <a:lnTo>
                    <a:pt x="438912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4528" y="283464"/>
                  </a:lnTo>
                  <a:lnTo>
                    <a:pt x="414528" y="284226"/>
                  </a:lnTo>
                  <a:lnTo>
                    <a:pt x="403860" y="289560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79476" y="300228"/>
                  </a:lnTo>
                  <a:lnTo>
                    <a:pt x="379476" y="298704"/>
                  </a:lnTo>
                  <a:lnTo>
                    <a:pt x="355092" y="307848"/>
                  </a:lnTo>
                  <a:lnTo>
                    <a:pt x="341376" y="310896"/>
                  </a:lnTo>
                  <a:lnTo>
                    <a:pt x="342900" y="310896"/>
                  </a:lnTo>
                  <a:lnTo>
                    <a:pt x="315468" y="313944"/>
                  </a:lnTo>
                  <a:lnTo>
                    <a:pt x="301752" y="315468"/>
                  </a:lnTo>
                  <a:lnTo>
                    <a:pt x="274320" y="315468"/>
                  </a:lnTo>
                  <a:lnTo>
                    <a:pt x="233172" y="310896"/>
                  </a:lnTo>
                  <a:lnTo>
                    <a:pt x="234696" y="310896"/>
                  </a:lnTo>
                  <a:lnTo>
                    <a:pt x="220980" y="307848"/>
                  </a:lnTo>
                  <a:lnTo>
                    <a:pt x="207264" y="303276"/>
                  </a:lnTo>
                  <a:lnTo>
                    <a:pt x="199123" y="300228"/>
                  </a:lnTo>
                  <a:lnTo>
                    <a:pt x="195072" y="298704"/>
                  </a:lnTo>
                  <a:lnTo>
                    <a:pt x="195072" y="300228"/>
                  </a:lnTo>
                  <a:lnTo>
                    <a:pt x="182880" y="294132"/>
                  </a:lnTo>
                  <a:lnTo>
                    <a:pt x="184404" y="294132"/>
                  </a:lnTo>
                  <a:lnTo>
                    <a:pt x="172212" y="289560"/>
                  </a:lnTo>
                  <a:lnTo>
                    <a:pt x="160020" y="283464"/>
                  </a:lnTo>
                  <a:lnTo>
                    <a:pt x="137160" y="269748"/>
                  </a:lnTo>
                  <a:lnTo>
                    <a:pt x="138684" y="269748"/>
                  </a:lnTo>
                  <a:lnTo>
                    <a:pt x="117348" y="254508"/>
                  </a:lnTo>
                  <a:lnTo>
                    <a:pt x="118872" y="25450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80772" y="217932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5532" y="196596"/>
                  </a:lnTo>
                  <a:lnTo>
                    <a:pt x="65532" y="198120"/>
                  </a:lnTo>
                  <a:lnTo>
                    <a:pt x="57912" y="185928"/>
                  </a:lnTo>
                  <a:lnTo>
                    <a:pt x="59436" y="187452"/>
                  </a:lnTo>
                  <a:lnTo>
                    <a:pt x="51816" y="175260"/>
                  </a:lnTo>
                  <a:lnTo>
                    <a:pt x="45720" y="163068"/>
                  </a:lnTo>
                  <a:lnTo>
                    <a:pt x="47244" y="164592"/>
                  </a:lnTo>
                  <a:lnTo>
                    <a:pt x="46482" y="163068"/>
                  </a:lnTo>
                  <a:lnTo>
                    <a:pt x="41148" y="152400"/>
                  </a:lnTo>
                  <a:lnTo>
                    <a:pt x="36576" y="140208"/>
                  </a:lnTo>
                  <a:lnTo>
                    <a:pt x="32512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2860" y="88392"/>
                  </a:lnTo>
                  <a:lnTo>
                    <a:pt x="19812" y="60960"/>
                  </a:lnTo>
                  <a:lnTo>
                    <a:pt x="19812" y="35052"/>
                  </a:lnTo>
                  <a:lnTo>
                    <a:pt x="21336" y="19812"/>
                  </a:lnTo>
                  <a:lnTo>
                    <a:pt x="21336" y="21336"/>
                  </a:lnTo>
                  <a:lnTo>
                    <a:pt x="21488" y="19812"/>
                  </a:lnTo>
                  <a:lnTo>
                    <a:pt x="22860" y="6096"/>
                  </a:lnTo>
                  <a:lnTo>
                    <a:pt x="22860" y="7620"/>
                  </a:lnTo>
                  <a:lnTo>
                    <a:pt x="23190" y="6096"/>
                  </a:lnTo>
                  <a:lnTo>
                    <a:pt x="24549" y="0"/>
                  </a:lnTo>
                  <a:lnTo>
                    <a:pt x="4699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6096" y="106680"/>
                  </a:lnTo>
                  <a:lnTo>
                    <a:pt x="19812" y="155448"/>
                  </a:lnTo>
                  <a:lnTo>
                    <a:pt x="45720" y="204216"/>
                  </a:lnTo>
                  <a:lnTo>
                    <a:pt x="71628" y="237744"/>
                  </a:lnTo>
                  <a:lnTo>
                    <a:pt x="117348" y="280416"/>
                  </a:lnTo>
                  <a:lnTo>
                    <a:pt x="126492" y="286512"/>
                  </a:lnTo>
                  <a:lnTo>
                    <a:pt x="137160" y="294132"/>
                  </a:lnTo>
                  <a:lnTo>
                    <a:pt x="158496" y="304800"/>
                  </a:lnTo>
                  <a:lnTo>
                    <a:pt x="182880" y="315468"/>
                  </a:lnTo>
                  <a:lnTo>
                    <a:pt x="192024" y="320040"/>
                  </a:lnTo>
                  <a:lnTo>
                    <a:pt x="220980" y="327660"/>
                  </a:lnTo>
                  <a:lnTo>
                    <a:pt x="227076" y="330708"/>
                  </a:lnTo>
                  <a:lnTo>
                    <a:pt x="233172" y="330708"/>
                  </a:lnTo>
                  <a:lnTo>
                    <a:pt x="265176" y="335280"/>
                  </a:lnTo>
                  <a:lnTo>
                    <a:pt x="303276" y="335280"/>
                  </a:lnTo>
                  <a:lnTo>
                    <a:pt x="315468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2900" y="330708"/>
                  </a:lnTo>
                  <a:lnTo>
                    <a:pt x="371856" y="324612"/>
                  </a:lnTo>
                  <a:lnTo>
                    <a:pt x="405384" y="310896"/>
                  </a:lnTo>
                  <a:lnTo>
                    <a:pt x="414528" y="306324"/>
                  </a:lnTo>
                  <a:lnTo>
                    <a:pt x="428244" y="300228"/>
                  </a:lnTo>
                  <a:lnTo>
                    <a:pt x="438912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5300" y="248412"/>
                  </a:lnTo>
                  <a:lnTo>
                    <a:pt x="502920" y="240792"/>
                  </a:lnTo>
                  <a:lnTo>
                    <a:pt x="525780" y="210312"/>
                  </a:lnTo>
                  <a:lnTo>
                    <a:pt x="526669" y="208788"/>
                  </a:lnTo>
                  <a:lnTo>
                    <a:pt x="532980" y="198120"/>
                  </a:lnTo>
                  <a:lnTo>
                    <a:pt x="539280" y="187452"/>
                  </a:lnTo>
                  <a:lnTo>
                    <a:pt x="545592" y="176784"/>
                  </a:lnTo>
                  <a:lnTo>
                    <a:pt x="551688" y="164592"/>
                  </a:lnTo>
                  <a:lnTo>
                    <a:pt x="556260" y="152400"/>
                  </a:lnTo>
                  <a:lnTo>
                    <a:pt x="560832" y="141732"/>
                  </a:lnTo>
                  <a:lnTo>
                    <a:pt x="571500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035414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A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818107" y="3429000"/>
            <a:ext cx="1940859" cy="309282"/>
            <a:chOff x="5847588" y="3886200"/>
            <a:chExt cx="2199640" cy="350520"/>
          </a:xfrm>
        </p:grpSpPr>
        <p:sp>
          <p:nvSpPr>
            <p:cNvPr id="32" name="object 32"/>
            <p:cNvSpPr/>
            <p:nvPr/>
          </p:nvSpPr>
          <p:spPr>
            <a:xfrm>
              <a:off x="5847588" y="4133087"/>
              <a:ext cx="344805" cy="104139"/>
            </a:xfrm>
            <a:custGeom>
              <a:avLst/>
              <a:gdLst/>
              <a:ahLst/>
              <a:cxnLst/>
              <a:rect l="l" t="t" r="r" b="b"/>
              <a:pathLst>
                <a:path w="344804" h="104139">
                  <a:moveTo>
                    <a:pt x="143256" y="16764"/>
                  </a:moveTo>
                  <a:lnTo>
                    <a:pt x="131064" y="0"/>
                  </a:lnTo>
                  <a:lnTo>
                    <a:pt x="0" y="103632"/>
                  </a:lnTo>
                  <a:lnTo>
                    <a:pt x="33528" y="103632"/>
                  </a:lnTo>
                  <a:lnTo>
                    <a:pt x="143256" y="16764"/>
                  </a:lnTo>
                  <a:close/>
                </a:path>
                <a:path w="344804" h="104139">
                  <a:moveTo>
                    <a:pt x="344424" y="89916"/>
                  </a:moveTo>
                  <a:lnTo>
                    <a:pt x="323088" y="89916"/>
                  </a:lnTo>
                  <a:lnTo>
                    <a:pt x="323088" y="103632"/>
                  </a:lnTo>
                  <a:lnTo>
                    <a:pt x="344424" y="103632"/>
                  </a:lnTo>
                  <a:lnTo>
                    <a:pt x="344424" y="899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6830568" y="3886200"/>
              <a:ext cx="558165" cy="326390"/>
            </a:xfrm>
            <a:custGeom>
              <a:avLst/>
              <a:gdLst/>
              <a:ahLst/>
              <a:cxnLst/>
              <a:rect l="l" t="t" r="r" b="b"/>
              <a:pathLst>
                <a:path w="558165" h="326389">
                  <a:moveTo>
                    <a:pt x="552748" y="0"/>
                  </a:moveTo>
                  <a:lnTo>
                    <a:pt x="5035" y="0"/>
                  </a:lnTo>
                  <a:lnTo>
                    <a:pt x="3048" y="9144"/>
                  </a:lnTo>
                  <a:lnTo>
                    <a:pt x="0" y="47244"/>
                  </a:lnTo>
                  <a:lnTo>
                    <a:pt x="3048" y="85344"/>
                  </a:lnTo>
                  <a:lnTo>
                    <a:pt x="22859" y="155448"/>
                  </a:lnTo>
                  <a:lnTo>
                    <a:pt x="57911" y="217932"/>
                  </a:lnTo>
                  <a:lnTo>
                    <a:pt x="108203" y="268224"/>
                  </a:lnTo>
                  <a:lnTo>
                    <a:pt x="170687" y="303275"/>
                  </a:lnTo>
                  <a:lnTo>
                    <a:pt x="240791" y="323088"/>
                  </a:lnTo>
                  <a:lnTo>
                    <a:pt x="278891" y="326136"/>
                  </a:lnTo>
                  <a:lnTo>
                    <a:pt x="316991" y="323088"/>
                  </a:lnTo>
                  <a:lnTo>
                    <a:pt x="387096" y="303275"/>
                  </a:lnTo>
                  <a:lnTo>
                    <a:pt x="448055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4735" y="85344"/>
                  </a:lnTo>
                  <a:lnTo>
                    <a:pt x="557783" y="47244"/>
                  </a:lnTo>
                  <a:lnTo>
                    <a:pt x="554735" y="9144"/>
                  </a:lnTo>
                  <a:lnTo>
                    <a:pt x="55274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6819900" y="3886199"/>
              <a:ext cx="1226820" cy="350520"/>
            </a:xfrm>
            <a:custGeom>
              <a:avLst/>
              <a:gdLst/>
              <a:ahLst/>
              <a:cxnLst/>
              <a:rect l="l" t="t" r="r" b="b"/>
              <a:pathLst>
                <a:path w="1226820" h="350520">
                  <a:moveTo>
                    <a:pt x="577596" y="47244"/>
                  </a:moveTo>
                  <a:lnTo>
                    <a:pt x="576224" y="21336"/>
                  </a:lnTo>
                  <a:lnTo>
                    <a:pt x="576148" y="19812"/>
                  </a:lnTo>
                  <a:lnTo>
                    <a:pt x="576072" y="18288"/>
                  </a:lnTo>
                  <a:lnTo>
                    <a:pt x="572744" y="0"/>
                  </a:lnTo>
                  <a:lnTo>
                    <a:pt x="557784" y="0"/>
                  </a:lnTo>
                  <a:lnTo>
                    <a:pt x="552196" y="0"/>
                  </a:lnTo>
                  <a:lnTo>
                    <a:pt x="554736" y="7620"/>
                  </a:lnTo>
                  <a:lnTo>
                    <a:pt x="554736" y="19812"/>
                  </a:lnTo>
                  <a:lnTo>
                    <a:pt x="557784" y="35052"/>
                  </a:lnTo>
                  <a:lnTo>
                    <a:pt x="557784" y="60960"/>
                  </a:lnTo>
                  <a:lnTo>
                    <a:pt x="554736" y="74676"/>
                  </a:lnTo>
                  <a:lnTo>
                    <a:pt x="554736" y="88392"/>
                  </a:lnTo>
                  <a:lnTo>
                    <a:pt x="551688" y="102108"/>
                  </a:lnTo>
                  <a:lnTo>
                    <a:pt x="551688" y="100584"/>
                  </a:lnTo>
                  <a:lnTo>
                    <a:pt x="545592" y="128016"/>
                  </a:lnTo>
                  <a:lnTo>
                    <a:pt x="545592" y="126492"/>
                  </a:lnTo>
                  <a:lnTo>
                    <a:pt x="541020" y="140208"/>
                  </a:lnTo>
                  <a:lnTo>
                    <a:pt x="534924" y="152400"/>
                  </a:lnTo>
                  <a:lnTo>
                    <a:pt x="530352" y="164592"/>
                  </a:lnTo>
                  <a:lnTo>
                    <a:pt x="530352" y="163068"/>
                  </a:lnTo>
                  <a:lnTo>
                    <a:pt x="518160" y="187452"/>
                  </a:lnTo>
                  <a:lnTo>
                    <a:pt x="518160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5300" y="217932"/>
                  </a:lnTo>
                  <a:lnTo>
                    <a:pt x="496824" y="217932"/>
                  </a:lnTo>
                  <a:lnTo>
                    <a:pt x="487680" y="228600"/>
                  </a:lnTo>
                  <a:lnTo>
                    <a:pt x="478536" y="237744"/>
                  </a:lnTo>
                  <a:lnTo>
                    <a:pt x="467868" y="246888"/>
                  </a:lnTo>
                  <a:lnTo>
                    <a:pt x="467614" y="246888"/>
                  </a:lnTo>
                  <a:lnTo>
                    <a:pt x="458724" y="254508"/>
                  </a:lnTo>
                  <a:lnTo>
                    <a:pt x="449580" y="262128"/>
                  </a:lnTo>
                  <a:lnTo>
                    <a:pt x="438912" y="269748"/>
                  </a:lnTo>
                  <a:lnTo>
                    <a:pt x="440436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6052" y="283464"/>
                  </a:lnTo>
                  <a:lnTo>
                    <a:pt x="417576" y="283464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81000" y="300228"/>
                  </a:lnTo>
                  <a:lnTo>
                    <a:pt x="381000" y="298704"/>
                  </a:lnTo>
                  <a:lnTo>
                    <a:pt x="356616" y="307848"/>
                  </a:lnTo>
                  <a:lnTo>
                    <a:pt x="342900" y="310896"/>
                  </a:lnTo>
                  <a:lnTo>
                    <a:pt x="344424" y="310896"/>
                  </a:lnTo>
                  <a:lnTo>
                    <a:pt x="329184" y="312420"/>
                  </a:lnTo>
                  <a:lnTo>
                    <a:pt x="315468" y="313944"/>
                  </a:lnTo>
                  <a:lnTo>
                    <a:pt x="316992" y="313944"/>
                  </a:lnTo>
                  <a:lnTo>
                    <a:pt x="303276" y="315468"/>
                  </a:lnTo>
                  <a:lnTo>
                    <a:pt x="274320" y="315468"/>
                  </a:lnTo>
                  <a:lnTo>
                    <a:pt x="262128" y="313944"/>
                  </a:lnTo>
                  <a:lnTo>
                    <a:pt x="234696" y="310896"/>
                  </a:lnTo>
                  <a:lnTo>
                    <a:pt x="236220" y="310896"/>
                  </a:lnTo>
                  <a:lnTo>
                    <a:pt x="220980" y="307848"/>
                  </a:lnTo>
                  <a:lnTo>
                    <a:pt x="222504" y="307848"/>
                  </a:lnTo>
                  <a:lnTo>
                    <a:pt x="208788" y="303276"/>
                  </a:lnTo>
                  <a:lnTo>
                    <a:pt x="200660" y="300228"/>
                  </a:lnTo>
                  <a:lnTo>
                    <a:pt x="196596" y="298704"/>
                  </a:lnTo>
                  <a:lnTo>
                    <a:pt x="196596" y="300228"/>
                  </a:lnTo>
                  <a:lnTo>
                    <a:pt x="184404" y="294132"/>
                  </a:lnTo>
                  <a:lnTo>
                    <a:pt x="185928" y="294132"/>
                  </a:lnTo>
                  <a:lnTo>
                    <a:pt x="172212" y="289560"/>
                  </a:lnTo>
                  <a:lnTo>
                    <a:pt x="161544" y="283464"/>
                  </a:lnTo>
                  <a:lnTo>
                    <a:pt x="138684" y="269748"/>
                  </a:lnTo>
                  <a:lnTo>
                    <a:pt x="140208" y="269748"/>
                  </a:lnTo>
                  <a:lnTo>
                    <a:pt x="128016" y="262128"/>
                  </a:lnTo>
                  <a:lnTo>
                    <a:pt x="118872" y="254508"/>
                  </a:lnTo>
                  <a:lnTo>
                    <a:pt x="109982" y="24688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75755" y="208788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8008" y="198120"/>
                  </a:lnTo>
                  <a:lnTo>
                    <a:pt x="67056" y="196596"/>
                  </a:lnTo>
                  <a:lnTo>
                    <a:pt x="67056" y="198120"/>
                  </a:lnTo>
                  <a:lnTo>
                    <a:pt x="59436" y="185928"/>
                  </a:lnTo>
                  <a:lnTo>
                    <a:pt x="60960" y="187452"/>
                  </a:lnTo>
                  <a:lnTo>
                    <a:pt x="59994" y="185928"/>
                  </a:lnTo>
                  <a:lnTo>
                    <a:pt x="53340" y="175260"/>
                  </a:lnTo>
                  <a:lnTo>
                    <a:pt x="47244" y="163068"/>
                  </a:lnTo>
                  <a:lnTo>
                    <a:pt x="48768" y="164592"/>
                  </a:lnTo>
                  <a:lnTo>
                    <a:pt x="48006" y="163068"/>
                  </a:lnTo>
                  <a:lnTo>
                    <a:pt x="42672" y="152400"/>
                  </a:lnTo>
                  <a:lnTo>
                    <a:pt x="38100" y="140208"/>
                  </a:lnTo>
                  <a:lnTo>
                    <a:pt x="32677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1336" y="60960"/>
                  </a:lnTo>
                  <a:lnTo>
                    <a:pt x="21336" y="35052"/>
                  </a:lnTo>
                  <a:lnTo>
                    <a:pt x="22860" y="19812"/>
                  </a:lnTo>
                  <a:lnTo>
                    <a:pt x="22860" y="21336"/>
                  </a:lnTo>
                  <a:lnTo>
                    <a:pt x="23012" y="19812"/>
                  </a:lnTo>
                  <a:lnTo>
                    <a:pt x="24384" y="6096"/>
                  </a:lnTo>
                  <a:lnTo>
                    <a:pt x="24384" y="7620"/>
                  </a:lnTo>
                  <a:lnTo>
                    <a:pt x="24549" y="6096"/>
                  </a:lnTo>
                  <a:lnTo>
                    <a:pt x="25222" y="0"/>
                  </a:lnTo>
                  <a:lnTo>
                    <a:pt x="4838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7620" y="106680"/>
                  </a:lnTo>
                  <a:lnTo>
                    <a:pt x="21336" y="155448"/>
                  </a:lnTo>
                  <a:lnTo>
                    <a:pt x="47244" y="204216"/>
                  </a:lnTo>
                  <a:lnTo>
                    <a:pt x="73152" y="237744"/>
                  </a:lnTo>
                  <a:lnTo>
                    <a:pt x="118872" y="280416"/>
                  </a:lnTo>
                  <a:lnTo>
                    <a:pt x="128016" y="286512"/>
                  </a:lnTo>
                  <a:lnTo>
                    <a:pt x="138684" y="294132"/>
                  </a:lnTo>
                  <a:lnTo>
                    <a:pt x="160020" y="304800"/>
                  </a:lnTo>
                  <a:lnTo>
                    <a:pt x="184404" y="315468"/>
                  </a:lnTo>
                  <a:lnTo>
                    <a:pt x="193548" y="320040"/>
                  </a:lnTo>
                  <a:lnTo>
                    <a:pt x="228600" y="330708"/>
                  </a:lnTo>
                  <a:lnTo>
                    <a:pt x="265176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4424" y="330708"/>
                  </a:lnTo>
                  <a:lnTo>
                    <a:pt x="373380" y="324612"/>
                  </a:lnTo>
                  <a:lnTo>
                    <a:pt x="394716" y="315468"/>
                  </a:lnTo>
                  <a:lnTo>
                    <a:pt x="405384" y="310896"/>
                  </a:lnTo>
                  <a:lnTo>
                    <a:pt x="409956" y="309372"/>
                  </a:lnTo>
                  <a:lnTo>
                    <a:pt x="428244" y="300228"/>
                  </a:lnTo>
                  <a:lnTo>
                    <a:pt x="440436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6824" y="248412"/>
                  </a:lnTo>
                  <a:lnTo>
                    <a:pt x="527304" y="210312"/>
                  </a:lnTo>
                  <a:lnTo>
                    <a:pt x="528193" y="208788"/>
                  </a:lnTo>
                  <a:lnTo>
                    <a:pt x="534504" y="198120"/>
                  </a:lnTo>
                  <a:lnTo>
                    <a:pt x="540804" y="187452"/>
                  </a:lnTo>
                  <a:lnTo>
                    <a:pt x="547116" y="176784"/>
                  </a:lnTo>
                  <a:lnTo>
                    <a:pt x="551688" y="164592"/>
                  </a:lnTo>
                  <a:lnTo>
                    <a:pt x="557784" y="152400"/>
                  </a:lnTo>
                  <a:lnTo>
                    <a:pt x="562356" y="141732"/>
                  </a:lnTo>
                  <a:lnTo>
                    <a:pt x="566039" y="128016"/>
                  </a:lnTo>
                  <a:lnTo>
                    <a:pt x="573024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  <a:path w="1226820" h="350520">
                  <a:moveTo>
                    <a:pt x="1226820" y="336804"/>
                  </a:moveTo>
                  <a:lnTo>
                    <a:pt x="1207008" y="336804"/>
                  </a:lnTo>
                  <a:lnTo>
                    <a:pt x="1207008" y="350520"/>
                  </a:lnTo>
                  <a:lnTo>
                    <a:pt x="1226820" y="350520"/>
                  </a:lnTo>
                  <a:lnTo>
                    <a:pt x="1226820" y="3368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854500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B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922111" y="3429000"/>
            <a:ext cx="1082488" cy="309282"/>
            <a:chOff x="7098792" y="3886200"/>
            <a:chExt cx="1226820" cy="350520"/>
          </a:xfrm>
        </p:grpSpPr>
        <p:sp>
          <p:nvSpPr>
            <p:cNvPr id="37" name="object 37"/>
            <p:cNvSpPr/>
            <p:nvPr/>
          </p:nvSpPr>
          <p:spPr>
            <a:xfrm>
              <a:off x="7098792" y="4223004"/>
              <a:ext cx="21590" cy="13970"/>
            </a:xfrm>
            <a:custGeom>
              <a:avLst/>
              <a:gdLst/>
              <a:ahLst/>
              <a:cxnLst/>
              <a:rect l="l" t="t" r="r" b="b"/>
              <a:pathLst>
                <a:path w="21590" h="13970">
                  <a:moveTo>
                    <a:pt x="21335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21335" y="13716"/>
                  </a:lnTo>
                  <a:lnTo>
                    <a:pt x="213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7758684" y="3886200"/>
              <a:ext cx="556260" cy="326390"/>
            </a:xfrm>
            <a:custGeom>
              <a:avLst/>
              <a:gdLst/>
              <a:ahLst/>
              <a:cxnLst/>
              <a:rect l="l" t="t" r="r" b="b"/>
              <a:pathLst>
                <a:path w="556259" h="326389">
                  <a:moveTo>
                    <a:pt x="551621" y="0"/>
                  </a:moveTo>
                  <a:lnTo>
                    <a:pt x="4638" y="0"/>
                  </a:lnTo>
                  <a:lnTo>
                    <a:pt x="3048" y="9144"/>
                  </a:lnTo>
                  <a:lnTo>
                    <a:pt x="0" y="47244"/>
                  </a:lnTo>
                  <a:lnTo>
                    <a:pt x="3048" y="85344"/>
                  </a:lnTo>
                  <a:lnTo>
                    <a:pt x="21336" y="155448"/>
                  </a:lnTo>
                  <a:lnTo>
                    <a:pt x="57912" y="217932"/>
                  </a:lnTo>
                  <a:lnTo>
                    <a:pt x="108204" y="268224"/>
                  </a:lnTo>
                  <a:lnTo>
                    <a:pt x="169164" y="303275"/>
                  </a:lnTo>
                  <a:lnTo>
                    <a:pt x="240792" y="323088"/>
                  </a:lnTo>
                  <a:lnTo>
                    <a:pt x="278892" y="326136"/>
                  </a:lnTo>
                  <a:lnTo>
                    <a:pt x="315468" y="323088"/>
                  </a:lnTo>
                  <a:lnTo>
                    <a:pt x="387096" y="303275"/>
                  </a:lnTo>
                  <a:lnTo>
                    <a:pt x="448056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3212" y="85344"/>
                  </a:lnTo>
                  <a:lnTo>
                    <a:pt x="556260" y="47244"/>
                  </a:lnTo>
                  <a:lnTo>
                    <a:pt x="553212" y="9144"/>
                  </a:lnTo>
                  <a:lnTo>
                    <a:pt x="551621" y="0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7748016" y="3886199"/>
              <a:ext cx="577850" cy="335280"/>
            </a:xfrm>
            <a:custGeom>
              <a:avLst/>
              <a:gdLst/>
              <a:ahLst/>
              <a:cxnLst/>
              <a:rect l="l" t="t" r="r" b="b"/>
              <a:pathLst>
                <a:path w="577850" h="335279">
                  <a:moveTo>
                    <a:pt x="577596" y="47244"/>
                  </a:moveTo>
                  <a:lnTo>
                    <a:pt x="573671" y="19812"/>
                  </a:lnTo>
                  <a:lnTo>
                    <a:pt x="571715" y="6096"/>
                  </a:lnTo>
                  <a:lnTo>
                    <a:pt x="570839" y="0"/>
                  </a:lnTo>
                  <a:lnTo>
                    <a:pt x="551942" y="0"/>
                  </a:lnTo>
                  <a:lnTo>
                    <a:pt x="553212" y="7620"/>
                  </a:lnTo>
                  <a:lnTo>
                    <a:pt x="553212" y="6096"/>
                  </a:lnTo>
                  <a:lnTo>
                    <a:pt x="554736" y="21336"/>
                  </a:lnTo>
                  <a:lnTo>
                    <a:pt x="554736" y="19812"/>
                  </a:lnTo>
                  <a:lnTo>
                    <a:pt x="556260" y="35052"/>
                  </a:lnTo>
                  <a:lnTo>
                    <a:pt x="556260" y="60960"/>
                  </a:lnTo>
                  <a:lnTo>
                    <a:pt x="553212" y="88392"/>
                  </a:lnTo>
                  <a:lnTo>
                    <a:pt x="550164" y="102108"/>
                  </a:lnTo>
                  <a:lnTo>
                    <a:pt x="551688" y="100584"/>
                  </a:lnTo>
                  <a:lnTo>
                    <a:pt x="548640" y="114300"/>
                  </a:lnTo>
                  <a:lnTo>
                    <a:pt x="544068" y="128016"/>
                  </a:lnTo>
                  <a:lnTo>
                    <a:pt x="544068" y="126492"/>
                  </a:lnTo>
                  <a:lnTo>
                    <a:pt x="539496" y="140208"/>
                  </a:lnTo>
                  <a:lnTo>
                    <a:pt x="530352" y="164592"/>
                  </a:lnTo>
                  <a:lnTo>
                    <a:pt x="530352" y="163068"/>
                  </a:lnTo>
                  <a:lnTo>
                    <a:pt x="518160" y="187452"/>
                  </a:lnTo>
                  <a:lnTo>
                    <a:pt x="518160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5300" y="217932"/>
                  </a:lnTo>
                  <a:lnTo>
                    <a:pt x="486156" y="228600"/>
                  </a:lnTo>
                  <a:lnTo>
                    <a:pt x="477012" y="237744"/>
                  </a:lnTo>
                  <a:lnTo>
                    <a:pt x="478536" y="237744"/>
                  </a:lnTo>
                  <a:lnTo>
                    <a:pt x="469392" y="245592"/>
                  </a:lnTo>
                  <a:lnTo>
                    <a:pt x="469392" y="245364"/>
                  </a:lnTo>
                  <a:lnTo>
                    <a:pt x="458724" y="254508"/>
                  </a:lnTo>
                  <a:lnTo>
                    <a:pt x="448056" y="262128"/>
                  </a:lnTo>
                  <a:lnTo>
                    <a:pt x="449580" y="262128"/>
                  </a:lnTo>
                  <a:lnTo>
                    <a:pt x="437388" y="269748"/>
                  </a:lnTo>
                  <a:lnTo>
                    <a:pt x="438912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6052" y="283464"/>
                  </a:lnTo>
                  <a:lnTo>
                    <a:pt x="403860" y="289560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81000" y="300228"/>
                  </a:lnTo>
                  <a:lnTo>
                    <a:pt x="381000" y="298704"/>
                  </a:lnTo>
                  <a:lnTo>
                    <a:pt x="368808" y="303276"/>
                  </a:lnTo>
                  <a:lnTo>
                    <a:pt x="355092" y="307848"/>
                  </a:lnTo>
                  <a:lnTo>
                    <a:pt x="342900" y="310896"/>
                  </a:lnTo>
                  <a:lnTo>
                    <a:pt x="315468" y="313944"/>
                  </a:lnTo>
                  <a:lnTo>
                    <a:pt x="316992" y="313944"/>
                  </a:lnTo>
                  <a:lnTo>
                    <a:pt x="301752" y="315468"/>
                  </a:lnTo>
                  <a:lnTo>
                    <a:pt x="275844" y="315468"/>
                  </a:lnTo>
                  <a:lnTo>
                    <a:pt x="274320" y="315468"/>
                  </a:lnTo>
                  <a:lnTo>
                    <a:pt x="246888" y="312420"/>
                  </a:lnTo>
                  <a:lnTo>
                    <a:pt x="234696" y="310896"/>
                  </a:lnTo>
                  <a:lnTo>
                    <a:pt x="220980" y="307848"/>
                  </a:lnTo>
                  <a:lnTo>
                    <a:pt x="200660" y="300228"/>
                  </a:lnTo>
                  <a:lnTo>
                    <a:pt x="196596" y="298704"/>
                  </a:lnTo>
                  <a:lnTo>
                    <a:pt x="196596" y="300228"/>
                  </a:lnTo>
                  <a:lnTo>
                    <a:pt x="182880" y="294132"/>
                  </a:lnTo>
                  <a:lnTo>
                    <a:pt x="184404" y="294132"/>
                  </a:lnTo>
                  <a:lnTo>
                    <a:pt x="172212" y="289560"/>
                  </a:lnTo>
                  <a:lnTo>
                    <a:pt x="161544" y="283464"/>
                  </a:lnTo>
                  <a:lnTo>
                    <a:pt x="138684" y="269748"/>
                  </a:lnTo>
                  <a:lnTo>
                    <a:pt x="117348" y="254508"/>
                  </a:lnTo>
                  <a:lnTo>
                    <a:pt x="118872" y="25450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5532" y="196596"/>
                  </a:lnTo>
                  <a:lnTo>
                    <a:pt x="65532" y="198120"/>
                  </a:lnTo>
                  <a:lnTo>
                    <a:pt x="59436" y="185928"/>
                  </a:lnTo>
                  <a:lnTo>
                    <a:pt x="59436" y="187452"/>
                  </a:lnTo>
                  <a:lnTo>
                    <a:pt x="47244" y="163068"/>
                  </a:lnTo>
                  <a:lnTo>
                    <a:pt x="47244" y="164592"/>
                  </a:lnTo>
                  <a:lnTo>
                    <a:pt x="41148" y="152400"/>
                  </a:lnTo>
                  <a:lnTo>
                    <a:pt x="36576" y="140208"/>
                  </a:lnTo>
                  <a:lnTo>
                    <a:pt x="32512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4384" y="88392"/>
                  </a:lnTo>
                  <a:lnTo>
                    <a:pt x="21336" y="74676"/>
                  </a:lnTo>
                  <a:lnTo>
                    <a:pt x="21336" y="21336"/>
                  </a:lnTo>
                  <a:lnTo>
                    <a:pt x="21640" y="19812"/>
                  </a:lnTo>
                  <a:lnTo>
                    <a:pt x="24384" y="6096"/>
                  </a:lnTo>
                  <a:lnTo>
                    <a:pt x="24384" y="7620"/>
                  </a:lnTo>
                  <a:lnTo>
                    <a:pt x="24549" y="6096"/>
                  </a:lnTo>
                  <a:lnTo>
                    <a:pt x="25222" y="0"/>
                  </a:lnTo>
                  <a:lnTo>
                    <a:pt x="4699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6096" y="106680"/>
                  </a:lnTo>
                  <a:lnTo>
                    <a:pt x="15240" y="143256"/>
                  </a:lnTo>
                  <a:lnTo>
                    <a:pt x="21336" y="155448"/>
                  </a:lnTo>
                  <a:lnTo>
                    <a:pt x="30480" y="176784"/>
                  </a:lnTo>
                  <a:lnTo>
                    <a:pt x="47244" y="204216"/>
                  </a:lnTo>
                  <a:lnTo>
                    <a:pt x="50292" y="208788"/>
                  </a:lnTo>
                  <a:lnTo>
                    <a:pt x="59436" y="220980"/>
                  </a:lnTo>
                  <a:lnTo>
                    <a:pt x="71628" y="237744"/>
                  </a:lnTo>
                  <a:lnTo>
                    <a:pt x="117348" y="280416"/>
                  </a:lnTo>
                  <a:lnTo>
                    <a:pt x="158496" y="304800"/>
                  </a:lnTo>
                  <a:lnTo>
                    <a:pt x="193548" y="320040"/>
                  </a:lnTo>
                  <a:lnTo>
                    <a:pt x="220980" y="327660"/>
                  </a:lnTo>
                  <a:lnTo>
                    <a:pt x="228600" y="330708"/>
                  </a:lnTo>
                  <a:lnTo>
                    <a:pt x="234696" y="330708"/>
                  </a:lnTo>
                  <a:lnTo>
                    <a:pt x="265176" y="335280"/>
                  </a:lnTo>
                  <a:lnTo>
                    <a:pt x="303276" y="335280"/>
                  </a:lnTo>
                  <a:lnTo>
                    <a:pt x="316992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2900" y="330708"/>
                  </a:lnTo>
                  <a:lnTo>
                    <a:pt x="371856" y="324612"/>
                  </a:lnTo>
                  <a:lnTo>
                    <a:pt x="405384" y="310896"/>
                  </a:lnTo>
                  <a:lnTo>
                    <a:pt x="409956" y="309372"/>
                  </a:lnTo>
                  <a:lnTo>
                    <a:pt x="416052" y="306324"/>
                  </a:lnTo>
                  <a:lnTo>
                    <a:pt x="428244" y="300228"/>
                  </a:lnTo>
                  <a:lnTo>
                    <a:pt x="438912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5300" y="248412"/>
                  </a:lnTo>
                  <a:lnTo>
                    <a:pt x="502920" y="240792"/>
                  </a:lnTo>
                  <a:lnTo>
                    <a:pt x="527304" y="210312"/>
                  </a:lnTo>
                  <a:lnTo>
                    <a:pt x="528129" y="208788"/>
                  </a:lnTo>
                  <a:lnTo>
                    <a:pt x="533946" y="198120"/>
                  </a:lnTo>
                  <a:lnTo>
                    <a:pt x="539762" y="187452"/>
                  </a:lnTo>
                  <a:lnTo>
                    <a:pt x="545592" y="176784"/>
                  </a:lnTo>
                  <a:lnTo>
                    <a:pt x="551688" y="164592"/>
                  </a:lnTo>
                  <a:lnTo>
                    <a:pt x="556260" y="152400"/>
                  </a:lnTo>
                  <a:lnTo>
                    <a:pt x="562356" y="141732"/>
                  </a:lnTo>
                  <a:lnTo>
                    <a:pt x="571500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673407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C</a:t>
            </a:r>
            <a:endParaRPr sz="1412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30426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9</a:t>
            </a:r>
            <a:endParaRPr sz="1279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467084" y="4055249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976399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612838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286043" y="4055249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1</a:t>
            </a:r>
            <a:endParaRPr sz="1279">
              <a:latin typeface="Arial"/>
              <a:cs typeface="Arial"/>
            </a:endParaRPr>
          </a:p>
        </p:txBody>
      </p:sp>
      <p:pic>
        <p:nvPicPr>
          <p:cNvPr id="46" name="object 4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04921" y="3739627"/>
            <a:ext cx="2799678" cy="701936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7040860" y="4157349"/>
            <a:ext cx="143996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E</a:t>
            </a:r>
            <a:endParaRPr sz="1412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381887" y="4157349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D</a:t>
            </a:r>
            <a:endParaRPr sz="1412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682846" y="4157349"/>
            <a:ext cx="133350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F</a:t>
            </a:r>
            <a:endParaRPr sz="1412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765663" y="3736698"/>
            <a:ext cx="333375" cy="691706"/>
          </a:xfrm>
          <a:prstGeom prst="rect">
            <a:avLst/>
          </a:prstGeom>
        </p:spPr>
        <p:txBody>
          <a:bodyPr vert="horz" wrap="square" lIns="0" tIns="58271" rIns="0" bIns="0" rtlCol="0">
            <a:spAutoFit/>
          </a:bodyPr>
          <a:lstStyle/>
          <a:p>
            <a:pPr marL="40343">
              <a:spcBef>
                <a:spcPts val="459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  <a:p>
            <a:pPr marL="94134">
              <a:lnSpc>
                <a:spcPts val="1579"/>
              </a:lnSpc>
              <a:spcBef>
                <a:spcPts val="415"/>
              </a:spcBef>
            </a:pPr>
            <a:r>
              <a:rPr sz="1412" b="1" spc="-44" dirty="0">
                <a:latin typeface="Arial"/>
                <a:cs typeface="Arial"/>
              </a:rPr>
              <a:t>G</a:t>
            </a:r>
            <a:endParaRPr sz="1412">
              <a:latin typeface="Arial"/>
              <a:cs typeface="Arial"/>
            </a:endParaRPr>
          </a:p>
          <a:p>
            <a:pPr marL="11206">
              <a:lnSpc>
                <a:spcPts val="1421"/>
              </a:lnSpc>
            </a:pPr>
            <a:r>
              <a:rPr sz="1279" spc="-18" dirty="0">
                <a:solidFill>
                  <a:srgbClr val="FFFFFF"/>
                </a:solidFill>
                <a:latin typeface="Microsoft Sans Serif"/>
                <a:cs typeface="Microsoft Sans Serif"/>
              </a:rPr>
              <a:t>goal</a:t>
            </a:r>
            <a:endParaRPr sz="1279">
              <a:latin typeface="Microsoft Sans Serif"/>
              <a:cs typeface="Microsoft Sans Serif"/>
            </a:endParaRPr>
          </a:p>
        </p:txBody>
      </p: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3307079" y="2762025"/>
          <a:ext cx="2511239" cy="1304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4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27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b="1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expnd. </a:t>
                      </a:r>
                      <a:r>
                        <a:rPr sz="1300" b="1" spc="-20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b="1" spc="-10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Frontier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7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{S}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713"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{A,B,C}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B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C</a:t>
                      </a:r>
                      <a:r>
                        <a:rPr sz="1300" spc="3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sz="1300" spc="2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goal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</a:t>
                      </a:r>
                      <a:r>
                        <a:rPr sz="1300" spc="2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}</a:t>
                      </a:r>
                      <a:r>
                        <a:rPr sz="1300" spc="2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300" spc="-2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expand-</a:t>
                      </a:r>
                      <a:r>
                        <a:rPr sz="1300" spc="-2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FAIL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2" name="object 52"/>
          <p:cNvGrpSpPr/>
          <p:nvPr/>
        </p:nvGrpSpPr>
        <p:grpSpPr>
          <a:xfrm>
            <a:off x="6253331" y="4438873"/>
            <a:ext cx="2701738" cy="105335"/>
            <a:chOff x="5207508" y="5030723"/>
            <a:chExt cx="3061970" cy="119380"/>
          </a:xfrm>
        </p:grpSpPr>
        <p:sp>
          <p:nvSpPr>
            <p:cNvPr id="53" name="object 53"/>
            <p:cNvSpPr/>
            <p:nvPr/>
          </p:nvSpPr>
          <p:spPr>
            <a:xfrm>
              <a:off x="5961888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89" h="108585">
                  <a:moveTo>
                    <a:pt x="440436" y="0"/>
                  </a:moveTo>
                  <a:lnTo>
                    <a:pt x="0" y="0"/>
                  </a:lnTo>
                  <a:lnTo>
                    <a:pt x="22860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19456" y="108203"/>
                  </a:lnTo>
                  <a:lnTo>
                    <a:pt x="257556" y="106680"/>
                  </a:lnTo>
                  <a:lnTo>
                    <a:pt x="327660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9696" y="5030723"/>
              <a:ext cx="464819" cy="118871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219700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89" h="108585">
                  <a:moveTo>
                    <a:pt x="440436" y="0"/>
                  </a:moveTo>
                  <a:lnTo>
                    <a:pt x="0" y="0"/>
                  </a:lnTo>
                  <a:lnTo>
                    <a:pt x="22860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19455" y="108203"/>
                  </a:lnTo>
                  <a:lnTo>
                    <a:pt x="257555" y="106680"/>
                  </a:lnTo>
                  <a:lnTo>
                    <a:pt x="327660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6" name="object 5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07508" y="5030723"/>
              <a:ext cx="464819" cy="118871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7816596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90" h="108585">
                  <a:moveTo>
                    <a:pt x="440435" y="0"/>
                  </a:moveTo>
                  <a:lnTo>
                    <a:pt x="0" y="0"/>
                  </a:lnTo>
                  <a:lnTo>
                    <a:pt x="22859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20979" y="108203"/>
                  </a:lnTo>
                  <a:lnTo>
                    <a:pt x="257555" y="106680"/>
                  </a:lnTo>
                  <a:lnTo>
                    <a:pt x="329183" y="86868"/>
                  </a:lnTo>
                  <a:lnTo>
                    <a:pt x="390144" y="50292"/>
                  </a:lnTo>
                  <a:lnTo>
                    <a:pt x="44043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8" name="object 5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04404" y="5030723"/>
              <a:ext cx="464820" cy="118871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888480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90" h="108585">
                  <a:moveTo>
                    <a:pt x="440436" y="0"/>
                  </a:moveTo>
                  <a:lnTo>
                    <a:pt x="0" y="0"/>
                  </a:lnTo>
                  <a:lnTo>
                    <a:pt x="24384" y="27431"/>
                  </a:lnTo>
                  <a:lnTo>
                    <a:pt x="80772" y="70103"/>
                  </a:lnTo>
                  <a:lnTo>
                    <a:pt x="146303" y="99059"/>
                  </a:lnTo>
                  <a:lnTo>
                    <a:pt x="220979" y="108203"/>
                  </a:lnTo>
                  <a:lnTo>
                    <a:pt x="259079" y="106680"/>
                  </a:lnTo>
                  <a:lnTo>
                    <a:pt x="329184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0" name="object 6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76288" y="5030723"/>
              <a:ext cx="466343" cy="118871"/>
            </a:xfrm>
            <a:prstGeom prst="rect">
              <a:avLst/>
            </a:prstGeom>
          </p:spPr>
        </p:pic>
      </p:grpSp>
      <p:grpSp>
        <p:nvGrpSpPr>
          <p:cNvPr id="61" name="object 61"/>
          <p:cNvGrpSpPr/>
          <p:nvPr/>
        </p:nvGrpSpPr>
        <p:grpSpPr>
          <a:xfrm>
            <a:off x="6203576" y="4854388"/>
            <a:ext cx="509868" cy="286871"/>
            <a:chOff x="5151120" y="5501640"/>
            <a:chExt cx="577850" cy="325120"/>
          </a:xfrm>
        </p:grpSpPr>
        <p:sp>
          <p:nvSpPr>
            <p:cNvPr id="62" name="object 62"/>
            <p:cNvSpPr/>
            <p:nvPr/>
          </p:nvSpPr>
          <p:spPr>
            <a:xfrm>
              <a:off x="5161788" y="5510784"/>
              <a:ext cx="556260" cy="315595"/>
            </a:xfrm>
            <a:custGeom>
              <a:avLst/>
              <a:gdLst/>
              <a:ahLst/>
              <a:cxnLst/>
              <a:rect l="l" t="t" r="r" b="b"/>
              <a:pathLst>
                <a:path w="556260" h="315595">
                  <a:moveTo>
                    <a:pt x="277367" y="0"/>
                  </a:moveTo>
                  <a:lnTo>
                    <a:pt x="204215" y="9144"/>
                  </a:lnTo>
                  <a:lnTo>
                    <a:pt x="137160" y="38100"/>
                  </a:lnTo>
                  <a:lnTo>
                    <a:pt x="80772" y="80772"/>
                  </a:lnTo>
                  <a:lnTo>
                    <a:pt x="38100" y="137160"/>
                  </a:lnTo>
                  <a:lnTo>
                    <a:pt x="9144" y="204216"/>
                  </a:lnTo>
                  <a:lnTo>
                    <a:pt x="0" y="277368"/>
                  </a:lnTo>
                  <a:lnTo>
                    <a:pt x="3048" y="315468"/>
                  </a:lnTo>
                  <a:lnTo>
                    <a:pt x="553212" y="315468"/>
                  </a:lnTo>
                  <a:lnTo>
                    <a:pt x="556260" y="277368"/>
                  </a:lnTo>
                  <a:lnTo>
                    <a:pt x="547115" y="204216"/>
                  </a:lnTo>
                  <a:lnTo>
                    <a:pt x="518160" y="137160"/>
                  </a:lnTo>
                  <a:lnTo>
                    <a:pt x="473963" y="80772"/>
                  </a:lnTo>
                  <a:lnTo>
                    <a:pt x="419100" y="38100"/>
                  </a:lnTo>
                  <a:lnTo>
                    <a:pt x="352044" y="9144"/>
                  </a:lnTo>
                  <a:lnTo>
                    <a:pt x="277367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5151120" y="5501640"/>
              <a:ext cx="577850" cy="325120"/>
            </a:xfrm>
            <a:custGeom>
              <a:avLst/>
              <a:gdLst/>
              <a:ahLst/>
              <a:cxnLst/>
              <a:rect l="l" t="t" r="r" b="b"/>
              <a:pathLst>
                <a:path w="577850" h="325120">
                  <a:moveTo>
                    <a:pt x="577596" y="286512"/>
                  </a:moveTo>
                  <a:lnTo>
                    <a:pt x="569976" y="224028"/>
                  </a:lnTo>
                  <a:lnTo>
                    <a:pt x="548640" y="161544"/>
                  </a:lnTo>
                  <a:lnTo>
                    <a:pt x="526986" y="126492"/>
                  </a:lnTo>
                  <a:lnTo>
                    <a:pt x="516636" y="109728"/>
                  </a:lnTo>
                  <a:lnTo>
                    <a:pt x="478536" y="68580"/>
                  </a:lnTo>
                  <a:lnTo>
                    <a:pt x="432816" y="36576"/>
                  </a:lnTo>
                  <a:lnTo>
                    <a:pt x="429221" y="35052"/>
                  </a:lnTo>
                  <a:lnTo>
                    <a:pt x="393293" y="19812"/>
                  </a:lnTo>
                  <a:lnTo>
                    <a:pt x="382524" y="15240"/>
                  </a:lnTo>
                  <a:lnTo>
                    <a:pt x="329184" y="3048"/>
                  </a:lnTo>
                  <a:lnTo>
                    <a:pt x="303276" y="0"/>
                  </a:lnTo>
                  <a:lnTo>
                    <a:pt x="274320" y="0"/>
                  </a:lnTo>
                  <a:lnTo>
                    <a:pt x="220980" y="7620"/>
                  </a:lnTo>
                  <a:lnTo>
                    <a:pt x="169164" y="24384"/>
                  </a:lnTo>
                  <a:lnTo>
                    <a:pt x="121920" y="51816"/>
                  </a:lnTo>
                  <a:lnTo>
                    <a:pt x="79248" y="88392"/>
                  </a:lnTo>
                  <a:lnTo>
                    <a:pt x="44196" y="135636"/>
                  </a:lnTo>
                  <a:lnTo>
                    <a:pt x="16764" y="192024"/>
                  </a:lnTo>
                  <a:lnTo>
                    <a:pt x="1524" y="257556"/>
                  </a:lnTo>
                  <a:lnTo>
                    <a:pt x="0" y="286512"/>
                  </a:lnTo>
                  <a:lnTo>
                    <a:pt x="0" y="301752"/>
                  </a:lnTo>
                  <a:lnTo>
                    <a:pt x="1524" y="316992"/>
                  </a:lnTo>
                  <a:lnTo>
                    <a:pt x="3048" y="324612"/>
                  </a:lnTo>
                  <a:lnTo>
                    <a:pt x="21336" y="324612"/>
                  </a:lnTo>
                  <a:lnTo>
                    <a:pt x="22860" y="324612"/>
                  </a:lnTo>
                  <a:lnTo>
                    <a:pt x="22860" y="315468"/>
                  </a:lnTo>
                  <a:lnTo>
                    <a:pt x="21336" y="300228"/>
                  </a:lnTo>
                  <a:lnTo>
                    <a:pt x="21336" y="274320"/>
                  </a:lnTo>
                  <a:lnTo>
                    <a:pt x="24384" y="246888"/>
                  </a:lnTo>
                  <a:lnTo>
                    <a:pt x="25908" y="236220"/>
                  </a:lnTo>
                  <a:lnTo>
                    <a:pt x="25908" y="233172"/>
                  </a:lnTo>
                  <a:lnTo>
                    <a:pt x="28956" y="220980"/>
                  </a:lnTo>
                  <a:lnTo>
                    <a:pt x="32004" y="207264"/>
                  </a:lnTo>
                  <a:lnTo>
                    <a:pt x="36576" y="195072"/>
                  </a:lnTo>
                  <a:lnTo>
                    <a:pt x="42672" y="182880"/>
                  </a:lnTo>
                  <a:lnTo>
                    <a:pt x="47244" y="172212"/>
                  </a:lnTo>
                  <a:lnTo>
                    <a:pt x="47244" y="170688"/>
                  </a:lnTo>
                  <a:lnTo>
                    <a:pt x="59436" y="149352"/>
                  </a:lnTo>
                  <a:lnTo>
                    <a:pt x="59436" y="147828"/>
                  </a:lnTo>
                  <a:lnTo>
                    <a:pt x="65532" y="138684"/>
                  </a:lnTo>
                  <a:lnTo>
                    <a:pt x="74676" y="126492"/>
                  </a:lnTo>
                  <a:lnTo>
                    <a:pt x="82296" y="117348"/>
                  </a:lnTo>
                  <a:lnTo>
                    <a:pt x="89916" y="106680"/>
                  </a:lnTo>
                  <a:lnTo>
                    <a:pt x="99060" y="99060"/>
                  </a:lnTo>
                  <a:lnTo>
                    <a:pt x="99060" y="97536"/>
                  </a:lnTo>
                  <a:lnTo>
                    <a:pt x="108204" y="88392"/>
                  </a:lnTo>
                  <a:lnTo>
                    <a:pt x="117348" y="80772"/>
                  </a:lnTo>
                  <a:lnTo>
                    <a:pt x="149352" y="57912"/>
                  </a:lnTo>
                  <a:lnTo>
                    <a:pt x="161544" y="51816"/>
                  </a:lnTo>
                  <a:lnTo>
                    <a:pt x="172212" y="45720"/>
                  </a:lnTo>
                  <a:lnTo>
                    <a:pt x="184404" y="41148"/>
                  </a:lnTo>
                  <a:lnTo>
                    <a:pt x="184404" y="39624"/>
                  </a:lnTo>
                  <a:lnTo>
                    <a:pt x="196596" y="35052"/>
                  </a:lnTo>
                  <a:lnTo>
                    <a:pt x="196596" y="36576"/>
                  </a:lnTo>
                  <a:lnTo>
                    <a:pt x="200660" y="35052"/>
                  </a:lnTo>
                  <a:lnTo>
                    <a:pt x="220980" y="27432"/>
                  </a:lnTo>
                  <a:lnTo>
                    <a:pt x="234696" y="24384"/>
                  </a:lnTo>
                  <a:lnTo>
                    <a:pt x="248412" y="22860"/>
                  </a:lnTo>
                  <a:lnTo>
                    <a:pt x="260604" y="21336"/>
                  </a:lnTo>
                  <a:lnTo>
                    <a:pt x="274320" y="19812"/>
                  </a:lnTo>
                  <a:lnTo>
                    <a:pt x="316992" y="19812"/>
                  </a:lnTo>
                  <a:lnTo>
                    <a:pt x="329184" y="22860"/>
                  </a:lnTo>
                  <a:lnTo>
                    <a:pt x="342900" y="24384"/>
                  </a:lnTo>
                  <a:lnTo>
                    <a:pt x="356616" y="27432"/>
                  </a:lnTo>
                  <a:lnTo>
                    <a:pt x="381000" y="36576"/>
                  </a:lnTo>
                  <a:lnTo>
                    <a:pt x="381000" y="35052"/>
                  </a:lnTo>
                  <a:lnTo>
                    <a:pt x="393192" y="39624"/>
                  </a:lnTo>
                  <a:lnTo>
                    <a:pt x="393192" y="41148"/>
                  </a:lnTo>
                  <a:lnTo>
                    <a:pt x="405384" y="45720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49580" y="73152"/>
                  </a:lnTo>
                  <a:lnTo>
                    <a:pt x="458724" y="80772"/>
                  </a:lnTo>
                  <a:lnTo>
                    <a:pt x="469392" y="88392"/>
                  </a:lnTo>
                  <a:lnTo>
                    <a:pt x="478536" y="97536"/>
                  </a:lnTo>
                  <a:lnTo>
                    <a:pt x="478536" y="99060"/>
                  </a:lnTo>
                  <a:lnTo>
                    <a:pt x="487680" y="106680"/>
                  </a:lnTo>
                  <a:lnTo>
                    <a:pt x="487680" y="108204"/>
                  </a:lnTo>
                  <a:lnTo>
                    <a:pt x="495300" y="117348"/>
                  </a:lnTo>
                  <a:lnTo>
                    <a:pt x="502920" y="128016"/>
                  </a:lnTo>
                  <a:lnTo>
                    <a:pt x="502920" y="126492"/>
                  </a:lnTo>
                  <a:lnTo>
                    <a:pt x="510540" y="138684"/>
                  </a:lnTo>
                  <a:lnTo>
                    <a:pt x="510540" y="137160"/>
                  </a:lnTo>
                  <a:lnTo>
                    <a:pt x="518160" y="147828"/>
                  </a:lnTo>
                  <a:lnTo>
                    <a:pt x="518160" y="149352"/>
                  </a:lnTo>
                  <a:lnTo>
                    <a:pt x="530352" y="170688"/>
                  </a:lnTo>
                  <a:lnTo>
                    <a:pt x="530352" y="172212"/>
                  </a:lnTo>
                  <a:lnTo>
                    <a:pt x="534924" y="182880"/>
                  </a:lnTo>
                  <a:lnTo>
                    <a:pt x="541020" y="195072"/>
                  </a:lnTo>
                  <a:lnTo>
                    <a:pt x="544068" y="207264"/>
                  </a:lnTo>
                  <a:lnTo>
                    <a:pt x="548640" y="220980"/>
                  </a:lnTo>
                  <a:lnTo>
                    <a:pt x="551688" y="233172"/>
                  </a:lnTo>
                  <a:lnTo>
                    <a:pt x="551688" y="236220"/>
                  </a:lnTo>
                  <a:lnTo>
                    <a:pt x="553212" y="246888"/>
                  </a:lnTo>
                  <a:lnTo>
                    <a:pt x="556260" y="274320"/>
                  </a:lnTo>
                  <a:lnTo>
                    <a:pt x="556260" y="324612"/>
                  </a:lnTo>
                  <a:lnTo>
                    <a:pt x="574548" y="324612"/>
                  </a:lnTo>
                  <a:lnTo>
                    <a:pt x="577596" y="301752"/>
                  </a:lnTo>
                  <a:lnTo>
                    <a:pt x="577596" y="2865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4" name="object 6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33416" y="5553456"/>
              <a:ext cx="79248" cy="65531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44312" y="5541264"/>
              <a:ext cx="102108" cy="77724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5704332" y="5801868"/>
              <a:ext cx="3175" cy="24765"/>
            </a:xfrm>
            <a:custGeom>
              <a:avLst/>
              <a:gdLst/>
              <a:ahLst/>
              <a:cxnLst/>
              <a:rect l="l" t="t" r="r" b="b"/>
              <a:pathLst>
                <a:path w="3175" h="24764">
                  <a:moveTo>
                    <a:pt x="3048" y="0"/>
                  </a:moveTo>
                  <a:lnTo>
                    <a:pt x="1524" y="15240"/>
                  </a:lnTo>
                  <a:lnTo>
                    <a:pt x="1524" y="13716"/>
                  </a:lnTo>
                  <a:lnTo>
                    <a:pt x="0" y="24384"/>
                  </a:lnTo>
                  <a:lnTo>
                    <a:pt x="3048" y="24384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6321494" y="4601057"/>
            <a:ext cx="214032" cy="623447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7</a:t>
            </a:r>
            <a:endParaRPr sz="1279">
              <a:latin typeface="Arial"/>
              <a:cs typeface="Arial"/>
            </a:endParaRPr>
          </a:p>
          <a:p>
            <a:pPr>
              <a:spcBef>
                <a:spcPts val="9"/>
              </a:spcBef>
            </a:pPr>
            <a:endParaRPr sz="1279">
              <a:latin typeface="Arial"/>
              <a:cs typeface="Arial"/>
            </a:endParaRPr>
          </a:p>
          <a:p>
            <a:pPr marL="71161"/>
            <a:r>
              <a:rPr sz="1412" b="1" spc="-44" dirty="0">
                <a:latin typeface="Arial"/>
                <a:cs typeface="Arial"/>
              </a:rPr>
              <a:t>H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6206265" y="5140811"/>
            <a:ext cx="504265" cy="220756"/>
            <a:chOff x="5154167" y="5826252"/>
            <a:chExt cx="571500" cy="250190"/>
          </a:xfrm>
        </p:grpSpPr>
        <p:sp>
          <p:nvSpPr>
            <p:cNvPr id="69" name="object 69"/>
            <p:cNvSpPr/>
            <p:nvPr/>
          </p:nvSpPr>
          <p:spPr>
            <a:xfrm>
              <a:off x="5164835" y="5826252"/>
              <a:ext cx="550545" cy="241300"/>
            </a:xfrm>
            <a:custGeom>
              <a:avLst/>
              <a:gdLst/>
              <a:ahLst/>
              <a:cxnLst/>
              <a:rect l="l" t="t" r="r" b="b"/>
              <a:pathLst>
                <a:path w="550545" h="241300">
                  <a:moveTo>
                    <a:pt x="550163" y="0"/>
                  </a:moveTo>
                  <a:lnTo>
                    <a:pt x="0" y="0"/>
                  </a:lnTo>
                  <a:lnTo>
                    <a:pt x="6096" y="36575"/>
                  </a:lnTo>
                  <a:lnTo>
                    <a:pt x="35051" y="103631"/>
                  </a:lnTo>
                  <a:lnTo>
                    <a:pt x="77724" y="160020"/>
                  </a:lnTo>
                  <a:lnTo>
                    <a:pt x="134112" y="202692"/>
                  </a:lnTo>
                  <a:lnTo>
                    <a:pt x="201167" y="230124"/>
                  </a:lnTo>
                  <a:lnTo>
                    <a:pt x="274319" y="240792"/>
                  </a:lnTo>
                  <a:lnTo>
                    <a:pt x="312419" y="237744"/>
                  </a:lnTo>
                  <a:lnTo>
                    <a:pt x="382524" y="219456"/>
                  </a:lnTo>
                  <a:lnTo>
                    <a:pt x="445008" y="182880"/>
                  </a:lnTo>
                  <a:lnTo>
                    <a:pt x="495300" y="132587"/>
                  </a:lnTo>
                  <a:lnTo>
                    <a:pt x="531876" y="71628"/>
                  </a:lnTo>
                  <a:lnTo>
                    <a:pt x="55016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0" name="object 70"/>
            <p:cNvSpPr/>
            <p:nvPr/>
          </p:nvSpPr>
          <p:spPr>
            <a:xfrm>
              <a:off x="5154168" y="5826252"/>
              <a:ext cx="571500" cy="250190"/>
            </a:xfrm>
            <a:custGeom>
              <a:avLst/>
              <a:gdLst/>
              <a:ahLst/>
              <a:cxnLst/>
              <a:rect l="l" t="t" r="r" b="b"/>
              <a:pathLst>
                <a:path w="571500" h="250189">
                  <a:moveTo>
                    <a:pt x="571500" y="0"/>
                  </a:moveTo>
                  <a:lnTo>
                    <a:pt x="550164" y="0"/>
                  </a:lnTo>
                  <a:lnTo>
                    <a:pt x="550164" y="3048"/>
                  </a:lnTo>
                  <a:lnTo>
                    <a:pt x="548640" y="16764"/>
                  </a:lnTo>
                  <a:lnTo>
                    <a:pt x="545592" y="30480"/>
                  </a:lnTo>
                  <a:lnTo>
                    <a:pt x="545592" y="28956"/>
                  </a:lnTo>
                  <a:lnTo>
                    <a:pt x="541020" y="42672"/>
                  </a:lnTo>
                  <a:lnTo>
                    <a:pt x="537972" y="54864"/>
                  </a:lnTo>
                  <a:lnTo>
                    <a:pt x="531876" y="67056"/>
                  </a:lnTo>
                  <a:lnTo>
                    <a:pt x="527304" y="79248"/>
                  </a:lnTo>
                  <a:lnTo>
                    <a:pt x="521208" y="89916"/>
                  </a:lnTo>
                  <a:lnTo>
                    <a:pt x="515112" y="102108"/>
                  </a:lnTo>
                  <a:lnTo>
                    <a:pt x="499872" y="123444"/>
                  </a:lnTo>
                  <a:lnTo>
                    <a:pt x="499872" y="121920"/>
                  </a:lnTo>
                  <a:lnTo>
                    <a:pt x="492252" y="132588"/>
                  </a:lnTo>
                  <a:lnTo>
                    <a:pt x="483108" y="143256"/>
                  </a:lnTo>
                  <a:lnTo>
                    <a:pt x="484632" y="143256"/>
                  </a:lnTo>
                  <a:lnTo>
                    <a:pt x="475488" y="152400"/>
                  </a:lnTo>
                  <a:lnTo>
                    <a:pt x="466344" y="161544"/>
                  </a:lnTo>
                  <a:lnTo>
                    <a:pt x="455676" y="169164"/>
                  </a:lnTo>
                  <a:lnTo>
                    <a:pt x="446532" y="178308"/>
                  </a:lnTo>
                  <a:lnTo>
                    <a:pt x="446532" y="176784"/>
                  </a:lnTo>
                  <a:lnTo>
                    <a:pt x="435864" y="184404"/>
                  </a:lnTo>
                  <a:lnTo>
                    <a:pt x="423672" y="192024"/>
                  </a:lnTo>
                  <a:lnTo>
                    <a:pt x="425196" y="192024"/>
                  </a:lnTo>
                  <a:lnTo>
                    <a:pt x="413004" y="198120"/>
                  </a:lnTo>
                  <a:lnTo>
                    <a:pt x="400812" y="204216"/>
                  </a:lnTo>
                  <a:lnTo>
                    <a:pt x="402336" y="204216"/>
                  </a:lnTo>
                  <a:lnTo>
                    <a:pt x="390144" y="210312"/>
                  </a:lnTo>
                  <a:lnTo>
                    <a:pt x="377952" y="214884"/>
                  </a:lnTo>
                  <a:lnTo>
                    <a:pt x="377952" y="213360"/>
                  </a:lnTo>
                  <a:lnTo>
                    <a:pt x="364236" y="217932"/>
                  </a:lnTo>
                  <a:lnTo>
                    <a:pt x="365760" y="217932"/>
                  </a:lnTo>
                  <a:lnTo>
                    <a:pt x="352044" y="222504"/>
                  </a:lnTo>
                  <a:lnTo>
                    <a:pt x="353568" y="222504"/>
                  </a:lnTo>
                  <a:lnTo>
                    <a:pt x="339852" y="225552"/>
                  </a:lnTo>
                  <a:lnTo>
                    <a:pt x="326136" y="227076"/>
                  </a:lnTo>
                  <a:lnTo>
                    <a:pt x="312420" y="230124"/>
                  </a:lnTo>
                  <a:lnTo>
                    <a:pt x="257556" y="230124"/>
                  </a:lnTo>
                  <a:lnTo>
                    <a:pt x="245364" y="227076"/>
                  </a:lnTo>
                  <a:lnTo>
                    <a:pt x="231648" y="225552"/>
                  </a:lnTo>
                  <a:lnTo>
                    <a:pt x="217932" y="222504"/>
                  </a:lnTo>
                  <a:lnTo>
                    <a:pt x="219456" y="222504"/>
                  </a:lnTo>
                  <a:lnTo>
                    <a:pt x="205740" y="217932"/>
                  </a:lnTo>
                  <a:lnTo>
                    <a:pt x="193548" y="213360"/>
                  </a:lnTo>
                  <a:lnTo>
                    <a:pt x="193548" y="214884"/>
                  </a:lnTo>
                  <a:lnTo>
                    <a:pt x="181356" y="210312"/>
                  </a:lnTo>
                  <a:lnTo>
                    <a:pt x="158496" y="198894"/>
                  </a:lnTo>
                  <a:lnTo>
                    <a:pt x="158496" y="198120"/>
                  </a:lnTo>
                  <a:lnTo>
                    <a:pt x="146304" y="192024"/>
                  </a:lnTo>
                  <a:lnTo>
                    <a:pt x="147828" y="192024"/>
                  </a:lnTo>
                  <a:lnTo>
                    <a:pt x="135636" y="184404"/>
                  </a:lnTo>
                  <a:lnTo>
                    <a:pt x="124968" y="176784"/>
                  </a:lnTo>
                  <a:lnTo>
                    <a:pt x="124968" y="178308"/>
                  </a:lnTo>
                  <a:lnTo>
                    <a:pt x="114300" y="169164"/>
                  </a:lnTo>
                  <a:lnTo>
                    <a:pt x="115824" y="169164"/>
                  </a:lnTo>
                  <a:lnTo>
                    <a:pt x="105156" y="161544"/>
                  </a:lnTo>
                  <a:lnTo>
                    <a:pt x="96012" y="152400"/>
                  </a:lnTo>
                  <a:lnTo>
                    <a:pt x="86868" y="143256"/>
                  </a:lnTo>
                  <a:lnTo>
                    <a:pt x="79248" y="132588"/>
                  </a:lnTo>
                  <a:lnTo>
                    <a:pt x="72707" y="123444"/>
                  </a:lnTo>
                  <a:lnTo>
                    <a:pt x="71628" y="121920"/>
                  </a:lnTo>
                  <a:lnTo>
                    <a:pt x="71628" y="123444"/>
                  </a:lnTo>
                  <a:lnTo>
                    <a:pt x="62484" y="112776"/>
                  </a:lnTo>
                  <a:lnTo>
                    <a:pt x="64008" y="112776"/>
                  </a:lnTo>
                  <a:lnTo>
                    <a:pt x="56388" y="102108"/>
                  </a:lnTo>
                  <a:lnTo>
                    <a:pt x="50292" y="89916"/>
                  </a:lnTo>
                  <a:lnTo>
                    <a:pt x="44196" y="79248"/>
                  </a:lnTo>
                  <a:lnTo>
                    <a:pt x="39624" y="67056"/>
                  </a:lnTo>
                  <a:lnTo>
                    <a:pt x="33528" y="54864"/>
                  </a:lnTo>
                  <a:lnTo>
                    <a:pt x="28956" y="42672"/>
                  </a:lnTo>
                  <a:lnTo>
                    <a:pt x="26238" y="30480"/>
                  </a:lnTo>
                  <a:lnTo>
                    <a:pt x="25908" y="28956"/>
                  </a:lnTo>
                  <a:lnTo>
                    <a:pt x="25908" y="30480"/>
                  </a:lnTo>
                  <a:lnTo>
                    <a:pt x="22860" y="16764"/>
                  </a:lnTo>
                  <a:lnTo>
                    <a:pt x="21501" y="4572"/>
                  </a:lnTo>
                  <a:lnTo>
                    <a:pt x="21336" y="3048"/>
                  </a:lnTo>
                  <a:lnTo>
                    <a:pt x="21336" y="4572"/>
                  </a:lnTo>
                  <a:lnTo>
                    <a:pt x="19812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3048" y="21336"/>
                  </a:lnTo>
                  <a:lnTo>
                    <a:pt x="13716" y="57912"/>
                  </a:lnTo>
                  <a:lnTo>
                    <a:pt x="22860" y="80772"/>
                  </a:lnTo>
                  <a:lnTo>
                    <a:pt x="27432" y="92964"/>
                  </a:lnTo>
                  <a:lnTo>
                    <a:pt x="44196" y="120396"/>
                  </a:lnTo>
                  <a:lnTo>
                    <a:pt x="47244" y="124968"/>
                  </a:lnTo>
                  <a:lnTo>
                    <a:pt x="56388" y="137160"/>
                  </a:lnTo>
                  <a:lnTo>
                    <a:pt x="62484" y="146304"/>
                  </a:lnTo>
                  <a:lnTo>
                    <a:pt x="68580" y="153924"/>
                  </a:lnTo>
                  <a:lnTo>
                    <a:pt x="79248" y="163068"/>
                  </a:lnTo>
                  <a:lnTo>
                    <a:pt x="96012" y="179832"/>
                  </a:lnTo>
                  <a:lnTo>
                    <a:pt x="105156" y="187452"/>
                  </a:lnTo>
                  <a:lnTo>
                    <a:pt x="114300" y="195072"/>
                  </a:lnTo>
                  <a:lnTo>
                    <a:pt x="124968" y="201168"/>
                  </a:lnTo>
                  <a:lnTo>
                    <a:pt x="124968" y="202692"/>
                  </a:lnTo>
                  <a:lnTo>
                    <a:pt x="135636" y="208788"/>
                  </a:lnTo>
                  <a:lnTo>
                    <a:pt x="146304" y="214884"/>
                  </a:lnTo>
                  <a:lnTo>
                    <a:pt x="155448" y="220980"/>
                  </a:lnTo>
                  <a:lnTo>
                    <a:pt x="158496" y="220980"/>
                  </a:lnTo>
                  <a:lnTo>
                    <a:pt x="181356" y="231648"/>
                  </a:lnTo>
                  <a:lnTo>
                    <a:pt x="217932" y="243840"/>
                  </a:lnTo>
                  <a:lnTo>
                    <a:pt x="225552" y="245364"/>
                  </a:lnTo>
                  <a:lnTo>
                    <a:pt x="231648" y="245364"/>
                  </a:lnTo>
                  <a:lnTo>
                    <a:pt x="262128" y="249936"/>
                  </a:lnTo>
                  <a:lnTo>
                    <a:pt x="300228" y="249936"/>
                  </a:lnTo>
                  <a:lnTo>
                    <a:pt x="313944" y="249936"/>
                  </a:lnTo>
                  <a:lnTo>
                    <a:pt x="315468" y="249936"/>
                  </a:lnTo>
                  <a:lnTo>
                    <a:pt x="329184" y="248412"/>
                  </a:lnTo>
                  <a:lnTo>
                    <a:pt x="339852" y="245364"/>
                  </a:lnTo>
                  <a:lnTo>
                    <a:pt x="353568" y="242316"/>
                  </a:lnTo>
                  <a:lnTo>
                    <a:pt x="365760" y="239268"/>
                  </a:lnTo>
                  <a:lnTo>
                    <a:pt x="368808" y="239268"/>
                  </a:lnTo>
                  <a:lnTo>
                    <a:pt x="390144" y="231648"/>
                  </a:lnTo>
                  <a:lnTo>
                    <a:pt x="402336" y="227076"/>
                  </a:lnTo>
                  <a:lnTo>
                    <a:pt x="406908" y="225552"/>
                  </a:lnTo>
                  <a:lnTo>
                    <a:pt x="413004" y="220980"/>
                  </a:lnTo>
                  <a:lnTo>
                    <a:pt x="425196" y="214884"/>
                  </a:lnTo>
                  <a:lnTo>
                    <a:pt x="435864" y="208788"/>
                  </a:lnTo>
                  <a:lnTo>
                    <a:pt x="440436" y="205740"/>
                  </a:lnTo>
                  <a:lnTo>
                    <a:pt x="446532" y="202692"/>
                  </a:lnTo>
                  <a:lnTo>
                    <a:pt x="455676" y="195072"/>
                  </a:lnTo>
                  <a:lnTo>
                    <a:pt x="466344" y="187452"/>
                  </a:lnTo>
                  <a:lnTo>
                    <a:pt x="472440" y="182880"/>
                  </a:lnTo>
                  <a:lnTo>
                    <a:pt x="475488" y="179832"/>
                  </a:lnTo>
                  <a:lnTo>
                    <a:pt x="484632" y="170688"/>
                  </a:lnTo>
                  <a:lnTo>
                    <a:pt x="492252" y="163068"/>
                  </a:lnTo>
                  <a:lnTo>
                    <a:pt x="499872" y="155448"/>
                  </a:lnTo>
                  <a:lnTo>
                    <a:pt x="515112" y="137160"/>
                  </a:lnTo>
                  <a:lnTo>
                    <a:pt x="524256" y="124968"/>
                  </a:lnTo>
                  <a:lnTo>
                    <a:pt x="527304" y="118872"/>
                  </a:lnTo>
                  <a:lnTo>
                    <a:pt x="544068" y="91440"/>
                  </a:lnTo>
                  <a:lnTo>
                    <a:pt x="548640" y="80772"/>
                  </a:lnTo>
                  <a:lnTo>
                    <a:pt x="559308" y="56388"/>
                  </a:lnTo>
                  <a:lnTo>
                    <a:pt x="568452" y="18288"/>
                  </a:lnTo>
                  <a:lnTo>
                    <a:pt x="570738" y="4572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2" name="object 72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73" name="object 73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9</a:t>
            </a:fld>
            <a:endParaRPr spc="-2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639788"/>
            <a:ext cx="6825545" cy="534378"/>
          </a:xfrm>
          <a:prstGeom prst="rect">
            <a:avLst/>
          </a:prstGeom>
        </p:spPr>
        <p:txBody>
          <a:bodyPr vert="horz" wrap="square" lIns="0" tIns="92139" rIns="0" bIns="0" rtlCol="0" anchor="ctr">
            <a:spAutoFit/>
          </a:bodyPr>
          <a:lstStyle/>
          <a:p>
            <a:pPr marL="1290986">
              <a:lnSpc>
                <a:spcPct val="100000"/>
              </a:lnSpc>
              <a:spcBef>
                <a:spcPts val="79"/>
              </a:spcBef>
            </a:pPr>
            <a:r>
              <a:rPr sz="2868" spc="-141" dirty="0"/>
              <a:t>Iterative‐Deepening</a:t>
            </a:r>
            <a:r>
              <a:rPr sz="2868" spc="-124" dirty="0"/>
              <a:t> </a:t>
            </a:r>
            <a:r>
              <a:rPr sz="2868" spc="-84" dirty="0"/>
              <a:t>Search(IDS)</a:t>
            </a:r>
            <a:endParaRPr sz="2868"/>
          </a:p>
        </p:txBody>
      </p:sp>
      <p:sp>
        <p:nvSpPr>
          <p:cNvPr id="3" name="object 3"/>
          <p:cNvSpPr txBox="1"/>
          <p:nvPr/>
        </p:nvSpPr>
        <p:spPr>
          <a:xfrm>
            <a:off x="3320113" y="2216549"/>
            <a:ext cx="3314140" cy="538998"/>
          </a:xfrm>
          <a:prstGeom prst="rect">
            <a:avLst/>
          </a:prstGeom>
        </p:spPr>
        <p:txBody>
          <a:bodyPr vert="horz" wrap="square" lIns="0" tIns="72838" rIns="0" bIns="0" rtlCol="0">
            <a:spAutoFit/>
          </a:bodyPr>
          <a:lstStyle/>
          <a:p>
            <a:pPr marL="11206">
              <a:spcBef>
                <a:spcPts val="574"/>
              </a:spcBef>
            </a:pPr>
            <a:r>
              <a:rPr sz="1412" b="1" spc="-9" dirty="0">
                <a:solidFill>
                  <a:srgbClr val="CC3300"/>
                </a:solidFill>
                <a:latin typeface="Courier New"/>
                <a:cs typeface="Courier New"/>
              </a:rPr>
              <a:t>deepeningSearch(problem)</a:t>
            </a:r>
            <a:endParaRPr sz="1412">
              <a:latin typeface="Courier New"/>
              <a:cs typeface="Courier New"/>
            </a:endParaRPr>
          </a:p>
          <a:p>
            <a:pPr marL="11206">
              <a:spcBef>
                <a:spcPts val="441"/>
              </a:spcBef>
            </a:pP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depth:</a:t>
            </a:r>
            <a:r>
              <a:rPr sz="1279" spc="-35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2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# of</a:t>
            </a:r>
            <a:r>
              <a:rPr sz="1279" spc="-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nodes</a:t>
            </a:r>
            <a:r>
              <a:rPr sz="1279" spc="-13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tested:</a:t>
            </a:r>
            <a:r>
              <a:rPr sz="1279" spc="-35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4(1)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-26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expanded:</a:t>
            </a:r>
            <a:r>
              <a:rPr sz="1279" spc="-22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spc="-44" dirty="0">
                <a:latin typeface="Microsoft Sans Serif"/>
                <a:cs typeface="Microsoft Sans Serif"/>
              </a:rPr>
              <a:t>2</a:t>
            </a:r>
            <a:endParaRPr sz="1279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76029" y="2398955"/>
            <a:ext cx="509868" cy="508747"/>
            <a:chOff x="6819900" y="2718816"/>
            <a:chExt cx="577850" cy="576580"/>
          </a:xfrm>
        </p:grpSpPr>
        <p:sp>
          <p:nvSpPr>
            <p:cNvPr id="5" name="object 5"/>
            <p:cNvSpPr/>
            <p:nvPr/>
          </p:nvSpPr>
          <p:spPr>
            <a:xfrm>
              <a:off x="6830567" y="2727960"/>
              <a:ext cx="558165" cy="556260"/>
            </a:xfrm>
            <a:custGeom>
              <a:avLst/>
              <a:gdLst/>
              <a:ahLst/>
              <a:cxnLst/>
              <a:rect l="l" t="t" r="r" b="b"/>
              <a:pathLst>
                <a:path w="558165" h="556260">
                  <a:moveTo>
                    <a:pt x="278891" y="0"/>
                  </a:moveTo>
                  <a:lnTo>
                    <a:pt x="240791" y="3048"/>
                  </a:lnTo>
                  <a:lnTo>
                    <a:pt x="170687" y="21336"/>
                  </a:lnTo>
                  <a:lnTo>
                    <a:pt x="108203" y="57912"/>
                  </a:lnTo>
                  <a:lnTo>
                    <a:pt x="57911" y="108203"/>
                  </a:lnTo>
                  <a:lnTo>
                    <a:pt x="22859" y="170687"/>
                  </a:lnTo>
                  <a:lnTo>
                    <a:pt x="3048" y="240791"/>
                  </a:lnTo>
                  <a:lnTo>
                    <a:pt x="0" y="278891"/>
                  </a:lnTo>
                  <a:lnTo>
                    <a:pt x="3048" y="315467"/>
                  </a:lnTo>
                  <a:lnTo>
                    <a:pt x="22859" y="387095"/>
                  </a:lnTo>
                  <a:lnTo>
                    <a:pt x="57911" y="448055"/>
                  </a:lnTo>
                  <a:lnTo>
                    <a:pt x="108203" y="498348"/>
                  </a:lnTo>
                  <a:lnTo>
                    <a:pt x="170687" y="534924"/>
                  </a:lnTo>
                  <a:lnTo>
                    <a:pt x="240791" y="553212"/>
                  </a:lnTo>
                  <a:lnTo>
                    <a:pt x="278891" y="556260"/>
                  </a:lnTo>
                  <a:lnTo>
                    <a:pt x="316991" y="553212"/>
                  </a:lnTo>
                  <a:lnTo>
                    <a:pt x="387096" y="534924"/>
                  </a:lnTo>
                  <a:lnTo>
                    <a:pt x="448055" y="498348"/>
                  </a:lnTo>
                  <a:lnTo>
                    <a:pt x="498348" y="448055"/>
                  </a:lnTo>
                  <a:lnTo>
                    <a:pt x="534924" y="387095"/>
                  </a:lnTo>
                  <a:lnTo>
                    <a:pt x="554735" y="315467"/>
                  </a:lnTo>
                  <a:lnTo>
                    <a:pt x="557783" y="278891"/>
                  </a:lnTo>
                  <a:lnTo>
                    <a:pt x="554735" y="240791"/>
                  </a:lnTo>
                  <a:lnTo>
                    <a:pt x="534924" y="170687"/>
                  </a:lnTo>
                  <a:lnTo>
                    <a:pt x="498348" y="108203"/>
                  </a:lnTo>
                  <a:lnTo>
                    <a:pt x="448055" y="57912"/>
                  </a:lnTo>
                  <a:lnTo>
                    <a:pt x="387096" y="21336"/>
                  </a:lnTo>
                  <a:lnTo>
                    <a:pt x="316991" y="3048"/>
                  </a:lnTo>
                  <a:lnTo>
                    <a:pt x="27889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6819900" y="2718815"/>
              <a:ext cx="577850" cy="576580"/>
            </a:xfrm>
            <a:custGeom>
              <a:avLst/>
              <a:gdLst/>
              <a:ahLst/>
              <a:cxnLst/>
              <a:rect l="l" t="t" r="r" b="b"/>
              <a:pathLst>
                <a:path w="577850" h="576579">
                  <a:moveTo>
                    <a:pt x="577596" y="288036"/>
                  </a:moveTo>
                  <a:lnTo>
                    <a:pt x="569976" y="224028"/>
                  </a:lnTo>
                  <a:lnTo>
                    <a:pt x="565175" y="207264"/>
                  </a:lnTo>
                  <a:lnTo>
                    <a:pt x="560832" y="192024"/>
                  </a:lnTo>
                  <a:lnTo>
                    <a:pt x="557784" y="184797"/>
                  </a:lnTo>
                  <a:lnTo>
                    <a:pt x="557784" y="274320"/>
                  </a:lnTo>
                  <a:lnTo>
                    <a:pt x="557784" y="300228"/>
                  </a:lnTo>
                  <a:lnTo>
                    <a:pt x="554736" y="315468"/>
                  </a:lnTo>
                  <a:lnTo>
                    <a:pt x="554736" y="327660"/>
                  </a:lnTo>
                  <a:lnTo>
                    <a:pt x="551688" y="341376"/>
                  </a:lnTo>
                  <a:lnTo>
                    <a:pt x="548640" y="355092"/>
                  </a:lnTo>
                  <a:lnTo>
                    <a:pt x="548640" y="353568"/>
                  </a:lnTo>
                  <a:lnTo>
                    <a:pt x="545592" y="367284"/>
                  </a:lnTo>
                  <a:lnTo>
                    <a:pt x="541020" y="379476"/>
                  </a:lnTo>
                  <a:lnTo>
                    <a:pt x="534924" y="393192"/>
                  </a:lnTo>
                  <a:lnTo>
                    <a:pt x="534924" y="391668"/>
                  </a:lnTo>
                  <a:lnTo>
                    <a:pt x="530352" y="403860"/>
                  </a:lnTo>
                  <a:lnTo>
                    <a:pt x="518160" y="426720"/>
                  </a:lnTo>
                  <a:lnTo>
                    <a:pt x="495300" y="458724"/>
                  </a:lnTo>
                  <a:lnTo>
                    <a:pt x="496824" y="458724"/>
                  </a:lnTo>
                  <a:lnTo>
                    <a:pt x="478536" y="477012"/>
                  </a:lnTo>
                  <a:lnTo>
                    <a:pt x="467868" y="486156"/>
                  </a:lnTo>
                  <a:lnTo>
                    <a:pt x="469392" y="486156"/>
                  </a:lnTo>
                  <a:lnTo>
                    <a:pt x="458724" y="493776"/>
                  </a:lnTo>
                  <a:lnTo>
                    <a:pt x="449580" y="502920"/>
                  </a:lnTo>
                  <a:lnTo>
                    <a:pt x="449580" y="501396"/>
                  </a:lnTo>
                  <a:lnTo>
                    <a:pt x="438912" y="510540"/>
                  </a:lnTo>
                  <a:lnTo>
                    <a:pt x="440436" y="510540"/>
                  </a:lnTo>
                  <a:lnTo>
                    <a:pt x="426720" y="516636"/>
                  </a:lnTo>
                  <a:lnTo>
                    <a:pt x="428244" y="516636"/>
                  </a:lnTo>
                  <a:lnTo>
                    <a:pt x="416052" y="524256"/>
                  </a:lnTo>
                  <a:lnTo>
                    <a:pt x="417576" y="522732"/>
                  </a:lnTo>
                  <a:lnTo>
                    <a:pt x="405384" y="528828"/>
                  </a:lnTo>
                  <a:lnTo>
                    <a:pt x="393192" y="534924"/>
                  </a:lnTo>
                  <a:lnTo>
                    <a:pt x="368808" y="544068"/>
                  </a:lnTo>
                  <a:lnTo>
                    <a:pt x="356616" y="547116"/>
                  </a:lnTo>
                  <a:lnTo>
                    <a:pt x="342900" y="550164"/>
                  </a:lnTo>
                  <a:lnTo>
                    <a:pt x="344424" y="550164"/>
                  </a:lnTo>
                  <a:lnTo>
                    <a:pt x="329184" y="553212"/>
                  </a:lnTo>
                  <a:lnTo>
                    <a:pt x="315468" y="554736"/>
                  </a:lnTo>
                  <a:lnTo>
                    <a:pt x="303276" y="554736"/>
                  </a:lnTo>
                  <a:lnTo>
                    <a:pt x="289560" y="556260"/>
                  </a:lnTo>
                  <a:lnTo>
                    <a:pt x="274320" y="554736"/>
                  </a:lnTo>
                  <a:lnTo>
                    <a:pt x="262128" y="554736"/>
                  </a:lnTo>
                  <a:lnTo>
                    <a:pt x="248412" y="553212"/>
                  </a:lnTo>
                  <a:lnTo>
                    <a:pt x="234696" y="550164"/>
                  </a:lnTo>
                  <a:lnTo>
                    <a:pt x="236220" y="550164"/>
                  </a:lnTo>
                  <a:lnTo>
                    <a:pt x="220980" y="547116"/>
                  </a:lnTo>
                  <a:lnTo>
                    <a:pt x="222504" y="547116"/>
                  </a:lnTo>
                  <a:lnTo>
                    <a:pt x="208788" y="544068"/>
                  </a:lnTo>
                  <a:lnTo>
                    <a:pt x="184404" y="534924"/>
                  </a:lnTo>
                  <a:lnTo>
                    <a:pt x="185928" y="534924"/>
                  </a:lnTo>
                  <a:lnTo>
                    <a:pt x="172212" y="528828"/>
                  </a:lnTo>
                  <a:lnTo>
                    <a:pt x="161544" y="522732"/>
                  </a:lnTo>
                  <a:lnTo>
                    <a:pt x="161544" y="524256"/>
                  </a:lnTo>
                  <a:lnTo>
                    <a:pt x="138684" y="510540"/>
                  </a:lnTo>
                  <a:lnTo>
                    <a:pt x="140208" y="510540"/>
                  </a:lnTo>
                  <a:lnTo>
                    <a:pt x="128016" y="501396"/>
                  </a:lnTo>
                  <a:lnTo>
                    <a:pt x="128016" y="502920"/>
                  </a:lnTo>
                  <a:lnTo>
                    <a:pt x="118872" y="493776"/>
                  </a:lnTo>
                  <a:lnTo>
                    <a:pt x="108204" y="486156"/>
                  </a:lnTo>
                  <a:lnTo>
                    <a:pt x="89916" y="467868"/>
                  </a:lnTo>
                  <a:lnTo>
                    <a:pt x="82296" y="458724"/>
                  </a:lnTo>
                  <a:lnTo>
                    <a:pt x="59436" y="426720"/>
                  </a:lnTo>
                  <a:lnTo>
                    <a:pt x="60960" y="426720"/>
                  </a:lnTo>
                  <a:lnTo>
                    <a:pt x="53340" y="416052"/>
                  </a:lnTo>
                  <a:lnTo>
                    <a:pt x="47244" y="403860"/>
                  </a:lnTo>
                  <a:lnTo>
                    <a:pt x="48768" y="403860"/>
                  </a:lnTo>
                  <a:lnTo>
                    <a:pt x="43434" y="393192"/>
                  </a:lnTo>
                  <a:lnTo>
                    <a:pt x="42672" y="391668"/>
                  </a:lnTo>
                  <a:lnTo>
                    <a:pt x="42672" y="393192"/>
                  </a:lnTo>
                  <a:lnTo>
                    <a:pt x="38100" y="379476"/>
                  </a:lnTo>
                  <a:lnTo>
                    <a:pt x="32004" y="367284"/>
                  </a:lnTo>
                  <a:lnTo>
                    <a:pt x="29286" y="355092"/>
                  </a:lnTo>
                  <a:lnTo>
                    <a:pt x="28956" y="353568"/>
                  </a:lnTo>
                  <a:lnTo>
                    <a:pt x="28956" y="355092"/>
                  </a:lnTo>
                  <a:lnTo>
                    <a:pt x="25908" y="341376"/>
                  </a:lnTo>
                  <a:lnTo>
                    <a:pt x="24549" y="329184"/>
                  </a:lnTo>
                  <a:lnTo>
                    <a:pt x="24384" y="327660"/>
                  </a:lnTo>
                  <a:lnTo>
                    <a:pt x="24384" y="329184"/>
                  </a:lnTo>
                  <a:lnTo>
                    <a:pt x="23012" y="315468"/>
                  </a:lnTo>
                  <a:lnTo>
                    <a:pt x="22860" y="313944"/>
                  </a:lnTo>
                  <a:lnTo>
                    <a:pt x="22860" y="315468"/>
                  </a:lnTo>
                  <a:lnTo>
                    <a:pt x="21336" y="300228"/>
                  </a:lnTo>
                  <a:lnTo>
                    <a:pt x="21336" y="274320"/>
                  </a:lnTo>
                  <a:lnTo>
                    <a:pt x="25908" y="233172"/>
                  </a:lnTo>
                  <a:lnTo>
                    <a:pt x="25908" y="234696"/>
                  </a:lnTo>
                  <a:lnTo>
                    <a:pt x="26238" y="233172"/>
                  </a:lnTo>
                  <a:lnTo>
                    <a:pt x="32004" y="207264"/>
                  </a:lnTo>
                  <a:lnTo>
                    <a:pt x="32004" y="208788"/>
                  </a:lnTo>
                  <a:lnTo>
                    <a:pt x="32677" y="207264"/>
                  </a:lnTo>
                  <a:lnTo>
                    <a:pt x="38100" y="195072"/>
                  </a:lnTo>
                  <a:lnTo>
                    <a:pt x="42672" y="182880"/>
                  </a:lnTo>
                  <a:lnTo>
                    <a:pt x="47244" y="173736"/>
                  </a:lnTo>
                  <a:lnTo>
                    <a:pt x="48768" y="170688"/>
                  </a:lnTo>
                  <a:lnTo>
                    <a:pt x="47244" y="172212"/>
                  </a:lnTo>
                  <a:lnTo>
                    <a:pt x="53340" y="160020"/>
                  </a:lnTo>
                  <a:lnTo>
                    <a:pt x="59436" y="149352"/>
                  </a:lnTo>
                  <a:lnTo>
                    <a:pt x="67056" y="137160"/>
                  </a:lnTo>
                  <a:lnTo>
                    <a:pt x="67056" y="138684"/>
                  </a:lnTo>
                  <a:lnTo>
                    <a:pt x="68008" y="137160"/>
                  </a:lnTo>
                  <a:lnTo>
                    <a:pt x="74676" y="126492"/>
                  </a:lnTo>
                  <a:lnTo>
                    <a:pt x="82296" y="117348"/>
                  </a:lnTo>
                  <a:lnTo>
                    <a:pt x="89916" y="106680"/>
                  </a:lnTo>
                  <a:lnTo>
                    <a:pt x="108204" y="88392"/>
                  </a:lnTo>
                  <a:lnTo>
                    <a:pt x="108204" y="89916"/>
                  </a:lnTo>
                  <a:lnTo>
                    <a:pt x="110337" y="88392"/>
                  </a:lnTo>
                  <a:lnTo>
                    <a:pt x="118872" y="82296"/>
                  </a:lnTo>
                  <a:lnTo>
                    <a:pt x="118872" y="80772"/>
                  </a:lnTo>
                  <a:lnTo>
                    <a:pt x="128016" y="73152"/>
                  </a:lnTo>
                  <a:lnTo>
                    <a:pt x="138684" y="65532"/>
                  </a:lnTo>
                  <a:lnTo>
                    <a:pt x="161544" y="51816"/>
                  </a:lnTo>
                  <a:lnTo>
                    <a:pt x="172212" y="45720"/>
                  </a:lnTo>
                  <a:lnTo>
                    <a:pt x="184404" y="41148"/>
                  </a:lnTo>
                  <a:lnTo>
                    <a:pt x="196596" y="35052"/>
                  </a:lnTo>
                  <a:lnTo>
                    <a:pt x="196596" y="36576"/>
                  </a:lnTo>
                  <a:lnTo>
                    <a:pt x="200660" y="35052"/>
                  </a:lnTo>
                  <a:lnTo>
                    <a:pt x="208788" y="32004"/>
                  </a:lnTo>
                  <a:lnTo>
                    <a:pt x="220980" y="28956"/>
                  </a:lnTo>
                  <a:lnTo>
                    <a:pt x="234696" y="25908"/>
                  </a:lnTo>
                  <a:lnTo>
                    <a:pt x="248412" y="22860"/>
                  </a:lnTo>
                  <a:lnTo>
                    <a:pt x="262128" y="21336"/>
                  </a:lnTo>
                  <a:lnTo>
                    <a:pt x="274320" y="19812"/>
                  </a:lnTo>
                  <a:lnTo>
                    <a:pt x="303276" y="19812"/>
                  </a:lnTo>
                  <a:lnTo>
                    <a:pt x="344424" y="25908"/>
                  </a:lnTo>
                  <a:lnTo>
                    <a:pt x="381000" y="36576"/>
                  </a:lnTo>
                  <a:lnTo>
                    <a:pt x="381000" y="35052"/>
                  </a:lnTo>
                  <a:lnTo>
                    <a:pt x="393192" y="41148"/>
                  </a:lnTo>
                  <a:lnTo>
                    <a:pt x="405384" y="45720"/>
                  </a:lnTo>
                  <a:lnTo>
                    <a:pt x="405384" y="47244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26720" y="57912"/>
                  </a:lnTo>
                  <a:lnTo>
                    <a:pt x="428244" y="59436"/>
                  </a:lnTo>
                  <a:lnTo>
                    <a:pt x="440436" y="65532"/>
                  </a:lnTo>
                  <a:lnTo>
                    <a:pt x="458724" y="80772"/>
                  </a:lnTo>
                  <a:lnTo>
                    <a:pt x="469392" y="89916"/>
                  </a:lnTo>
                  <a:lnTo>
                    <a:pt x="478536" y="97536"/>
                  </a:lnTo>
                  <a:lnTo>
                    <a:pt x="478536" y="99060"/>
                  </a:lnTo>
                  <a:lnTo>
                    <a:pt x="487680" y="106680"/>
                  </a:lnTo>
                  <a:lnTo>
                    <a:pt x="496824" y="117348"/>
                  </a:lnTo>
                  <a:lnTo>
                    <a:pt x="495300" y="117348"/>
                  </a:lnTo>
                  <a:lnTo>
                    <a:pt x="496824" y="118872"/>
                  </a:lnTo>
                  <a:lnTo>
                    <a:pt x="502920" y="128016"/>
                  </a:lnTo>
                  <a:lnTo>
                    <a:pt x="502920" y="126492"/>
                  </a:lnTo>
                  <a:lnTo>
                    <a:pt x="510540" y="138684"/>
                  </a:lnTo>
                  <a:lnTo>
                    <a:pt x="510540" y="137160"/>
                  </a:lnTo>
                  <a:lnTo>
                    <a:pt x="518160" y="149352"/>
                  </a:lnTo>
                  <a:lnTo>
                    <a:pt x="518160" y="147828"/>
                  </a:lnTo>
                  <a:lnTo>
                    <a:pt x="530352" y="172212"/>
                  </a:lnTo>
                  <a:lnTo>
                    <a:pt x="530352" y="170688"/>
                  </a:lnTo>
                  <a:lnTo>
                    <a:pt x="534924" y="182880"/>
                  </a:lnTo>
                  <a:lnTo>
                    <a:pt x="541020" y="195072"/>
                  </a:lnTo>
                  <a:lnTo>
                    <a:pt x="545592" y="208788"/>
                  </a:lnTo>
                  <a:lnTo>
                    <a:pt x="545592" y="207264"/>
                  </a:lnTo>
                  <a:lnTo>
                    <a:pt x="551688" y="234696"/>
                  </a:lnTo>
                  <a:lnTo>
                    <a:pt x="551688" y="237744"/>
                  </a:lnTo>
                  <a:lnTo>
                    <a:pt x="554736" y="246888"/>
                  </a:lnTo>
                  <a:lnTo>
                    <a:pt x="554736" y="260604"/>
                  </a:lnTo>
                  <a:lnTo>
                    <a:pt x="557784" y="274320"/>
                  </a:lnTo>
                  <a:lnTo>
                    <a:pt x="557784" y="184797"/>
                  </a:lnTo>
                  <a:lnTo>
                    <a:pt x="551840" y="170688"/>
                  </a:lnTo>
                  <a:lnTo>
                    <a:pt x="548640" y="163068"/>
                  </a:lnTo>
                  <a:lnTo>
                    <a:pt x="539216" y="147828"/>
                  </a:lnTo>
                  <a:lnTo>
                    <a:pt x="532638" y="137160"/>
                  </a:lnTo>
                  <a:lnTo>
                    <a:pt x="526046" y="126492"/>
                  </a:lnTo>
                  <a:lnTo>
                    <a:pt x="516636" y="111252"/>
                  </a:lnTo>
                  <a:lnTo>
                    <a:pt x="478536" y="68580"/>
                  </a:lnTo>
                  <a:lnTo>
                    <a:pt x="432816" y="36576"/>
                  </a:lnTo>
                  <a:lnTo>
                    <a:pt x="429221" y="35052"/>
                  </a:lnTo>
                  <a:lnTo>
                    <a:pt x="393293" y="19812"/>
                  </a:lnTo>
                  <a:lnTo>
                    <a:pt x="382524" y="15240"/>
                  </a:lnTo>
                  <a:lnTo>
                    <a:pt x="329184" y="3048"/>
                  </a:lnTo>
                  <a:lnTo>
                    <a:pt x="274320" y="0"/>
                  </a:lnTo>
                  <a:lnTo>
                    <a:pt x="248412" y="3048"/>
                  </a:lnTo>
                  <a:lnTo>
                    <a:pt x="195072" y="15240"/>
                  </a:lnTo>
                  <a:lnTo>
                    <a:pt x="144780" y="36576"/>
                  </a:lnTo>
                  <a:lnTo>
                    <a:pt x="99060" y="68580"/>
                  </a:lnTo>
                  <a:lnTo>
                    <a:pt x="60960" y="111252"/>
                  </a:lnTo>
                  <a:lnTo>
                    <a:pt x="28956" y="163068"/>
                  </a:lnTo>
                  <a:lnTo>
                    <a:pt x="7620" y="224028"/>
                  </a:lnTo>
                  <a:lnTo>
                    <a:pt x="0" y="272796"/>
                  </a:lnTo>
                  <a:lnTo>
                    <a:pt x="0" y="301752"/>
                  </a:lnTo>
                  <a:lnTo>
                    <a:pt x="7620" y="345948"/>
                  </a:lnTo>
                  <a:lnTo>
                    <a:pt x="21336" y="394716"/>
                  </a:lnTo>
                  <a:lnTo>
                    <a:pt x="47244" y="443484"/>
                  </a:lnTo>
                  <a:lnTo>
                    <a:pt x="50292" y="449580"/>
                  </a:lnTo>
                  <a:lnTo>
                    <a:pt x="59436" y="461772"/>
                  </a:lnTo>
                  <a:lnTo>
                    <a:pt x="73152" y="478536"/>
                  </a:lnTo>
                  <a:lnTo>
                    <a:pt x="99060" y="504444"/>
                  </a:lnTo>
                  <a:lnTo>
                    <a:pt x="118872" y="519684"/>
                  </a:lnTo>
                  <a:lnTo>
                    <a:pt x="128016" y="527304"/>
                  </a:lnTo>
                  <a:lnTo>
                    <a:pt x="138684" y="533400"/>
                  </a:lnTo>
                  <a:lnTo>
                    <a:pt x="160020" y="545592"/>
                  </a:lnTo>
                  <a:lnTo>
                    <a:pt x="184404" y="556260"/>
                  </a:lnTo>
                  <a:lnTo>
                    <a:pt x="220980" y="568452"/>
                  </a:lnTo>
                  <a:lnTo>
                    <a:pt x="228600" y="569976"/>
                  </a:lnTo>
                  <a:lnTo>
                    <a:pt x="234696" y="571500"/>
                  </a:lnTo>
                  <a:lnTo>
                    <a:pt x="265176" y="574548"/>
                  </a:lnTo>
                  <a:lnTo>
                    <a:pt x="303276" y="576072"/>
                  </a:lnTo>
                  <a:lnTo>
                    <a:pt x="316992" y="574548"/>
                  </a:lnTo>
                  <a:lnTo>
                    <a:pt x="318516" y="574548"/>
                  </a:lnTo>
                  <a:lnTo>
                    <a:pt x="332232" y="573024"/>
                  </a:lnTo>
                  <a:lnTo>
                    <a:pt x="344424" y="569976"/>
                  </a:lnTo>
                  <a:lnTo>
                    <a:pt x="373380" y="563880"/>
                  </a:lnTo>
                  <a:lnTo>
                    <a:pt x="405384" y="551688"/>
                  </a:lnTo>
                  <a:lnTo>
                    <a:pt x="409956" y="550164"/>
                  </a:lnTo>
                  <a:lnTo>
                    <a:pt x="416052" y="547116"/>
                  </a:lnTo>
                  <a:lnTo>
                    <a:pt x="428244" y="539496"/>
                  </a:lnTo>
                  <a:lnTo>
                    <a:pt x="440436" y="533400"/>
                  </a:lnTo>
                  <a:lnTo>
                    <a:pt x="443484" y="530352"/>
                  </a:lnTo>
                  <a:lnTo>
                    <a:pt x="449580" y="525780"/>
                  </a:lnTo>
                  <a:lnTo>
                    <a:pt x="469392" y="512064"/>
                  </a:lnTo>
                  <a:lnTo>
                    <a:pt x="475488" y="507492"/>
                  </a:lnTo>
                  <a:lnTo>
                    <a:pt x="478536" y="504444"/>
                  </a:lnTo>
                  <a:lnTo>
                    <a:pt x="496824" y="487680"/>
                  </a:lnTo>
                  <a:lnTo>
                    <a:pt x="502920" y="481584"/>
                  </a:lnTo>
                  <a:lnTo>
                    <a:pt x="527304" y="451104"/>
                  </a:lnTo>
                  <a:lnTo>
                    <a:pt x="547116" y="417576"/>
                  </a:lnTo>
                  <a:lnTo>
                    <a:pt x="551688" y="405384"/>
                  </a:lnTo>
                  <a:lnTo>
                    <a:pt x="557784" y="393192"/>
                  </a:lnTo>
                  <a:lnTo>
                    <a:pt x="562356" y="381000"/>
                  </a:lnTo>
                  <a:lnTo>
                    <a:pt x="573024" y="342900"/>
                  </a:lnTo>
                  <a:lnTo>
                    <a:pt x="576072" y="301752"/>
                  </a:lnTo>
                  <a:lnTo>
                    <a:pt x="577596" y="288036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60249" y="2397182"/>
            <a:ext cx="342340" cy="411123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algn="ctr">
              <a:lnSpc>
                <a:spcPts val="1619"/>
              </a:lnSpc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S</a:t>
            </a:r>
            <a:endParaRPr sz="1412">
              <a:latin typeface="Arial"/>
              <a:cs typeface="Arial"/>
            </a:endParaRPr>
          </a:p>
          <a:p>
            <a:pPr algn="ctr">
              <a:lnSpc>
                <a:spcPts val="1460"/>
              </a:lnSpc>
            </a:pPr>
            <a:r>
              <a:rPr sz="1279" spc="-9" dirty="0">
                <a:solidFill>
                  <a:srgbClr val="FFFFFF"/>
                </a:solidFill>
                <a:latin typeface="Microsoft Sans Serif"/>
                <a:cs typeface="Microsoft Sans Serif"/>
              </a:rPr>
              <a:t>start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99021" y="2827916"/>
            <a:ext cx="1065119" cy="210110"/>
          </a:xfrm>
          <a:custGeom>
            <a:avLst/>
            <a:gdLst/>
            <a:ahLst/>
            <a:cxnLst/>
            <a:rect l="l" t="t" r="r" b="b"/>
            <a:pathLst>
              <a:path w="1207134" h="238125">
                <a:moveTo>
                  <a:pt x="411480" y="18288"/>
                </a:moveTo>
                <a:lnTo>
                  <a:pt x="400812" y="0"/>
                </a:lnTo>
                <a:lnTo>
                  <a:pt x="0" y="237744"/>
                </a:lnTo>
                <a:lnTo>
                  <a:pt x="39624" y="237744"/>
                </a:lnTo>
                <a:lnTo>
                  <a:pt x="411480" y="18288"/>
                </a:lnTo>
                <a:close/>
              </a:path>
              <a:path w="1207134" h="238125">
                <a:moveTo>
                  <a:pt x="614172" y="89916"/>
                </a:moveTo>
                <a:lnTo>
                  <a:pt x="592836" y="89916"/>
                </a:lnTo>
                <a:lnTo>
                  <a:pt x="592836" y="237744"/>
                </a:lnTo>
                <a:lnTo>
                  <a:pt x="614172" y="237744"/>
                </a:lnTo>
                <a:lnTo>
                  <a:pt x="614172" y="89916"/>
                </a:lnTo>
                <a:close/>
              </a:path>
              <a:path w="1207134" h="238125">
                <a:moveTo>
                  <a:pt x="1207008" y="237744"/>
                </a:moveTo>
                <a:lnTo>
                  <a:pt x="806196" y="0"/>
                </a:lnTo>
                <a:lnTo>
                  <a:pt x="795528" y="18288"/>
                </a:lnTo>
                <a:lnTo>
                  <a:pt x="1165860" y="237744"/>
                </a:lnTo>
                <a:lnTo>
                  <a:pt x="1207008" y="237744"/>
                </a:lnTo>
                <a:close/>
              </a:path>
            </a:pathLst>
          </a:custGeom>
          <a:solidFill>
            <a:srgbClr val="FF7C8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7085331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5</a:t>
            </a:r>
            <a:endParaRPr sz="1279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93880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86043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58448" y="3037690"/>
            <a:ext cx="2140324" cy="687481"/>
            <a:chOff x="5893308" y="3442715"/>
            <a:chExt cx="2425700" cy="779145"/>
          </a:xfrm>
        </p:grpSpPr>
        <p:sp>
          <p:nvSpPr>
            <p:cNvPr id="13" name="object 13"/>
            <p:cNvSpPr/>
            <p:nvPr/>
          </p:nvSpPr>
          <p:spPr>
            <a:xfrm>
              <a:off x="5907487" y="3656075"/>
              <a:ext cx="548005" cy="230504"/>
            </a:xfrm>
            <a:custGeom>
              <a:avLst/>
              <a:gdLst/>
              <a:ahLst/>
              <a:cxnLst/>
              <a:rect l="l" t="t" r="r" b="b"/>
              <a:pathLst>
                <a:path w="548004" h="230504">
                  <a:moveTo>
                    <a:pt x="273856" y="0"/>
                  </a:moveTo>
                  <a:lnTo>
                    <a:pt x="200704" y="9144"/>
                  </a:lnTo>
                  <a:lnTo>
                    <a:pt x="133648" y="38100"/>
                  </a:lnTo>
                  <a:lnTo>
                    <a:pt x="77260" y="80772"/>
                  </a:lnTo>
                  <a:lnTo>
                    <a:pt x="34588" y="137160"/>
                  </a:lnTo>
                  <a:lnTo>
                    <a:pt x="5632" y="204215"/>
                  </a:lnTo>
                  <a:lnTo>
                    <a:pt x="0" y="230124"/>
                  </a:lnTo>
                  <a:lnTo>
                    <a:pt x="547712" y="230124"/>
                  </a:lnTo>
                  <a:lnTo>
                    <a:pt x="531412" y="169163"/>
                  </a:lnTo>
                  <a:lnTo>
                    <a:pt x="494836" y="108203"/>
                  </a:lnTo>
                  <a:lnTo>
                    <a:pt x="444544" y="57912"/>
                  </a:lnTo>
                  <a:lnTo>
                    <a:pt x="382060" y="21336"/>
                  </a:lnTo>
                  <a:lnTo>
                    <a:pt x="311956" y="1524"/>
                  </a:lnTo>
                  <a:lnTo>
                    <a:pt x="27385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5898007" y="3646931"/>
              <a:ext cx="566420" cy="239395"/>
            </a:xfrm>
            <a:custGeom>
              <a:avLst/>
              <a:gdLst/>
              <a:ahLst/>
              <a:cxnLst/>
              <a:rect l="l" t="t" r="r" b="b"/>
              <a:pathLst>
                <a:path w="566420" h="239395">
                  <a:moveTo>
                    <a:pt x="566140" y="239268"/>
                  </a:moveTo>
                  <a:lnTo>
                    <a:pt x="563753" y="222504"/>
                  </a:lnTo>
                  <a:lnTo>
                    <a:pt x="562838" y="219456"/>
                  </a:lnTo>
                  <a:lnTo>
                    <a:pt x="554609" y="192024"/>
                  </a:lnTo>
                  <a:lnTo>
                    <a:pt x="511937" y="109728"/>
                  </a:lnTo>
                  <a:lnTo>
                    <a:pt x="473837" y="68580"/>
                  </a:lnTo>
                  <a:lnTo>
                    <a:pt x="426593" y="36576"/>
                  </a:lnTo>
                  <a:lnTo>
                    <a:pt x="387578" y="18288"/>
                  </a:lnTo>
                  <a:lnTo>
                    <a:pt x="377825" y="13716"/>
                  </a:lnTo>
                  <a:lnTo>
                    <a:pt x="324485" y="1524"/>
                  </a:lnTo>
                  <a:lnTo>
                    <a:pt x="269621" y="0"/>
                  </a:lnTo>
                  <a:lnTo>
                    <a:pt x="242189" y="1524"/>
                  </a:lnTo>
                  <a:lnTo>
                    <a:pt x="190373" y="13716"/>
                  </a:lnTo>
                  <a:lnTo>
                    <a:pt x="140081" y="36576"/>
                  </a:lnTo>
                  <a:lnTo>
                    <a:pt x="94361" y="68580"/>
                  </a:lnTo>
                  <a:lnTo>
                    <a:pt x="54737" y="109728"/>
                  </a:lnTo>
                  <a:lnTo>
                    <a:pt x="24257" y="161544"/>
                  </a:lnTo>
                  <a:lnTo>
                    <a:pt x="2921" y="222504"/>
                  </a:lnTo>
                  <a:lnTo>
                    <a:pt x="0" y="239268"/>
                  </a:lnTo>
                  <a:lnTo>
                    <a:pt x="19850" y="239268"/>
                  </a:lnTo>
                  <a:lnTo>
                    <a:pt x="24257" y="219456"/>
                  </a:lnTo>
                  <a:lnTo>
                    <a:pt x="24257" y="220980"/>
                  </a:lnTo>
                  <a:lnTo>
                    <a:pt x="36449" y="182880"/>
                  </a:lnTo>
                  <a:lnTo>
                    <a:pt x="42545" y="170688"/>
                  </a:lnTo>
                  <a:lnTo>
                    <a:pt x="41021" y="170688"/>
                  </a:lnTo>
                  <a:lnTo>
                    <a:pt x="53213" y="149352"/>
                  </a:lnTo>
                  <a:lnTo>
                    <a:pt x="54737" y="147828"/>
                  </a:lnTo>
                  <a:lnTo>
                    <a:pt x="53213" y="147828"/>
                  </a:lnTo>
                  <a:lnTo>
                    <a:pt x="60833" y="137160"/>
                  </a:lnTo>
                  <a:lnTo>
                    <a:pt x="69977" y="126492"/>
                  </a:lnTo>
                  <a:lnTo>
                    <a:pt x="76073" y="115824"/>
                  </a:lnTo>
                  <a:lnTo>
                    <a:pt x="76073" y="117348"/>
                  </a:lnTo>
                  <a:lnTo>
                    <a:pt x="77368" y="115824"/>
                  </a:lnTo>
                  <a:lnTo>
                    <a:pt x="85217" y="106680"/>
                  </a:lnTo>
                  <a:lnTo>
                    <a:pt x="103505" y="88392"/>
                  </a:lnTo>
                  <a:lnTo>
                    <a:pt x="112649" y="80772"/>
                  </a:lnTo>
                  <a:lnTo>
                    <a:pt x="123317" y="71628"/>
                  </a:lnTo>
                  <a:lnTo>
                    <a:pt x="132461" y="65532"/>
                  </a:lnTo>
                  <a:lnTo>
                    <a:pt x="133985" y="64008"/>
                  </a:lnTo>
                  <a:lnTo>
                    <a:pt x="132461" y="64008"/>
                  </a:lnTo>
                  <a:lnTo>
                    <a:pt x="155321" y="51816"/>
                  </a:lnTo>
                  <a:lnTo>
                    <a:pt x="167513" y="45720"/>
                  </a:lnTo>
                  <a:lnTo>
                    <a:pt x="178181" y="41148"/>
                  </a:lnTo>
                  <a:lnTo>
                    <a:pt x="179705" y="39624"/>
                  </a:lnTo>
                  <a:lnTo>
                    <a:pt x="178181" y="39624"/>
                  </a:lnTo>
                  <a:lnTo>
                    <a:pt x="190373" y="35052"/>
                  </a:lnTo>
                  <a:lnTo>
                    <a:pt x="202565" y="32004"/>
                  </a:lnTo>
                  <a:lnTo>
                    <a:pt x="216281" y="27432"/>
                  </a:lnTo>
                  <a:lnTo>
                    <a:pt x="228473" y="24384"/>
                  </a:lnTo>
                  <a:lnTo>
                    <a:pt x="242189" y="21336"/>
                  </a:lnTo>
                  <a:lnTo>
                    <a:pt x="255905" y="19812"/>
                  </a:lnTo>
                  <a:lnTo>
                    <a:pt x="269621" y="19812"/>
                  </a:lnTo>
                  <a:lnTo>
                    <a:pt x="283337" y="18288"/>
                  </a:lnTo>
                  <a:lnTo>
                    <a:pt x="297053" y="19812"/>
                  </a:lnTo>
                  <a:lnTo>
                    <a:pt x="298577" y="19812"/>
                  </a:lnTo>
                  <a:lnTo>
                    <a:pt x="310769" y="19812"/>
                  </a:lnTo>
                  <a:lnTo>
                    <a:pt x="324485" y="21336"/>
                  </a:lnTo>
                  <a:lnTo>
                    <a:pt x="338201" y="24384"/>
                  </a:lnTo>
                  <a:lnTo>
                    <a:pt x="350393" y="27432"/>
                  </a:lnTo>
                  <a:lnTo>
                    <a:pt x="362585" y="32004"/>
                  </a:lnTo>
                  <a:lnTo>
                    <a:pt x="374777" y="35052"/>
                  </a:lnTo>
                  <a:lnTo>
                    <a:pt x="388493" y="39624"/>
                  </a:lnTo>
                  <a:lnTo>
                    <a:pt x="400685" y="45720"/>
                  </a:lnTo>
                  <a:lnTo>
                    <a:pt x="409829" y="51816"/>
                  </a:lnTo>
                  <a:lnTo>
                    <a:pt x="423545" y="57912"/>
                  </a:lnTo>
                  <a:lnTo>
                    <a:pt x="434213" y="64008"/>
                  </a:lnTo>
                  <a:lnTo>
                    <a:pt x="432689" y="64008"/>
                  </a:lnTo>
                  <a:lnTo>
                    <a:pt x="434213" y="65532"/>
                  </a:lnTo>
                  <a:lnTo>
                    <a:pt x="444881" y="71628"/>
                  </a:lnTo>
                  <a:lnTo>
                    <a:pt x="443357" y="71628"/>
                  </a:lnTo>
                  <a:lnTo>
                    <a:pt x="444881" y="73152"/>
                  </a:lnTo>
                  <a:lnTo>
                    <a:pt x="454025" y="80772"/>
                  </a:lnTo>
                  <a:lnTo>
                    <a:pt x="464693" y="88392"/>
                  </a:lnTo>
                  <a:lnTo>
                    <a:pt x="463169" y="88392"/>
                  </a:lnTo>
                  <a:lnTo>
                    <a:pt x="464693" y="89916"/>
                  </a:lnTo>
                  <a:lnTo>
                    <a:pt x="473837" y="97536"/>
                  </a:lnTo>
                  <a:lnTo>
                    <a:pt x="472313" y="97536"/>
                  </a:lnTo>
                  <a:lnTo>
                    <a:pt x="473837" y="99060"/>
                  </a:lnTo>
                  <a:lnTo>
                    <a:pt x="481457" y="106680"/>
                  </a:lnTo>
                  <a:lnTo>
                    <a:pt x="490601" y="117348"/>
                  </a:lnTo>
                  <a:lnTo>
                    <a:pt x="524129" y="170688"/>
                  </a:lnTo>
                  <a:lnTo>
                    <a:pt x="539369" y="207264"/>
                  </a:lnTo>
                  <a:lnTo>
                    <a:pt x="543941" y="220980"/>
                  </a:lnTo>
                  <a:lnTo>
                    <a:pt x="543941" y="219456"/>
                  </a:lnTo>
                  <a:lnTo>
                    <a:pt x="546989" y="233172"/>
                  </a:lnTo>
                  <a:lnTo>
                    <a:pt x="545465" y="233172"/>
                  </a:lnTo>
                  <a:lnTo>
                    <a:pt x="546989" y="237744"/>
                  </a:lnTo>
                  <a:lnTo>
                    <a:pt x="547243" y="239268"/>
                  </a:lnTo>
                  <a:lnTo>
                    <a:pt x="566140" y="239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6181344" y="3442715"/>
              <a:ext cx="364490" cy="208915"/>
            </a:xfrm>
            <a:custGeom>
              <a:avLst/>
              <a:gdLst/>
              <a:ahLst/>
              <a:cxnLst/>
              <a:rect l="l" t="t" r="r" b="b"/>
              <a:pathLst>
                <a:path w="364490" h="208914">
                  <a:moveTo>
                    <a:pt x="364236" y="0"/>
                  </a:moveTo>
                  <a:lnTo>
                    <a:pt x="324612" y="0"/>
                  </a:lnTo>
                  <a:lnTo>
                    <a:pt x="30480" y="172212"/>
                  </a:lnTo>
                  <a:lnTo>
                    <a:pt x="19812" y="155448"/>
                  </a:lnTo>
                  <a:lnTo>
                    <a:pt x="0" y="202692"/>
                  </a:lnTo>
                  <a:lnTo>
                    <a:pt x="22860" y="205740"/>
                  </a:lnTo>
                  <a:lnTo>
                    <a:pt x="51816" y="208788"/>
                  </a:lnTo>
                  <a:lnTo>
                    <a:pt x="41148" y="190500"/>
                  </a:lnTo>
                  <a:lnTo>
                    <a:pt x="364236" y="0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6835603" y="3656075"/>
              <a:ext cx="548005" cy="230504"/>
            </a:xfrm>
            <a:custGeom>
              <a:avLst/>
              <a:gdLst/>
              <a:ahLst/>
              <a:cxnLst/>
              <a:rect l="l" t="t" r="r" b="b"/>
              <a:pathLst>
                <a:path w="548004" h="230504">
                  <a:moveTo>
                    <a:pt x="273856" y="0"/>
                  </a:moveTo>
                  <a:lnTo>
                    <a:pt x="235756" y="1524"/>
                  </a:lnTo>
                  <a:lnTo>
                    <a:pt x="165652" y="21336"/>
                  </a:lnTo>
                  <a:lnTo>
                    <a:pt x="103168" y="57912"/>
                  </a:lnTo>
                  <a:lnTo>
                    <a:pt x="52876" y="108203"/>
                  </a:lnTo>
                  <a:lnTo>
                    <a:pt x="17824" y="169163"/>
                  </a:lnTo>
                  <a:lnTo>
                    <a:pt x="0" y="230124"/>
                  </a:lnTo>
                  <a:lnTo>
                    <a:pt x="547712" y="230124"/>
                  </a:lnTo>
                  <a:lnTo>
                    <a:pt x="529888" y="169163"/>
                  </a:lnTo>
                  <a:lnTo>
                    <a:pt x="493312" y="108203"/>
                  </a:lnTo>
                  <a:lnTo>
                    <a:pt x="443020" y="57912"/>
                  </a:lnTo>
                  <a:lnTo>
                    <a:pt x="382060" y="21336"/>
                  </a:lnTo>
                  <a:lnTo>
                    <a:pt x="311956" y="1524"/>
                  </a:lnTo>
                  <a:lnTo>
                    <a:pt x="27385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6824749" y="3646931"/>
              <a:ext cx="568325" cy="239395"/>
            </a:xfrm>
            <a:custGeom>
              <a:avLst/>
              <a:gdLst/>
              <a:ahLst/>
              <a:cxnLst/>
              <a:rect l="l" t="t" r="r" b="b"/>
              <a:pathLst>
                <a:path w="568325" h="239395">
                  <a:moveTo>
                    <a:pt x="298426" y="0"/>
                  </a:moveTo>
                  <a:lnTo>
                    <a:pt x="269470" y="0"/>
                  </a:lnTo>
                  <a:lnTo>
                    <a:pt x="243562" y="1523"/>
                  </a:lnTo>
                  <a:lnTo>
                    <a:pt x="190222" y="13715"/>
                  </a:lnTo>
                  <a:lnTo>
                    <a:pt x="139930" y="36575"/>
                  </a:lnTo>
                  <a:lnTo>
                    <a:pt x="94210" y="68579"/>
                  </a:lnTo>
                  <a:lnTo>
                    <a:pt x="56110" y="109727"/>
                  </a:lnTo>
                  <a:lnTo>
                    <a:pt x="24106" y="161543"/>
                  </a:lnTo>
                  <a:lnTo>
                    <a:pt x="2770" y="224027"/>
                  </a:lnTo>
                  <a:lnTo>
                    <a:pt x="0" y="239267"/>
                  </a:lnTo>
                  <a:lnTo>
                    <a:pt x="20381" y="239267"/>
                  </a:lnTo>
                  <a:lnTo>
                    <a:pt x="21058" y="233171"/>
                  </a:lnTo>
                  <a:lnTo>
                    <a:pt x="24106" y="219455"/>
                  </a:lnTo>
                  <a:lnTo>
                    <a:pt x="24445" y="219455"/>
                  </a:lnTo>
                  <a:lnTo>
                    <a:pt x="27154" y="207263"/>
                  </a:lnTo>
                  <a:lnTo>
                    <a:pt x="33250" y="195071"/>
                  </a:lnTo>
                  <a:lnTo>
                    <a:pt x="37822" y="182879"/>
                  </a:lnTo>
                  <a:lnTo>
                    <a:pt x="42394" y="172212"/>
                  </a:lnTo>
                  <a:lnTo>
                    <a:pt x="43918" y="170687"/>
                  </a:lnTo>
                  <a:lnTo>
                    <a:pt x="42394" y="170687"/>
                  </a:lnTo>
                  <a:lnTo>
                    <a:pt x="54586" y="149351"/>
                  </a:lnTo>
                  <a:lnTo>
                    <a:pt x="56110" y="147827"/>
                  </a:lnTo>
                  <a:lnTo>
                    <a:pt x="54586" y="147827"/>
                  </a:lnTo>
                  <a:lnTo>
                    <a:pt x="77446" y="115823"/>
                  </a:lnTo>
                  <a:lnTo>
                    <a:pt x="78535" y="115823"/>
                  </a:lnTo>
                  <a:lnTo>
                    <a:pt x="85066" y="106679"/>
                  </a:lnTo>
                  <a:lnTo>
                    <a:pt x="103354" y="88391"/>
                  </a:lnTo>
                  <a:lnTo>
                    <a:pt x="114022" y="80771"/>
                  </a:lnTo>
                  <a:lnTo>
                    <a:pt x="123166" y="71627"/>
                  </a:lnTo>
                  <a:lnTo>
                    <a:pt x="133834" y="65531"/>
                  </a:lnTo>
                  <a:lnTo>
                    <a:pt x="135358" y="64007"/>
                  </a:lnTo>
                  <a:lnTo>
                    <a:pt x="133834" y="64007"/>
                  </a:lnTo>
                  <a:lnTo>
                    <a:pt x="156694" y="51815"/>
                  </a:lnTo>
                  <a:lnTo>
                    <a:pt x="167362" y="45719"/>
                  </a:lnTo>
                  <a:lnTo>
                    <a:pt x="179554" y="41147"/>
                  </a:lnTo>
                  <a:lnTo>
                    <a:pt x="181078" y="39623"/>
                  </a:lnTo>
                  <a:lnTo>
                    <a:pt x="179554" y="39623"/>
                  </a:lnTo>
                  <a:lnTo>
                    <a:pt x="191746" y="35051"/>
                  </a:lnTo>
                  <a:lnTo>
                    <a:pt x="203938" y="32003"/>
                  </a:lnTo>
                  <a:lnTo>
                    <a:pt x="216130" y="27431"/>
                  </a:lnTo>
                  <a:lnTo>
                    <a:pt x="243562" y="21335"/>
                  </a:lnTo>
                  <a:lnTo>
                    <a:pt x="257278" y="19812"/>
                  </a:lnTo>
                  <a:lnTo>
                    <a:pt x="269470" y="19812"/>
                  </a:lnTo>
                  <a:lnTo>
                    <a:pt x="284710" y="18287"/>
                  </a:lnTo>
                  <a:lnTo>
                    <a:pt x="384740" y="18287"/>
                  </a:lnTo>
                  <a:lnTo>
                    <a:pt x="351766" y="7619"/>
                  </a:lnTo>
                  <a:lnTo>
                    <a:pt x="298426" y="0"/>
                  </a:lnTo>
                  <a:close/>
                </a:path>
                <a:path w="568325" h="239395">
                  <a:moveTo>
                    <a:pt x="552934" y="219455"/>
                  </a:moveTo>
                  <a:lnTo>
                    <a:pt x="543790" y="219455"/>
                  </a:lnTo>
                  <a:lnTo>
                    <a:pt x="546838" y="233171"/>
                  </a:lnTo>
                  <a:lnTo>
                    <a:pt x="546838" y="237743"/>
                  </a:lnTo>
                  <a:lnTo>
                    <a:pt x="547346" y="239267"/>
                  </a:lnTo>
                  <a:lnTo>
                    <a:pt x="552934" y="239267"/>
                  </a:lnTo>
                  <a:lnTo>
                    <a:pt x="552934" y="219455"/>
                  </a:lnTo>
                  <a:close/>
                </a:path>
                <a:path w="568325" h="239395">
                  <a:moveTo>
                    <a:pt x="552934" y="184403"/>
                  </a:moveTo>
                  <a:lnTo>
                    <a:pt x="552934" y="239267"/>
                  </a:lnTo>
                  <a:lnTo>
                    <a:pt x="567897" y="239267"/>
                  </a:lnTo>
                  <a:lnTo>
                    <a:pt x="565126" y="224027"/>
                  </a:lnTo>
                  <a:lnTo>
                    <a:pt x="555982" y="192023"/>
                  </a:lnTo>
                  <a:lnTo>
                    <a:pt x="552934" y="184403"/>
                  </a:lnTo>
                  <a:close/>
                </a:path>
                <a:path w="568325" h="239395">
                  <a:moveTo>
                    <a:pt x="24445" y="219455"/>
                  </a:moveTo>
                  <a:lnTo>
                    <a:pt x="24106" y="219455"/>
                  </a:lnTo>
                  <a:lnTo>
                    <a:pt x="24106" y="220979"/>
                  </a:lnTo>
                  <a:lnTo>
                    <a:pt x="24445" y="219455"/>
                  </a:lnTo>
                  <a:close/>
                </a:path>
                <a:path w="568325" h="239395">
                  <a:moveTo>
                    <a:pt x="384740" y="18287"/>
                  </a:moveTo>
                  <a:lnTo>
                    <a:pt x="284710" y="18287"/>
                  </a:lnTo>
                  <a:lnTo>
                    <a:pt x="298426" y="19812"/>
                  </a:lnTo>
                  <a:lnTo>
                    <a:pt x="312142" y="19812"/>
                  </a:lnTo>
                  <a:lnTo>
                    <a:pt x="324334" y="21335"/>
                  </a:lnTo>
                  <a:lnTo>
                    <a:pt x="339574" y="24383"/>
                  </a:lnTo>
                  <a:lnTo>
                    <a:pt x="351766" y="27431"/>
                  </a:lnTo>
                  <a:lnTo>
                    <a:pt x="363958" y="32003"/>
                  </a:lnTo>
                  <a:lnTo>
                    <a:pt x="376150" y="35051"/>
                  </a:lnTo>
                  <a:lnTo>
                    <a:pt x="388342" y="39623"/>
                  </a:lnTo>
                  <a:lnTo>
                    <a:pt x="400534" y="45719"/>
                  </a:lnTo>
                  <a:lnTo>
                    <a:pt x="411202" y="51815"/>
                  </a:lnTo>
                  <a:lnTo>
                    <a:pt x="435586" y="64007"/>
                  </a:lnTo>
                  <a:lnTo>
                    <a:pt x="434062" y="64007"/>
                  </a:lnTo>
                  <a:lnTo>
                    <a:pt x="435586" y="65531"/>
                  </a:lnTo>
                  <a:lnTo>
                    <a:pt x="444730" y="71627"/>
                  </a:lnTo>
                  <a:lnTo>
                    <a:pt x="444730" y="73151"/>
                  </a:lnTo>
                  <a:lnTo>
                    <a:pt x="453874" y="80771"/>
                  </a:lnTo>
                  <a:lnTo>
                    <a:pt x="464542" y="88391"/>
                  </a:lnTo>
                  <a:lnTo>
                    <a:pt x="463018" y="88391"/>
                  </a:lnTo>
                  <a:lnTo>
                    <a:pt x="464542" y="89915"/>
                  </a:lnTo>
                  <a:lnTo>
                    <a:pt x="473686" y="97535"/>
                  </a:lnTo>
                  <a:lnTo>
                    <a:pt x="473686" y="99059"/>
                  </a:lnTo>
                  <a:lnTo>
                    <a:pt x="482830" y="106679"/>
                  </a:lnTo>
                  <a:lnTo>
                    <a:pt x="491974" y="117347"/>
                  </a:lnTo>
                  <a:lnTo>
                    <a:pt x="498070" y="126491"/>
                  </a:lnTo>
                  <a:lnTo>
                    <a:pt x="513310" y="147827"/>
                  </a:lnTo>
                  <a:lnTo>
                    <a:pt x="525502" y="170687"/>
                  </a:lnTo>
                  <a:lnTo>
                    <a:pt x="530074" y="182879"/>
                  </a:lnTo>
                  <a:lnTo>
                    <a:pt x="536170" y="195071"/>
                  </a:lnTo>
                  <a:lnTo>
                    <a:pt x="540742" y="207263"/>
                  </a:lnTo>
                  <a:lnTo>
                    <a:pt x="543790" y="220979"/>
                  </a:lnTo>
                  <a:lnTo>
                    <a:pt x="543790" y="219455"/>
                  </a:lnTo>
                  <a:lnTo>
                    <a:pt x="552934" y="219455"/>
                  </a:lnTo>
                  <a:lnTo>
                    <a:pt x="552934" y="184403"/>
                  </a:lnTo>
                  <a:lnTo>
                    <a:pt x="530074" y="134112"/>
                  </a:lnTo>
                  <a:lnTo>
                    <a:pt x="493498" y="88391"/>
                  </a:lnTo>
                  <a:lnTo>
                    <a:pt x="450826" y="51815"/>
                  </a:lnTo>
                  <a:lnTo>
                    <a:pt x="403582" y="24383"/>
                  </a:lnTo>
                  <a:lnTo>
                    <a:pt x="384740" y="18287"/>
                  </a:lnTo>
                  <a:close/>
                </a:path>
                <a:path w="568325" h="239395">
                  <a:moveTo>
                    <a:pt x="78535" y="115823"/>
                  </a:moveTo>
                  <a:lnTo>
                    <a:pt x="77446" y="115823"/>
                  </a:lnTo>
                  <a:lnTo>
                    <a:pt x="77446" y="117347"/>
                  </a:lnTo>
                  <a:lnTo>
                    <a:pt x="78535" y="115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7763322" y="3656075"/>
              <a:ext cx="547370" cy="230504"/>
            </a:xfrm>
            <a:custGeom>
              <a:avLst/>
              <a:gdLst/>
              <a:ahLst/>
              <a:cxnLst/>
              <a:rect l="l" t="t" r="r" b="b"/>
              <a:pathLst>
                <a:path w="547370" h="230504">
                  <a:moveTo>
                    <a:pt x="274253" y="0"/>
                  </a:moveTo>
                  <a:lnTo>
                    <a:pt x="236153" y="1524"/>
                  </a:lnTo>
                  <a:lnTo>
                    <a:pt x="164525" y="21336"/>
                  </a:lnTo>
                  <a:lnTo>
                    <a:pt x="103565" y="57912"/>
                  </a:lnTo>
                  <a:lnTo>
                    <a:pt x="53273" y="108203"/>
                  </a:lnTo>
                  <a:lnTo>
                    <a:pt x="16697" y="169163"/>
                  </a:lnTo>
                  <a:lnTo>
                    <a:pt x="0" y="230124"/>
                  </a:lnTo>
                  <a:lnTo>
                    <a:pt x="546983" y="230124"/>
                  </a:lnTo>
                  <a:lnTo>
                    <a:pt x="530285" y="169163"/>
                  </a:lnTo>
                  <a:lnTo>
                    <a:pt x="493709" y="108203"/>
                  </a:lnTo>
                  <a:lnTo>
                    <a:pt x="443417" y="57912"/>
                  </a:lnTo>
                  <a:lnTo>
                    <a:pt x="382457" y="21336"/>
                  </a:lnTo>
                  <a:lnTo>
                    <a:pt x="310829" y="1524"/>
                  </a:lnTo>
                  <a:lnTo>
                    <a:pt x="27425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7752715" y="3646931"/>
              <a:ext cx="566420" cy="239395"/>
            </a:xfrm>
            <a:custGeom>
              <a:avLst/>
              <a:gdLst/>
              <a:ahLst/>
              <a:cxnLst/>
              <a:rect l="l" t="t" r="r" b="b"/>
              <a:pathLst>
                <a:path w="566420" h="239395">
                  <a:moveTo>
                    <a:pt x="566140" y="239268"/>
                  </a:moveTo>
                  <a:lnTo>
                    <a:pt x="563753" y="222504"/>
                  </a:lnTo>
                  <a:lnTo>
                    <a:pt x="562838" y="219456"/>
                  </a:lnTo>
                  <a:lnTo>
                    <a:pt x="554609" y="192024"/>
                  </a:lnTo>
                  <a:lnTo>
                    <a:pt x="511937" y="109728"/>
                  </a:lnTo>
                  <a:lnTo>
                    <a:pt x="473837" y="68580"/>
                  </a:lnTo>
                  <a:lnTo>
                    <a:pt x="426593" y="36576"/>
                  </a:lnTo>
                  <a:lnTo>
                    <a:pt x="387578" y="18288"/>
                  </a:lnTo>
                  <a:lnTo>
                    <a:pt x="377825" y="13716"/>
                  </a:lnTo>
                  <a:lnTo>
                    <a:pt x="324485" y="1524"/>
                  </a:lnTo>
                  <a:lnTo>
                    <a:pt x="269621" y="0"/>
                  </a:lnTo>
                  <a:lnTo>
                    <a:pt x="242189" y="1524"/>
                  </a:lnTo>
                  <a:lnTo>
                    <a:pt x="190373" y="13716"/>
                  </a:lnTo>
                  <a:lnTo>
                    <a:pt x="140081" y="36576"/>
                  </a:lnTo>
                  <a:lnTo>
                    <a:pt x="94361" y="68580"/>
                  </a:lnTo>
                  <a:lnTo>
                    <a:pt x="54737" y="109728"/>
                  </a:lnTo>
                  <a:lnTo>
                    <a:pt x="24257" y="161544"/>
                  </a:lnTo>
                  <a:lnTo>
                    <a:pt x="2921" y="222504"/>
                  </a:lnTo>
                  <a:lnTo>
                    <a:pt x="0" y="239268"/>
                  </a:lnTo>
                  <a:lnTo>
                    <a:pt x="20523" y="239268"/>
                  </a:lnTo>
                  <a:lnTo>
                    <a:pt x="21209" y="233172"/>
                  </a:lnTo>
                  <a:lnTo>
                    <a:pt x="24257" y="219456"/>
                  </a:lnTo>
                  <a:lnTo>
                    <a:pt x="24257" y="220980"/>
                  </a:lnTo>
                  <a:lnTo>
                    <a:pt x="24587" y="219456"/>
                  </a:lnTo>
                  <a:lnTo>
                    <a:pt x="27305" y="207264"/>
                  </a:lnTo>
                  <a:lnTo>
                    <a:pt x="36449" y="182880"/>
                  </a:lnTo>
                  <a:lnTo>
                    <a:pt x="42545" y="172212"/>
                  </a:lnTo>
                  <a:lnTo>
                    <a:pt x="42545" y="170688"/>
                  </a:lnTo>
                  <a:lnTo>
                    <a:pt x="54737" y="149352"/>
                  </a:lnTo>
                  <a:lnTo>
                    <a:pt x="54737" y="147828"/>
                  </a:lnTo>
                  <a:lnTo>
                    <a:pt x="60833" y="137160"/>
                  </a:lnTo>
                  <a:lnTo>
                    <a:pt x="69977" y="126492"/>
                  </a:lnTo>
                  <a:lnTo>
                    <a:pt x="77597" y="115824"/>
                  </a:lnTo>
                  <a:lnTo>
                    <a:pt x="77597" y="117348"/>
                  </a:lnTo>
                  <a:lnTo>
                    <a:pt x="78676" y="115824"/>
                  </a:lnTo>
                  <a:lnTo>
                    <a:pt x="85217" y="106680"/>
                  </a:lnTo>
                  <a:lnTo>
                    <a:pt x="103505" y="88392"/>
                  </a:lnTo>
                  <a:lnTo>
                    <a:pt x="112649" y="80772"/>
                  </a:lnTo>
                  <a:lnTo>
                    <a:pt x="123317" y="71628"/>
                  </a:lnTo>
                  <a:lnTo>
                    <a:pt x="133985" y="65532"/>
                  </a:lnTo>
                  <a:lnTo>
                    <a:pt x="133985" y="64008"/>
                  </a:lnTo>
                  <a:lnTo>
                    <a:pt x="156845" y="51816"/>
                  </a:lnTo>
                  <a:lnTo>
                    <a:pt x="167513" y="45720"/>
                  </a:lnTo>
                  <a:lnTo>
                    <a:pt x="178181" y="41148"/>
                  </a:lnTo>
                  <a:lnTo>
                    <a:pt x="179705" y="39624"/>
                  </a:lnTo>
                  <a:lnTo>
                    <a:pt x="178181" y="39624"/>
                  </a:lnTo>
                  <a:lnTo>
                    <a:pt x="191897" y="35052"/>
                  </a:lnTo>
                  <a:lnTo>
                    <a:pt x="204089" y="32004"/>
                  </a:lnTo>
                  <a:lnTo>
                    <a:pt x="216281" y="27432"/>
                  </a:lnTo>
                  <a:lnTo>
                    <a:pt x="229997" y="24384"/>
                  </a:lnTo>
                  <a:lnTo>
                    <a:pt x="242189" y="21336"/>
                  </a:lnTo>
                  <a:lnTo>
                    <a:pt x="255905" y="19812"/>
                  </a:lnTo>
                  <a:lnTo>
                    <a:pt x="269621" y="19812"/>
                  </a:lnTo>
                  <a:lnTo>
                    <a:pt x="283337" y="18288"/>
                  </a:lnTo>
                  <a:lnTo>
                    <a:pt x="297053" y="19812"/>
                  </a:lnTo>
                  <a:lnTo>
                    <a:pt x="298577" y="19812"/>
                  </a:lnTo>
                  <a:lnTo>
                    <a:pt x="310769" y="19812"/>
                  </a:lnTo>
                  <a:lnTo>
                    <a:pt x="312293" y="19812"/>
                  </a:lnTo>
                  <a:lnTo>
                    <a:pt x="324485" y="21336"/>
                  </a:lnTo>
                  <a:lnTo>
                    <a:pt x="338201" y="24384"/>
                  </a:lnTo>
                  <a:lnTo>
                    <a:pt x="350393" y="27432"/>
                  </a:lnTo>
                  <a:lnTo>
                    <a:pt x="364109" y="32004"/>
                  </a:lnTo>
                  <a:lnTo>
                    <a:pt x="376301" y="35052"/>
                  </a:lnTo>
                  <a:lnTo>
                    <a:pt x="388493" y="39624"/>
                  </a:lnTo>
                  <a:lnTo>
                    <a:pt x="400685" y="45720"/>
                  </a:lnTo>
                  <a:lnTo>
                    <a:pt x="411353" y="51816"/>
                  </a:lnTo>
                  <a:lnTo>
                    <a:pt x="423545" y="57912"/>
                  </a:lnTo>
                  <a:lnTo>
                    <a:pt x="434213" y="64008"/>
                  </a:lnTo>
                  <a:lnTo>
                    <a:pt x="434213" y="65532"/>
                  </a:lnTo>
                  <a:lnTo>
                    <a:pt x="444881" y="71628"/>
                  </a:lnTo>
                  <a:lnTo>
                    <a:pt x="444881" y="73152"/>
                  </a:lnTo>
                  <a:lnTo>
                    <a:pt x="454025" y="80772"/>
                  </a:lnTo>
                  <a:lnTo>
                    <a:pt x="464693" y="88392"/>
                  </a:lnTo>
                  <a:lnTo>
                    <a:pt x="464693" y="89916"/>
                  </a:lnTo>
                  <a:lnTo>
                    <a:pt x="473837" y="97536"/>
                  </a:lnTo>
                  <a:lnTo>
                    <a:pt x="473837" y="99060"/>
                  </a:lnTo>
                  <a:lnTo>
                    <a:pt x="481457" y="106680"/>
                  </a:lnTo>
                  <a:lnTo>
                    <a:pt x="513461" y="147828"/>
                  </a:lnTo>
                  <a:lnTo>
                    <a:pt x="539369" y="207264"/>
                  </a:lnTo>
                  <a:lnTo>
                    <a:pt x="543941" y="220980"/>
                  </a:lnTo>
                  <a:lnTo>
                    <a:pt x="543941" y="219456"/>
                  </a:lnTo>
                  <a:lnTo>
                    <a:pt x="546989" y="233172"/>
                  </a:lnTo>
                  <a:lnTo>
                    <a:pt x="546989" y="237744"/>
                  </a:lnTo>
                  <a:lnTo>
                    <a:pt x="547243" y="239268"/>
                  </a:lnTo>
                  <a:lnTo>
                    <a:pt x="566140" y="239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1876" y="3692651"/>
              <a:ext cx="91440" cy="7162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298180" y="3880103"/>
              <a:ext cx="1905" cy="5080"/>
            </a:xfrm>
            <a:custGeom>
              <a:avLst/>
              <a:gdLst/>
              <a:ahLst/>
              <a:cxnLst/>
              <a:rect l="l" t="t" r="r" b="b"/>
              <a:pathLst>
                <a:path w="1904" h="5079">
                  <a:moveTo>
                    <a:pt x="1524" y="0"/>
                  </a:moveTo>
                  <a:lnTo>
                    <a:pt x="0" y="0"/>
                  </a:lnTo>
                  <a:lnTo>
                    <a:pt x="1524" y="4572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7671816" y="3442715"/>
              <a:ext cx="365760" cy="208915"/>
            </a:xfrm>
            <a:custGeom>
              <a:avLst/>
              <a:gdLst/>
              <a:ahLst/>
              <a:cxnLst/>
              <a:rect l="l" t="t" r="r" b="b"/>
              <a:pathLst>
                <a:path w="365759" h="208914">
                  <a:moveTo>
                    <a:pt x="365760" y="202692"/>
                  </a:moveTo>
                  <a:lnTo>
                    <a:pt x="345948" y="155448"/>
                  </a:lnTo>
                  <a:lnTo>
                    <a:pt x="335280" y="172212"/>
                  </a:lnTo>
                  <a:lnTo>
                    <a:pt x="41148" y="0"/>
                  </a:lnTo>
                  <a:lnTo>
                    <a:pt x="0" y="0"/>
                  </a:lnTo>
                  <a:lnTo>
                    <a:pt x="324612" y="190500"/>
                  </a:lnTo>
                  <a:lnTo>
                    <a:pt x="313944" y="208788"/>
                  </a:lnTo>
                  <a:lnTo>
                    <a:pt x="342900" y="205740"/>
                  </a:lnTo>
                  <a:lnTo>
                    <a:pt x="365760" y="202692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2028" y="3442715"/>
              <a:ext cx="59435" cy="20573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903976" y="3886199"/>
              <a:ext cx="556260" cy="326390"/>
            </a:xfrm>
            <a:custGeom>
              <a:avLst/>
              <a:gdLst/>
              <a:ahLst/>
              <a:cxnLst/>
              <a:rect l="l" t="t" r="r" b="b"/>
              <a:pathLst>
                <a:path w="556260" h="326389">
                  <a:moveTo>
                    <a:pt x="551224" y="0"/>
                  </a:moveTo>
                  <a:lnTo>
                    <a:pt x="3511" y="0"/>
                  </a:lnTo>
                  <a:lnTo>
                    <a:pt x="1524" y="9144"/>
                  </a:lnTo>
                  <a:lnTo>
                    <a:pt x="0" y="47244"/>
                  </a:lnTo>
                  <a:lnTo>
                    <a:pt x="1524" y="85344"/>
                  </a:lnTo>
                  <a:lnTo>
                    <a:pt x="21336" y="155448"/>
                  </a:lnTo>
                  <a:lnTo>
                    <a:pt x="57912" y="217932"/>
                  </a:lnTo>
                  <a:lnTo>
                    <a:pt x="108203" y="268224"/>
                  </a:lnTo>
                  <a:lnTo>
                    <a:pt x="169163" y="303275"/>
                  </a:lnTo>
                  <a:lnTo>
                    <a:pt x="240791" y="323088"/>
                  </a:lnTo>
                  <a:lnTo>
                    <a:pt x="277368" y="326136"/>
                  </a:lnTo>
                  <a:lnTo>
                    <a:pt x="315468" y="323088"/>
                  </a:lnTo>
                  <a:lnTo>
                    <a:pt x="385572" y="303275"/>
                  </a:lnTo>
                  <a:lnTo>
                    <a:pt x="448056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3212" y="85344"/>
                  </a:lnTo>
                  <a:lnTo>
                    <a:pt x="556260" y="47244"/>
                  </a:lnTo>
                  <a:lnTo>
                    <a:pt x="553212" y="9144"/>
                  </a:lnTo>
                  <a:lnTo>
                    <a:pt x="55122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5893308" y="3886199"/>
              <a:ext cx="577850" cy="335280"/>
            </a:xfrm>
            <a:custGeom>
              <a:avLst/>
              <a:gdLst/>
              <a:ahLst/>
              <a:cxnLst/>
              <a:rect l="l" t="t" r="r" b="b"/>
              <a:pathLst>
                <a:path w="577850" h="335279">
                  <a:moveTo>
                    <a:pt x="577596" y="47244"/>
                  </a:moveTo>
                  <a:lnTo>
                    <a:pt x="573671" y="19812"/>
                  </a:lnTo>
                  <a:lnTo>
                    <a:pt x="571715" y="6096"/>
                  </a:lnTo>
                  <a:lnTo>
                    <a:pt x="570839" y="0"/>
                  </a:lnTo>
                  <a:lnTo>
                    <a:pt x="551942" y="0"/>
                  </a:lnTo>
                  <a:lnTo>
                    <a:pt x="553212" y="7620"/>
                  </a:lnTo>
                  <a:lnTo>
                    <a:pt x="553212" y="6096"/>
                  </a:lnTo>
                  <a:lnTo>
                    <a:pt x="554736" y="21336"/>
                  </a:lnTo>
                  <a:lnTo>
                    <a:pt x="554736" y="19812"/>
                  </a:lnTo>
                  <a:lnTo>
                    <a:pt x="556260" y="35052"/>
                  </a:lnTo>
                  <a:lnTo>
                    <a:pt x="556260" y="60960"/>
                  </a:lnTo>
                  <a:lnTo>
                    <a:pt x="553212" y="88392"/>
                  </a:lnTo>
                  <a:lnTo>
                    <a:pt x="550164" y="102108"/>
                  </a:lnTo>
                  <a:lnTo>
                    <a:pt x="551688" y="100584"/>
                  </a:lnTo>
                  <a:lnTo>
                    <a:pt x="548640" y="114300"/>
                  </a:lnTo>
                  <a:lnTo>
                    <a:pt x="544068" y="128016"/>
                  </a:lnTo>
                  <a:lnTo>
                    <a:pt x="544068" y="126492"/>
                  </a:lnTo>
                  <a:lnTo>
                    <a:pt x="539496" y="140208"/>
                  </a:lnTo>
                  <a:lnTo>
                    <a:pt x="534924" y="152400"/>
                  </a:lnTo>
                  <a:lnTo>
                    <a:pt x="528828" y="164592"/>
                  </a:lnTo>
                  <a:lnTo>
                    <a:pt x="528828" y="163068"/>
                  </a:lnTo>
                  <a:lnTo>
                    <a:pt x="516636" y="187452"/>
                  </a:lnTo>
                  <a:lnTo>
                    <a:pt x="516636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3776" y="217932"/>
                  </a:lnTo>
                  <a:lnTo>
                    <a:pt x="495300" y="217932"/>
                  </a:lnTo>
                  <a:lnTo>
                    <a:pt x="486156" y="228600"/>
                  </a:lnTo>
                  <a:lnTo>
                    <a:pt x="477012" y="237744"/>
                  </a:lnTo>
                  <a:lnTo>
                    <a:pt x="478536" y="237744"/>
                  </a:lnTo>
                  <a:lnTo>
                    <a:pt x="469392" y="245592"/>
                  </a:lnTo>
                  <a:lnTo>
                    <a:pt x="469392" y="245364"/>
                  </a:lnTo>
                  <a:lnTo>
                    <a:pt x="458724" y="254508"/>
                  </a:lnTo>
                  <a:lnTo>
                    <a:pt x="448056" y="262128"/>
                  </a:lnTo>
                  <a:lnTo>
                    <a:pt x="449580" y="262128"/>
                  </a:lnTo>
                  <a:lnTo>
                    <a:pt x="437388" y="269748"/>
                  </a:lnTo>
                  <a:lnTo>
                    <a:pt x="438912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4528" y="283464"/>
                  </a:lnTo>
                  <a:lnTo>
                    <a:pt x="414528" y="284226"/>
                  </a:lnTo>
                  <a:lnTo>
                    <a:pt x="403860" y="289560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79476" y="300228"/>
                  </a:lnTo>
                  <a:lnTo>
                    <a:pt x="379476" y="298704"/>
                  </a:lnTo>
                  <a:lnTo>
                    <a:pt x="355092" y="307848"/>
                  </a:lnTo>
                  <a:lnTo>
                    <a:pt x="341376" y="310896"/>
                  </a:lnTo>
                  <a:lnTo>
                    <a:pt x="342900" y="310896"/>
                  </a:lnTo>
                  <a:lnTo>
                    <a:pt x="315468" y="313944"/>
                  </a:lnTo>
                  <a:lnTo>
                    <a:pt x="301752" y="315468"/>
                  </a:lnTo>
                  <a:lnTo>
                    <a:pt x="274320" y="315468"/>
                  </a:lnTo>
                  <a:lnTo>
                    <a:pt x="233172" y="310896"/>
                  </a:lnTo>
                  <a:lnTo>
                    <a:pt x="234696" y="310896"/>
                  </a:lnTo>
                  <a:lnTo>
                    <a:pt x="220980" y="307848"/>
                  </a:lnTo>
                  <a:lnTo>
                    <a:pt x="207264" y="303276"/>
                  </a:lnTo>
                  <a:lnTo>
                    <a:pt x="199123" y="300228"/>
                  </a:lnTo>
                  <a:lnTo>
                    <a:pt x="195072" y="298704"/>
                  </a:lnTo>
                  <a:lnTo>
                    <a:pt x="195072" y="300228"/>
                  </a:lnTo>
                  <a:lnTo>
                    <a:pt x="182880" y="294132"/>
                  </a:lnTo>
                  <a:lnTo>
                    <a:pt x="184404" y="294132"/>
                  </a:lnTo>
                  <a:lnTo>
                    <a:pt x="172212" y="289560"/>
                  </a:lnTo>
                  <a:lnTo>
                    <a:pt x="160020" y="283464"/>
                  </a:lnTo>
                  <a:lnTo>
                    <a:pt x="137160" y="269748"/>
                  </a:lnTo>
                  <a:lnTo>
                    <a:pt x="138684" y="269748"/>
                  </a:lnTo>
                  <a:lnTo>
                    <a:pt x="117348" y="254508"/>
                  </a:lnTo>
                  <a:lnTo>
                    <a:pt x="118872" y="25450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80772" y="217932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5532" y="196596"/>
                  </a:lnTo>
                  <a:lnTo>
                    <a:pt x="65532" y="198120"/>
                  </a:lnTo>
                  <a:lnTo>
                    <a:pt x="57912" y="185928"/>
                  </a:lnTo>
                  <a:lnTo>
                    <a:pt x="59436" y="187452"/>
                  </a:lnTo>
                  <a:lnTo>
                    <a:pt x="51816" y="175260"/>
                  </a:lnTo>
                  <a:lnTo>
                    <a:pt x="45720" y="163068"/>
                  </a:lnTo>
                  <a:lnTo>
                    <a:pt x="47244" y="164592"/>
                  </a:lnTo>
                  <a:lnTo>
                    <a:pt x="46482" y="163068"/>
                  </a:lnTo>
                  <a:lnTo>
                    <a:pt x="41148" y="152400"/>
                  </a:lnTo>
                  <a:lnTo>
                    <a:pt x="36576" y="140208"/>
                  </a:lnTo>
                  <a:lnTo>
                    <a:pt x="32512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2860" y="88392"/>
                  </a:lnTo>
                  <a:lnTo>
                    <a:pt x="19812" y="60960"/>
                  </a:lnTo>
                  <a:lnTo>
                    <a:pt x="19812" y="35052"/>
                  </a:lnTo>
                  <a:lnTo>
                    <a:pt x="21336" y="19812"/>
                  </a:lnTo>
                  <a:lnTo>
                    <a:pt x="21336" y="21336"/>
                  </a:lnTo>
                  <a:lnTo>
                    <a:pt x="21488" y="19812"/>
                  </a:lnTo>
                  <a:lnTo>
                    <a:pt x="22860" y="6096"/>
                  </a:lnTo>
                  <a:lnTo>
                    <a:pt x="22860" y="7620"/>
                  </a:lnTo>
                  <a:lnTo>
                    <a:pt x="23190" y="6096"/>
                  </a:lnTo>
                  <a:lnTo>
                    <a:pt x="24549" y="0"/>
                  </a:lnTo>
                  <a:lnTo>
                    <a:pt x="4699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6096" y="106680"/>
                  </a:lnTo>
                  <a:lnTo>
                    <a:pt x="19812" y="155448"/>
                  </a:lnTo>
                  <a:lnTo>
                    <a:pt x="45720" y="204216"/>
                  </a:lnTo>
                  <a:lnTo>
                    <a:pt x="71628" y="237744"/>
                  </a:lnTo>
                  <a:lnTo>
                    <a:pt x="117348" y="280416"/>
                  </a:lnTo>
                  <a:lnTo>
                    <a:pt x="126492" y="286512"/>
                  </a:lnTo>
                  <a:lnTo>
                    <a:pt x="137160" y="294132"/>
                  </a:lnTo>
                  <a:lnTo>
                    <a:pt x="158496" y="304800"/>
                  </a:lnTo>
                  <a:lnTo>
                    <a:pt x="182880" y="315468"/>
                  </a:lnTo>
                  <a:lnTo>
                    <a:pt x="192024" y="320040"/>
                  </a:lnTo>
                  <a:lnTo>
                    <a:pt x="220980" y="327660"/>
                  </a:lnTo>
                  <a:lnTo>
                    <a:pt x="227076" y="330708"/>
                  </a:lnTo>
                  <a:lnTo>
                    <a:pt x="233172" y="330708"/>
                  </a:lnTo>
                  <a:lnTo>
                    <a:pt x="265176" y="335280"/>
                  </a:lnTo>
                  <a:lnTo>
                    <a:pt x="303276" y="335280"/>
                  </a:lnTo>
                  <a:lnTo>
                    <a:pt x="315468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2900" y="330708"/>
                  </a:lnTo>
                  <a:lnTo>
                    <a:pt x="371856" y="324612"/>
                  </a:lnTo>
                  <a:lnTo>
                    <a:pt x="405384" y="310896"/>
                  </a:lnTo>
                  <a:lnTo>
                    <a:pt x="414528" y="306324"/>
                  </a:lnTo>
                  <a:lnTo>
                    <a:pt x="428244" y="300228"/>
                  </a:lnTo>
                  <a:lnTo>
                    <a:pt x="438912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5300" y="248412"/>
                  </a:lnTo>
                  <a:lnTo>
                    <a:pt x="502920" y="240792"/>
                  </a:lnTo>
                  <a:lnTo>
                    <a:pt x="525780" y="210312"/>
                  </a:lnTo>
                  <a:lnTo>
                    <a:pt x="526669" y="208788"/>
                  </a:lnTo>
                  <a:lnTo>
                    <a:pt x="532980" y="198120"/>
                  </a:lnTo>
                  <a:lnTo>
                    <a:pt x="539280" y="187452"/>
                  </a:lnTo>
                  <a:lnTo>
                    <a:pt x="545592" y="176784"/>
                  </a:lnTo>
                  <a:lnTo>
                    <a:pt x="551688" y="164592"/>
                  </a:lnTo>
                  <a:lnTo>
                    <a:pt x="556260" y="152400"/>
                  </a:lnTo>
                  <a:lnTo>
                    <a:pt x="560832" y="141732"/>
                  </a:lnTo>
                  <a:lnTo>
                    <a:pt x="571500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035414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A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818107" y="3429000"/>
            <a:ext cx="1940859" cy="309282"/>
            <a:chOff x="5847588" y="3886200"/>
            <a:chExt cx="2199640" cy="350520"/>
          </a:xfrm>
        </p:grpSpPr>
        <p:sp>
          <p:nvSpPr>
            <p:cNvPr id="34" name="object 34"/>
            <p:cNvSpPr/>
            <p:nvPr/>
          </p:nvSpPr>
          <p:spPr>
            <a:xfrm>
              <a:off x="5847588" y="4133087"/>
              <a:ext cx="344805" cy="104139"/>
            </a:xfrm>
            <a:custGeom>
              <a:avLst/>
              <a:gdLst/>
              <a:ahLst/>
              <a:cxnLst/>
              <a:rect l="l" t="t" r="r" b="b"/>
              <a:pathLst>
                <a:path w="344804" h="104139">
                  <a:moveTo>
                    <a:pt x="143256" y="16764"/>
                  </a:moveTo>
                  <a:lnTo>
                    <a:pt x="131064" y="0"/>
                  </a:lnTo>
                  <a:lnTo>
                    <a:pt x="0" y="103632"/>
                  </a:lnTo>
                  <a:lnTo>
                    <a:pt x="33528" y="103632"/>
                  </a:lnTo>
                  <a:lnTo>
                    <a:pt x="143256" y="16764"/>
                  </a:lnTo>
                  <a:close/>
                </a:path>
                <a:path w="344804" h="104139">
                  <a:moveTo>
                    <a:pt x="344424" y="89916"/>
                  </a:moveTo>
                  <a:lnTo>
                    <a:pt x="323088" y="89916"/>
                  </a:lnTo>
                  <a:lnTo>
                    <a:pt x="323088" y="103632"/>
                  </a:lnTo>
                  <a:lnTo>
                    <a:pt x="344424" y="103632"/>
                  </a:lnTo>
                  <a:lnTo>
                    <a:pt x="344424" y="899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6830568" y="3886200"/>
              <a:ext cx="558165" cy="326390"/>
            </a:xfrm>
            <a:custGeom>
              <a:avLst/>
              <a:gdLst/>
              <a:ahLst/>
              <a:cxnLst/>
              <a:rect l="l" t="t" r="r" b="b"/>
              <a:pathLst>
                <a:path w="558165" h="326389">
                  <a:moveTo>
                    <a:pt x="552748" y="0"/>
                  </a:moveTo>
                  <a:lnTo>
                    <a:pt x="5035" y="0"/>
                  </a:lnTo>
                  <a:lnTo>
                    <a:pt x="3048" y="9144"/>
                  </a:lnTo>
                  <a:lnTo>
                    <a:pt x="0" y="47244"/>
                  </a:lnTo>
                  <a:lnTo>
                    <a:pt x="3048" y="85344"/>
                  </a:lnTo>
                  <a:lnTo>
                    <a:pt x="22859" y="155448"/>
                  </a:lnTo>
                  <a:lnTo>
                    <a:pt x="57911" y="217932"/>
                  </a:lnTo>
                  <a:lnTo>
                    <a:pt x="108203" y="268224"/>
                  </a:lnTo>
                  <a:lnTo>
                    <a:pt x="170687" y="303275"/>
                  </a:lnTo>
                  <a:lnTo>
                    <a:pt x="240791" y="323088"/>
                  </a:lnTo>
                  <a:lnTo>
                    <a:pt x="278891" y="326136"/>
                  </a:lnTo>
                  <a:lnTo>
                    <a:pt x="316991" y="323088"/>
                  </a:lnTo>
                  <a:lnTo>
                    <a:pt x="387096" y="303275"/>
                  </a:lnTo>
                  <a:lnTo>
                    <a:pt x="448055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4735" y="85344"/>
                  </a:lnTo>
                  <a:lnTo>
                    <a:pt x="557783" y="47244"/>
                  </a:lnTo>
                  <a:lnTo>
                    <a:pt x="554735" y="9144"/>
                  </a:lnTo>
                  <a:lnTo>
                    <a:pt x="55274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6" name="object 36"/>
            <p:cNvSpPr/>
            <p:nvPr/>
          </p:nvSpPr>
          <p:spPr>
            <a:xfrm>
              <a:off x="6819900" y="3886199"/>
              <a:ext cx="1226820" cy="350520"/>
            </a:xfrm>
            <a:custGeom>
              <a:avLst/>
              <a:gdLst/>
              <a:ahLst/>
              <a:cxnLst/>
              <a:rect l="l" t="t" r="r" b="b"/>
              <a:pathLst>
                <a:path w="1226820" h="350520">
                  <a:moveTo>
                    <a:pt x="577596" y="47244"/>
                  </a:moveTo>
                  <a:lnTo>
                    <a:pt x="576224" y="21336"/>
                  </a:lnTo>
                  <a:lnTo>
                    <a:pt x="576148" y="19812"/>
                  </a:lnTo>
                  <a:lnTo>
                    <a:pt x="576072" y="18288"/>
                  </a:lnTo>
                  <a:lnTo>
                    <a:pt x="572744" y="0"/>
                  </a:lnTo>
                  <a:lnTo>
                    <a:pt x="557784" y="0"/>
                  </a:lnTo>
                  <a:lnTo>
                    <a:pt x="552196" y="0"/>
                  </a:lnTo>
                  <a:lnTo>
                    <a:pt x="554736" y="7620"/>
                  </a:lnTo>
                  <a:lnTo>
                    <a:pt x="554736" y="19812"/>
                  </a:lnTo>
                  <a:lnTo>
                    <a:pt x="557784" y="35052"/>
                  </a:lnTo>
                  <a:lnTo>
                    <a:pt x="557784" y="60960"/>
                  </a:lnTo>
                  <a:lnTo>
                    <a:pt x="554736" y="74676"/>
                  </a:lnTo>
                  <a:lnTo>
                    <a:pt x="554736" y="88392"/>
                  </a:lnTo>
                  <a:lnTo>
                    <a:pt x="551688" y="102108"/>
                  </a:lnTo>
                  <a:lnTo>
                    <a:pt x="551688" y="100584"/>
                  </a:lnTo>
                  <a:lnTo>
                    <a:pt x="545592" y="128016"/>
                  </a:lnTo>
                  <a:lnTo>
                    <a:pt x="545592" y="126492"/>
                  </a:lnTo>
                  <a:lnTo>
                    <a:pt x="541020" y="140208"/>
                  </a:lnTo>
                  <a:lnTo>
                    <a:pt x="534924" y="152400"/>
                  </a:lnTo>
                  <a:lnTo>
                    <a:pt x="530352" y="164592"/>
                  </a:lnTo>
                  <a:lnTo>
                    <a:pt x="530352" y="163068"/>
                  </a:lnTo>
                  <a:lnTo>
                    <a:pt x="518160" y="187452"/>
                  </a:lnTo>
                  <a:lnTo>
                    <a:pt x="518160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5300" y="217932"/>
                  </a:lnTo>
                  <a:lnTo>
                    <a:pt x="496824" y="217932"/>
                  </a:lnTo>
                  <a:lnTo>
                    <a:pt x="487680" y="228600"/>
                  </a:lnTo>
                  <a:lnTo>
                    <a:pt x="478536" y="237744"/>
                  </a:lnTo>
                  <a:lnTo>
                    <a:pt x="467868" y="246888"/>
                  </a:lnTo>
                  <a:lnTo>
                    <a:pt x="467614" y="246888"/>
                  </a:lnTo>
                  <a:lnTo>
                    <a:pt x="458724" y="254508"/>
                  </a:lnTo>
                  <a:lnTo>
                    <a:pt x="449580" y="262128"/>
                  </a:lnTo>
                  <a:lnTo>
                    <a:pt x="438912" y="269748"/>
                  </a:lnTo>
                  <a:lnTo>
                    <a:pt x="440436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6052" y="283464"/>
                  </a:lnTo>
                  <a:lnTo>
                    <a:pt x="417576" y="283464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81000" y="300228"/>
                  </a:lnTo>
                  <a:lnTo>
                    <a:pt x="381000" y="298704"/>
                  </a:lnTo>
                  <a:lnTo>
                    <a:pt x="356616" y="307848"/>
                  </a:lnTo>
                  <a:lnTo>
                    <a:pt x="342900" y="310896"/>
                  </a:lnTo>
                  <a:lnTo>
                    <a:pt x="344424" y="310896"/>
                  </a:lnTo>
                  <a:lnTo>
                    <a:pt x="329184" y="312420"/>
                  </a:lnTo>
                  <a:lnTo>
                    <a:pt x="315468" y="313944"/>
                  </a:lnTo>
                  <a:lnTo>
                    <a:pt x="316992" y="313944"/>
                  </a:lnTo>
                  <a:lnTo>
                    <a:pt x="303276" y="315468"/>
                  </a:lnTo>
                  <a:lnTo>
                    <a:pt x="274320" y="315468"/>
                  </a:lnTo>
                  <a:lnTo>
                    <a:pt x="262128" y="313944"/>
                  </a:lnTo>
                  <a:lnTo>
                    <a:pt x="234696" y="310896"/>
                  </a:lnTo>
                  <a:lnTo>
                    <a:pt x="236220" y="310896"/>
                  </a:lnTo>
                  <a:lnTo>
                    <a:pt x="220980" y="307848"/>
                  </a:lnTo>
                  <a:lnTo>
                    <a:pt x="222504" y="307848"/>
                  </a:lnTo>
                  <a:lnTo>
                    <a:pt x="208788" y="303276"/>
                  </a:lnTo>
                  <a:lnTo>
                    <a:pt x="200660" y="300228"/>
                  </a:lnTo>
                  <a:lnTo>
                    <a:pt x="196596" y="298704"/>
                  </a:lnTo>
                  <a:lnTo>
                    <a:pt x="196596" y="300228"/>
                  </a:lnTo>
                  <a:lnTo>
                    <a:pt x="184404" y="294132"/>
                  </a:lnTo>
                  <a:lnTo>
                    <a:pt x="185928" y="294132"/>
                  </a:lnTo>
                  <a:lnTo>
                    <a:pt x="172212" y="289560"/>
                  </a:lnTo>
                  <a:lnTo>
                    <a:pt x="161544" y="283464"/>
                  </a:lnTo>
                  <a:lnTo>
                    <a:pt x="138684" y="269748"/>
                  </a:lnTo>
                  <a:lnTo>
                    <a:pt x="140208" y="269748"/>
                  </a:lnTo>
                  <a:lnTo>
                    <a:pt x="128016" y="262128"/>
                  </a:lnTo>
                  <a:lnTo>
                    <a:pt x="118872" y="254508"/>
                  </a:lnTo>
                  <a:lnTo>
                    <a:pt x="109982" y="24688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75755" y="208788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8008" y="198120"/>
                  </a:lnTo>
                  <a:lnTo>
                    <a:pt x="67056" y="196596"/>
                  </a:lnTo>
                  <a:lnTo>
                    <a:pt x="67056" y="198120"/>
                  </a:lnTo>
                  <a:lnTo>
                    <a:pt x="59436" y="185928"/>
                  </a:lnTo>
                  <a:lnTo>
                    <a:pt x="60960" y="187452"/>
                  </a:lnTo>
                  <a:lnTo>
                    <a:pt x="59994" y="185928"/>
                  </a:lnTo>
                  <a:lnTo>
                    <a:pt x="53340" y="175260"/>
                  </a:lnTo>
                  <a:lnTo>
                    <a:pt x="47244" y="163068"/>
                  </a:lnTo>
                  <a:lnTo>
                    <a:pt x="48768" y="164592"/>
                  </a:lnTo>
                  <a:lnTo>
                    <a:pt x="48006" y="163068"/>
                  </a:lnTo>
                  <a:lnTo>
                    <a:pt x="42672" y="152400"/>
                  </a:lnTo>
                  <a:lnTo>
                    <a:pt x="38100" y="140208"/>
                  </a:lnTo>
                  <a:lnTo>
                    <a:pt x="32677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1336" y="60960"/>
                  </a:lnTo>
                  <a:lnTo>
                    <a:pt x="21336" y="35052"/>
                  </a:lnTo>
                  <a:lnTo>
                    <a:pt x="22860" y="19812"/>
                  </a:lnTo>
                  <a:lnTo>
                    <a:pt x="22860" y="21336"/>
                  </a:lnTo>
                  <a:lnTo>
                    <a:pt x="23012" y="19812"/>
                  </a:lnTo>
                  <a:lnTo>
                    <a:pt x="24384" y="6096"/>
                  </a:lnTo>
                  <a:lnTo>
                    <a:pt x="24384" y="7620"/>
                  </a:lnTo>
                  <a:lnTo>
                    <a:pt x="24549" y="6096"/>
                  </a:lnTo>
                  <a:lnTo>
                    <a:pt x="25222" y="0"/>
                  </a:lnTo>
                  <a:lnTo>
                    <a:pt x="4838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7620" y="106680"/>
                  </a:lnTo>
                  <a:lnTo>
                    <a:pt x="21336" y="155448"/>
                  </a:lnTo>
                  <a:lnTo>
                    <a:pt x="47244" y="204216"/>
                  </a:lnTo>
                  <a:lnTo>
                    <a:pt x="73152" y="237744"/>
                  </a:lnTo>
                  <a:lnTo>
                    <a:pt x="118872" y="280416"/>
                  </a:lnTo>
                  <a:lnTo>
                    <a:pt x="128016" y="286512"/>
                  </a:lnTo>
                  <a:lnTo>
                    <a:pt x="138684" y="294132"/>
                  </a:lnTo>
                  <a:lnTo>
                    <a:pt x="160020" y="304800"/>
                  </a:lnTo>
                  <a:lnTo>
                    <a:pt x="184404" y="315468"/>
                  </a:lnTo>
                  <a:lnTo>
                    <a:pt x="193548" y="320040"/>
                  </a:lnTo>
                  <a:lnTo>
                    <a:pt x="228600" y="330708"/>
                  </a:lnTo>
                  <a:lnTo>
                    <a:pt x="265176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4424" y="330708"/>
                  </a:lnTo>
                  <a:lnTo>
                    <a:pt x="373380" y="324612"/>
                  </a:lnTo>
                  <a:lnTo>
                    <a:pt x="394716" y="315468"/>
                  </a:lnTo>
                  <a:lnTo>
                    <a:pt x="405384" y="310896"/>
                  </a:lnTo>
                  <a:lnTo>
                    <a:pt x="409956" y="309372"/>
                  </a:lnTo>
                  <a:lnTo>
                    <a:pt x="428244" y="300228"/>
                  </a:lnTo>
                  <a:lnTo>
                    <a:pt x="440436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6824" y="248412"/>
                  </a:lnTo>
                  <a:lnTo>
                    <a:pt x="527304" y="210312"/>
                  </a:lnTo>
                  <a:lnTo>
                    <a:pt x="528193" y="208788"/>
                  </a:lnTo>
                  <a:lnTo>
                    <a:pt x="534504" y="198120"/>
                  </a:lnTo>
                  <a:lnTo>
                    <a:pt x="540804" y="187452"/>
                  </a:lnTo>
                  <a:lnTo>
                    <a:pt x="547116" y="176784"/>
                  </a:lnTo>
                  <a:lnTo>
                    <a:pt x="551688" y="164592"/>
                  </a:lnTo>
                  <a:lnTo>
                    <a:pt x="557784" y="152400"/>
                  </a:lnTo>
                  <a:lnTo>
                    <a:pt x="562356" y="141732"/>
                  </a:lnTo>
                  <a:lnTo>
                    <a:pt x="566039" y="128016"/>
                  </a:lnTo>
                  <a:lnTo>
                    <a:pt x="573024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  <a:path w="1226820" h="350520">
                  <a:moveTo>
                    <a:pt x="1226820" y="336804"/>
                  </a:moveTo>
                  <a:lnTo>
                    <a:pt x="1207008" y="336804"/>
                  </a:lnTo>
                  <a:lnTo>
                    <a:pt x="1207008" y="350520"/>
                  </a:lnTo>
                  <a:lnTo>
                    <a:pt x="1226820" y="350520"/>
                  </a:lnTo>
                  <a:lnTo>
                    <a:pt x="1226820" y="3368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854500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B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922111" y="3429000"/>
            <a:ext cx="1082488" cy="309282"/>
            <a:chOff x="7098792" y="3886200"/>
            <a:chExt cx="1226820" cy="350520"/>
          </a:xfrm>
        </p:grpSpPr>
        <p:sp>
          <p:nvSpPr>
            <p:cNvPr id="39" name="object 39"/>
            <p:cNvSpPr/>
            <p:nvPr/>
          </p:nvSpPr>
          <p:spPr>
            <a:xfrm>
              <a:off x="7098792" y="4223004"/>
              <a:ext cx="21590" cy="13970"/>
            </a:xfrm>
            <a:custGeom>
              <a:avLst/>
              <a:gdLst/>
              <a:ahLst/>
              <a:cxnLst/>
              <a:rect l="l" t="t" r="r" b="b"/>
              <a:pathLst>
                <a:path w="21590" h="13970">
                  <a:moveTo>
                    <a:pt x="21335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21335" y="13716"/>
                  </a:lnTo>
                  <a:lnTo>
                    <a:pt x="213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7758684" y="3886200"/>
              <a:ext cx="556260" cy="326390"/>
            </a:xfrm>
            <a:custGeom>
              <a:avLst/>
              <a:gdLst/>
              <a:ahLst/>
              <a:cxnLst/>
              <a:rect l="l" t="t" r="r" b="b"/>
              <a:pathLst>
                <a:path w="556259" h="326389">
                  <a:moveTo>
                    <a:pt x="551621" y="0"/>
                  </a:moveTo>
                  <a:lnTo>
                    <a:pt x="4638" y="0"/>
                  </a:lnTo>
                  <a:lnTo>
                    <a:pt x="3048" y="9144"/>
                  </a:lnTo>
                  <a:lnTo>
                    <a:pt x="0" y="47244"/>
                  </a:lnTo>
                  <a:lnTo>
                    <a:pt x="3048" y="85344"/>
                  </a:lnTo>
                  <a:lnTo>
                    <a:pt x="21336" y="155448"/>
                  </a:lnTo>
                  <a:lnTo>
                    <a:pt x="57912" y="217932"/>
                  </a:lnTo>
                  <a:lnTo>
                    <a:pt x="108204" y="268224"/>
                  </a:lnTo>
                  <a:lnTo>
                    <a:pt x="169164" y="303275"/>
                  </a:lnTo>
                  <a:lnTo>
                    <a:pt x="240792" y="323088"/>
                  </a:lnTo>
                  <a:lnTo>
                    <a:pt x="278892" y="326136"/>
                  </a:lnTo>
                  <a:lnTo>
                    <a:pt x="315468" y="323088"/>
                  </a:lnTo>
                  <a:lnTo>
                    <a:pt x="387096" y="303275"/>
                  </a:lnTo>
                  <a:lnTo>
                    <a:pt x="448056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3212" y="85344"/>
                  </a:lnTo>
                  <a:lnTo>
                    <a:pt x="556260" y="47244"/>
                  </a:lnTo>
                  <a:lnTo>
                    <a:pt x="553212" y="9144"/>
                  </a:lnTo>
                  <a:lnTo>
                    <a:pt x="55162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7748016" y="3886199"/>
              <a:ext cx="577850" cy="335280"/>
            </a:xfrm>
            <a:custGeom>
              <a:avLst/>
              <a:gdLst/>
              <a:ahLst/>
              <a:cxnLst/>
              <a:rect l="l" t="t" r="r" b="b"/>
              <a:pathLst>
                <a:path w="577850" h="335279">
                  <a:moveTo>
                    <a:pt x="577596" y="47244"/>
                  </a:moveTo>
                  <a:lnTo>
                    <a:pt x="573671" y="19812"/>
                  </a:lnTo>
                  <a:lnTo>
                    <a:pt x="571715" y="6096"/>
                  </a:lnTo>
                  <a:lnTo>
                    <a:pt x="570839" y="0"/>
                  </a:lnTo>
                  <a:lnTo>
                    <a:pt x="551942" y="0"/>
                  </a:lnTo>
                  <a:lnTo>
                    <a:pt x="553212" y="7620"/>
                  </a:lnTo>
                  <a:lnTo>
                    <a:pt x="553212" y="6096"/>
                  </a:lnTo>
                  <a:lnTo>
                    <a:pt x="554736" y="21336"/>
                  </a:lnTo>
                  <a:lnTo>
                    <a:pt x="554736" y="19812"/>
                  </a:lnTo>
                  <a:lnTo>
                    <a:pt x="556260" y="35052"/>
                  </a:lnTo>
                  <a:lnTo>
                    <a:pt x="556260" y="60960"/>
                  </a:lnTo>
                  <a:lnTo>
                    <a:pt x="553212" y="88392"/>
                  </a:lnTo>
                  <a:lnTo>
                    <a:pt x="550164" y="102108"/>
                  </a:lnTo>
                  <a:lnTo>
                    <a:pt x="551688" y="100584"/>
                  </a:lnTo>
                  <a:lnTo>
                    <a:pt x="548640" y="114300"/>
                  </a:lnTo>
                  <a:lnTo>
                    <a:pt x="544068" y="128016"/>
                  </a:lnTo>
                  <a:lnTo>
                    <a:pt x="544068" y="126492"/>
                  </a:lnTo>
                  <a:lnTo>
                    <a:pt x="539496" y="140208"/>
                  </a:lnTo>
                  <a:lnTo>
                    <a:pt x="530352" y="164592"/>
                  </a:lnTo>
                  <a:lnTo>
                    <a:pt x="530352" y="163068"/>
                  </a:lnTo>
                  <a:lnTo>
                    <a:pt x="518160" y="187452"/>
                  </a:lnTo>
                  <a:lnTo>
                    <a:pt x="518160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5300" y="217932"/>
                  </a:lnTo>
                  <a:lnTo>
                    <a:pt x="486156" y="228600"/>
                  </a:lnTo>
                  <a:lnTo>
                    <a:pt x="477012" y="237744"/>
                  </a:lnTo>
                  <a:lnTo>
                    <a:pt x="478536" y="237744"/>
                  </a:lnTo>
                  <a:lnTo>
                    <a:pt x="469392" y="245592"/>
                  </a:lnTo>
                  <a:lnTo>
                    <a:pt x="469392" y="245364"/>
                  </a:lnTo>
                  <a:lnTo>
                    <a:pt x="458724" y="254508"/>
                  </a:lnTo>
                  <a:lnTo>
                    <a:pt x="448056" y="262128"/>
                  </a:lnTo>
                  <a:lnTo>
                    <a:pt x="449580" y="262128"/>
                  </a:lnTo>
                  <a:lnTo>
                    <a:pt x="437388" y="269748"/>
                  </a:lnTo>
                  <a:lnTo>
                    <a:pt x="438912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6052" y="283464"/>
                  </a:lnTo>
                  <a:lnTo>
                    <a:pt x="403860" y="289560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81000" y="300228"/>
                  </a:lnTo>
                  <a:lnTo>
                    <a:pt x="381000" y="298704"/>
                  </a:lnTo>
                  <a:lnTo>
                    <a:pt x="368808" y="303276"/>
                  </a:lnTo>
                  <a:lnTo>
                    <a:pt x="355092" y="307848"/>
                  </a:lnTo>
                  <a:lnTo>
                    <a:pt x="342900" y="310896"/>
                  </a:lnTo>
                  <a:lnTo>
                    <a:pt x="315468" y="313944"/>
                  </a:lnTo>
                  <a:lnTo>
                    <a:pt x="316992" y="313944"/>
                  </a:lnTo>
                  <a:lnTo>
                    <a:pt x="301752" y="315468"/>
                  </a:lnTo>
                  <a:lnTo>
                    <a:pt x="275844" y="315468"/>
                  </a:lnTo>
                  <a:lnTo>
                    <a:pt x="274320" y="315468"/>
                  </a:lnTo>
                  <a:lnTo>
                    <a:pt x="246888" y="312420"/>
                  </a:lnTo>
                  <a:lnTo>
                    <a:pt x="234696" y="310896"/>
                  </a:lnTo>
                  <a:lnTo>
                    <a:pt x="220980" y="307848"/>
                  </a:lnTo>
                  <a:lnTo>
                    <a:pt x="200660" y="300228"/>
                  </a:lnTo>
                  <a:lnTo>
                    <a:pt x="196596" y="298704"/>
                  </a:lnTo>
                  <a:lnTo>
                    <a:pt x="196596" y="300228"/>
                  </a:lnTo>
                  <a:lnTo>
                    <a:pt x="182880" y="294132"/>
                  </a:lnTo>
                  <a:lnTo>
                    <a:pt x="184404" y="294132"/>
                  </a:lnTo>
                  <a:lnTo>
                    <a:pt x="172212" y="289560"/>
                  </a:lnTo>
                  <a:lnTo>
                    <a:pt x="161544" y="283464"/>
                  </a:lnTo>
                  <a:lnTo>
                    <a:pt x="138684" y="269748"/>
                  </a:lnTo>
                  <a:lnTo>
                    <a:pt x="117348" y="254508"/>
                  </a:lnTo>
                  <a:lnTo>
                    <a:pt x="118872" y="25450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5532" y="196596"/>
                  </a:lnTo>
                  <a:lnTo>
                    <a:pt x="65532" y="198120"/>
                  </a:lnTo>
                  <a:lnTo>
                    <a:pt x="59436" y="185928"/>
                  </a:lnTo>
                  <a:lnTo>
                    <a:pt x="59436" y="187452"/>
                  </a:lnTo>
                  <a:lnTo>
                    <a:pt x="47244" y="163068"/>
                  </a:lnTo>
                  <a:lnTo>
                    <a:pt x="47244" y="164592"/>
                  </a:lnTo>
                  <a:lnTo>
                    <a:pt x="41148" y="152400"/>
                  </a:lnTo>
                  <a:lnTo>
                    <a:pt x="36576" y="140208"/>
                  </a:lnTo>
                  <a:lnTo>
                    <a:pt x="32512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4384" y="88392"/>
                  </a:lnTo>
                  <a:lnTo>
                    <a:pt x="21336" y="74676"/>
                  </a:lnTo>
                  <a:lnTo>
                    <a:pt x="21336" y="21336"/>
                  </a:lnTo>
                  <a:lnTo>
                    <a:pt x="21640" y="19812"/>
                  </a:lnTo>
                  <a:lnTo>
                    <a:pt x="24384" y="6096"/>
                  </a:lnTo>
                  <a:lnTo>
                    <a:pt x="24384" y="7620"/>
                  </a:lnTo>
                  <a:lnTo>
                    <a:pt x="24549" y="6096"/>
                  </a:lnTo>
                  <a:lnTo>
                    <a:pt x="25222" y="0"/>
                  </a:lnTo>
                  <a:lnTo>
                    <a:pt x="4699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6096" y="106680"/>
                  </a:lnTo>
                  <a:lnTo>
                    <a:pt x="15240" y="143256"/>
                  </a:lnTo>
                  <a:lnTo>
                    <a:pt x="21336" y="155448"/>
                  </a:lnTo>
                  <a:lnTo>
                    <a:pt x="30480" y="176784"/>
                  </a:lnTo>
                  <a:lnTo>
                    <a:pt x="47244" y="204216"/>
                  </a:lnTo>
                  <a:lnTo>
                    <a:pt x="50292" y="208788"/>
                  </a:lnTo>
                  <a:lnTo>
                    <a:pt x="59436" y="220980"/>
                  </a:lnTo>
                  <a:lnTo>
                    <a:pt x="71628" y="237744"/>
                  </a:lnTo>
                  <a:lnTo>
                    <a:pt x="117348" y="280416"/>
                  </a:lnTo>
                  <a:lnTo>
                    <a:pt x="158496" y="304800"/>
                  </a:lnTo>
                  <a:lnTo>
                    <a:pt x="193548" y="320040"/>
                  </a:lnTo>
                  <a:lnTo>
                    <a:pt x="220980" y="327660"/>
                  </a:lnTo>
                  <a:lnTo>
                    <a:pt x="228600" y="330708"/>
                  </a:lnTo>
                  <a:lnTo>
                    <a:pt x="234696" y="330708"/>
                  </a:lnTo>
                  <a:lnTo>
                    <a:pt x="265176" y="335280"/>
                  </a:lnTo>
                  <a:lnTo>
                    <a:pt x="303276" y="335280"/>
                  </a:lnTo>
                  <a:lnTo>
                    <a:pt x="316992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2900" y="330708"/>
                  </a:lnTo>
                  <a:lnTo>
                    <a:pt x="371856" y="324612"/>
                  </a:lnTo>
                  <a:lnTo>
                    <a:pt x="405384" y="310896"/>
                  </a:lnTo>
                  <a:lnTo>
                    <a:pt x="409956" y="309372"/>
                  </a:lnTo>
                  <a:lnTo>
                    <a:pt x="416052" y="306324"/>
                  </a:lnTo>
                  <a:lnTo>
                    <a:pt x="428244" y="300228"/>
                  </a:lnTo>
                  <a:lnTo>
                    <a:pt x="438912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5300" y="248412"/>
                  </a:lnTo>
                  <a:lnTo>
                    <a:pt x="502920" y="240792"/>
                  </a:lnTo>
                  <a:lnTo>
                    <a:pt x="527304" y="210312"/>
                  </a:lnTo>
                  <a:lnTo>
                    <a:pt x="528129" y="208788"/>
                  </a:lnTo>
                  <a:lnTo>
                    <a:pt x="533946" y="198120"/>
                  </a:lnTo>
                  <a:lnTo>
                    <a:pt x="539762" y="187452"/>
                  </a:lnTo>
                  <a:lnTo>
                    <a:pt x="545592" y="176784"/>
                  </a:lnTo>
                  <a:lnTo>
                    <a:pt x="551688" y="164592"/>
                  </a:lnTo>
                  <a:lnTo>
                    <a:pt x="556260" y="152400"/>
                  </a:lnTo>
                  <a:lnTo>
                    <a:pt x="562356" y="141732"/>
                  </a:lnTo>
                  <a:lnTo>
                    <a:pt x="571500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673407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C</a:t>
            </a:r>
            <a:endParaRPr sz="1412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976399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430426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9</a:t>
            </a:r>
            <a:endParaRPr sz="1279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467084" y="4055249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612838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286043" y="4055249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1</a:t>
            </a:r>
            <a:endParaRPr sz="1279">
              <a:latin typeface="Arial"/>
              <a:cs typeface="Arial"/>
            </a:endParaRPr>
          </a:p>
        </p:txBody>
      </p:sp>
      <p:pic>
        <p:nvPicPr>
          <p:cNvPr id="48" name="object 4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04921" y="3739627"/>
            <a:ext cx="2799678" cy="701936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7040860" y="4157349"/>
            <a:ext cx="143996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E</a:t>
            </a:r>
            <a:endParaRPr sz="1412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381887" y="4157349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D</a:t>
            </a:r>
            <a:endParaRPr sz="1412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682846" y="4157349"/>
            <a:ext cx="133350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F</a:t>
            </a:r>
            <a:endParaRPr sz="1412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765663" y="3736698"/>
            <a:ext cx="333375" cy="691706"/>
          </a:xfrm>
          <a:prstGeom prst="rect">
            <a:avLst/>
          </a:prstGeom>
        </p:spPr>
        <p:txBody>
          <a:bodyPr vert="horz" wrap="square" lIns="0" tIns="58271" rIns="0" bIns="0" rtlCol="0">
            <a:spAutoFit/>
          </a:bodyPr>
          <a:lstStyle/>
          <a:p>
            <a:pPr marL="40343">
              <a:spcBef>
                <a:spcPts val="459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  <a:p>
            <a:pPr marL="94134">
              <a:lnSpc>
                <a:spcPts val="1579"/>
              </a:lnSpc>
              <a:spcBef>
                <a:spcPts val="415"/>
              </a:spcBef>
            </a:pPr>
            <a:r>
              <a:rPr sz="1412" b="1" spc="-44" dirty="0">
                <a:latin typeface="Arial"/>
                <a:cs typeface="Arial"/>
              </a:rPr>
              <a:t>G</a:t>
            </a:r>
            <a:endParaRPr sz="1412">
              <a:latin typeface="Arial"/>
              <a:cs typeface="Arial"/>
            </a:endParaRPr>
          </a:p>
          <a:p>
            <a:pPr marL="11206">
              <a:lnSpc>
                <a:spcPts val="1421"/>
              </a:lnSpc>
            </a:pPr>
            <a:r>
              <a:rPr sz="1279" spc="-18" dirty="0">
                <a:solidFill>
                  <a:srgbClr val="FFFFFF"/>
                </a:solidFill>
                <a:latin typeface="Microsoft Sans Serif"/>
                <a:cs typeface="Microsoft Sans Serif"/>
              </a:rPr>
              <a:t>goal</a:t>
            </a:r>
            <a:endParaRPr sz="1279">
              <a:latin typeface="Microsoft Sans Serif"/>
              <a:cs typeface="Microsoft Sans Serif"/>
            </a:endParaRPr>
          </a:p>
        </p:txBody>
      </p: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3307079" y="2762025"/>
          <a:ext cx="2511239" cy="15581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4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27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b="1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expnd. </a:t>
                      </a:r>
                      <a:r>
                        <a:rPr sz="1300" b="1" spc="-20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b="1" spc="-10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Frontier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7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{S}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713"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{A,B,C}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41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B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281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C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</a:t>
                      </a:r>
                      <a:r>
                        <a:rPr sz="1300" spc="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281">
                <a:tc>
                  <a:txBody>
                    <a:bodyPr/>
                    <a:lstStyle/>
                    <a:p>
                      <a:pPr marL="75565">
                        <a:lnSpc>
                          <a:spcPts val="1735"/>
                        </a:lnSpc>
                      </a:pPr>
                      <a:r>
                        <a:rPr sz="130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r>
                        <a:rPr sz="1300" spc="3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4F82BD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300" spc="5" dirty="0">
                          <a:solidFill>
                            <a:srgbClr val="4F82BD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solidFill>
                            <a:srgbClr val="4F82BD"/>
                          </a:solidFill>
                          <a:latin typeface="Microsoft Sans Serif"/>
                          <a:cs typeface="Microsoft Sans Serif"/>
                        </a:rPr>
                        <a:t>test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</a:t>
                      </a:r>
                      <a:r>
                        <a:rPr sz="1300" spc="-10" dirty="0">
                          <a:solidFill>
                            <a:srgbClr val="C0504D"/>
                          </a:solidFill>
                          <a:latin typeface="Microsoft Sans Serif"/>
                          <a:cs typeface="Microsoft Sans Serif"/>
                        </a:rPr>
                        <a:t>A,B,C</a:t>
                      </a: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6253331" y="4438873"/>
            <a:ext cx="2701738" cy="105335"/>
            <a:chOff x="5207508" y="5030723"/>
            <a:chExt cx="3061970" cy="119380"/>
          </a:xfrm>
        </p:grpSpPr>
        <p:sp>
          <p:nvSpPr>
            <p:cNvPr id="55" name="object 55"/>
            <p:cNvSpPr/>
            <p:nvPr/>
          </p:nvSpPr>
          <p:spPr>
            <a:xfrm>
              <a:off x="5961888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89" h="108585">
                  <a:moveTo>
                    <a:pt x="440436" y="0"/>
                  </a:moveTo>
                  <a:lnTo>
                    <a:pt x="0" y="0"/>
                  </a:lnTo>
                  <a:lnTo>
                    <a:pt x="22860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19456" y="108203"/>
                  </a:lnTo>
                  <a:lnTo>
                    <a:pt x="257556" y="106680"/>
                  </a:lnTo>
                  <a:lnTo>
                    <a:pt x="327660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9696" y="5030723"/>
              <a:ext cx="464819" cy="118871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5219700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89" h="108585">
                  <a:moveTo>
                    <a:pt x="440436" y="0"/>
                  </a:moveTo>
                  <a:lnTo>
                    <a:pt x="0" y="0"/>
                  </a:lnTo>
                  <a:lnTo>
                    <a:pt x="22860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19455" y="108203"/>
                  </a:lnTo>
                  <a:lnTo>
                    <a:pt x="257555" y="106680"/>
                  </a:lnTo>
                  <a:lnTo>
                    <a:pt x="327660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07508" y="5030723"/>
              <a:ext cx="464819" cy="118871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7816596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90" h="108585">
                  <a:moveTo>
                    <a:pt x="440435" y="0"/>
                  </a:moveTo>
                  <a:lnTo>
                    <a:pt x="0" y="0"/>
                  </a:lnTo>
                  <a:lnTo>
                    <a:pt x="22859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20979" y="108203"/>
                  </a:lnTo>
                  <a:lnTo>
                    <a:pt x="257555" y="106680"/>
                  </a:lnTo>
                  <a:lnTo>
                    <a:pt x="329183" y="86868"/>
                  </a:lnTo>
                  <a:lnTo>
                    <a:pt x="390144" y="50292"/>
                  </a:lnTo>
                  <a:lnTo>
                    <a:pt x="44043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0" name="object 6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04404" y="5030723"/>
              <a:ext cx="464820" cy="118871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6888480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90" h="108585">
                  <a:moveTo>
                    <a:pt x="440436" y="0"/>
                  </a:moveTo>
                  <a:lnTo>
                    <a:pt x="0" y="0"/>
                  </a:lnTo>
                  <a:lnTo>
                    <a:pt x="24384" y="27431"/>
                  </a:lnTo>
                  <a:lnTo>
                    <a:pt x="80772" y="70103"/>
                  </a:lnTo>
                  <a:lnTo>
                    <a:pt x="146303" y="99059"/>
                  </a:lnTo>
                  <a:lnTo>
                    <a:pt x="220979" y="108203"/>
                  </a:lnTo>
                  <a:lnTo>
                    <a:pt x="259079" y="106680"/>
                  </a:lnTo>
                  <a:lnTo>
                    <a:pt x="329184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2" name="object 6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76288" y="5030723"/>
              <a:ext cx="466343" cy="118871"/>
            </a:xfrm>
            <a:prstGeom prst="rect">
              <a:avLst/>
            </a:prstGeom>
          </p:spPr>
        </p:pic>
      </p:grpSp>
      <p:grpSp>
        <p:nvGrpSpPr>
          <p:cNvPr id="63" name="object 63"/>
          <p:cNvGrpSpPr/>
          <p:nvPr/>
        </p:nvGrpSpPr>
        <p:grpSpPr>
          <a:xfrm>
            <a:off x="6203576" y="4854388"/>
            <a:ext cx="509868" cy="286871"/>
            <a:chOff x="5151120" y="5501640"/>
            <a:chExt cx="577850" cy="325120"/>
          </a:xfrm>
        </p:grpSpPr>
        <p:sp>
          <p:nvSpPr>
            <p:cNvPr id="64" name="object 64"/>
            <p:cNvSpPr/>
            <p:nvPr/>
          </p:nvSpPr>
          <p:spPr>
            <a:xfrm>
              <a:off x="5161788" y="5510784"/>
              <a:ext cx="556260" cy="315595"/>
            </a:xfrm>
            <a:custGeom>
              <a:avLst/>
              <a:gdLst/>
              <a:ahLst/>
              <a:cxnLst/>
              <a:rect l="l" t="t" r="r" b="b"/>
              <a:pathLst>
                <a:path w="556260" h="315595">
                  <a:moveTo>
                    <a:pt x="277367" y="0"/>
                  </a:moveTo>
                  <a:lnTo>
                    <a:pt x="204215" y="9144"/>
                  </a:lnTo>
                  <a:lnTo>
                    <a:pt x="137160" y="38100"/>
                  </a:lnTo>
                  <a:lnTo>
                    <a:pt x="80772" y="80772"/>
                  </a:lnTo>
                  <a:lnTo>
                    <a:pt x="38100" y="137160"/>
                  </a:lnTo>
                  <a:lnTo>
                    <a:pt x="9144" y="204216"/>
                  </a:lnTo>
                  <a:lnTo>
                    <a:pt x="0" y="277368"/>
                  </a:lnTo>
                  <a:lnTo>
                    <a:pt x="3048" y="315468"/>
                  </a:lnTo>
                  <a:lnTo>
                    <a:pt x="553212" y="315468"/>
                  </a:lnTo>
                  <a:lnTo>
                    <a:pt x="556260" y="277368"/>
                  </a:lnTo>
                  <a:lnTo>
                    <a:pt x="547115" y="204216"/>
                  </a:lnTo>
                  <a:lnTo>
                    <a:pt x="518160" y="137160"/>
                  </a:lnTo>
                  <a:lnTo>
                    <a:pt x="473963" y="80772"/>
                  </a:lnTo>
                  <a:lnTo>
                    <a:pt x="419100" y="38100"/>
                  </a:lnTo>
                  <a:lnTo>
                    <a:pt x="352044" y="9144"/>
                  </a:lnTo>
                  <a:lnTo>
                    <a:pt x="277367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5151120" y="5501640"/>
              <a:ext cx="577850" cy="325120"/>
            </a:xfrm>
            <a:custGeom>
              <a:avLst/>
              <a:gdLst/>
              <a:ahLst/>
              <a:cxnLst/>
              <a:rect l="l" t="t" r="r" b="b"/>
              <a:pathLst>
                <a:path w="577850" h="325120">
                  <a:moveTo>
                    <a:pt x="577596" y="286512"/>
                  </a:moveTo>
                  <a:lnTo>
                    <a:pt x="569976" y="224028"/>
                  </a:lnTo>
                  <a:lnTo>
                    <a:pt x="548640" y="161544"/>
                  </a:lnTo>
                  <a:lnTo>
                    <a:pt x="526986" y="126492"/>
                  </a:lnTo>
                  <a:lnTo>
                    <a:pt x="516636" y="109728"/>
                  </a:lnTo>
                  <a:lnTo>
                    <a:pt x="478536" y="68580"/>
                  </a:lnTo>
                  <a:lnTo>
                    <a:pt x="432816" y="36576"/>
                  </a:lnTo>
                  <a:lnTo>
                    <a:pt x="429221" y="35052"/>
                  </a:lnTo>
                  <a:lnTo>
                    <a:pt x="393293" y="19812"/>
                  </a:lnTo>
                  <a:lnTo>
                    <a:pt x="382524" y="15240"/>
                  </a:lnTo>
                  <a:lnTo>
                    <a:pt x="329184" y="3048"/>
                  </a:lnTo>
                  <a:lnTo>
                    <a:pt x="303276" y="0"/>
                  </a:lnTo>
                  <a:lnTo>
                    <a:pt x="274320" y="0"/>
                  </a:lnTo>
                  <a:lnTo>
                    <a:pt x="220980" y="7620"/>
                  </a:lnTo>
                  <a:lnTo>
                    <a:pt x="169164" y="24384"/>
                  </a:lnTo>
                  <a:lnTo>
                    <a:pt x="121920" y="51816"/>
                  </a:lnTo>
                  <a:lnTo>
                    <a:pt x="79248" y="88392"/>
                  </a:lnTo>
                  <a:lnTo>
                    <a:pt x="44196" y="135636"/>
                  </a:lnTo>
                  <a:lnTo>
                    <a:pt x="16764" y="192024"/>
                  </a:lnTo>
                  <a:lnTo>
                    <a:pt x="1524" y="257556"/>
                  </a:lnTo>
                  <a:lnTo>
                    <a:pt x="0" y="286512"/>
                  </a:lnTo>
                  <a:lnTo>
                    <a:pt x="0" y="301752"/>
                  </a:lnTo>
                  <a:lnTo>
                    <a:pt x="1524" y="316992"/>
                  </a:lnTo>
                  <a:lnTo>
                    <a:pt x="3048" y="324612"/>
                  </a:lnTo>
                  <a:lnTo>
                    <a:pt x="21336" y="324612"/>
                  </a:lnTo>
                  <a:lnTo>
                    <a:pt x="22860" y="324612"/>
                  </a:lnTo>
                  <a:lnTo>
                    <a:pt x="22860" y="315468"/>
                  </a:lnTo>
                  <a:lnTo>
                    <a:pt x="21336" y="300228"/>
                  </a:lnTo>
                  <a:lnTo>
                    <a:pt x="21336" y="274320"/>
                  </a:lnTo>
                  <a:lnTo>
                    <a:pt x="24384" y="246888"/>
                  </a:lnTo>
                  <a:lnTo>
                    <a:pt x="25908" y="236220"/>
                  </a:lnTo>
                  <a:lnTo>
                    <a:pt x="25908" y="233172"/>
                  </a:lnTo>
                  <a:lnTo>
                    <a:pt x="28956" y="220980"/>
                  </a:lnTo>
                  <a:lnTo>
                    <a:pt x="32004" y="207264"/>
                  </a:lnTo>
                  <a:lnTo>
                    <a:pt x="36576" y="195072"/>
                  </a:lnTo>
                  <a:lnTo>
                    <a:pt x="42672" y="182880"/>
                  </a:lnTo>
                  <a:lnTo>
                    <a:pt x="47244" y="172212"/>
                  </a:lnTo>
                  <a:lnTo>
                    <a:pt x="47244" y="170688"/>
                  </a:lnTo>
                  <a:lnTo>
                    <a:pt x="59436" y="149352"/>
                  </a:lnTo>
                  <a:lnTo>
                    <a:pt x="59436" y="147828"/>
                  </a:lnTo>
                  <a:lnTo>
                    <a:pt x="65532" y="138684"/>
                  </a:lnTo>
                  <a:lnTo>
                    <a:pt x="74676" y="126492"/>
                  </a:lnTo>
                  <a:lnTo>
                    <a:pt x="82296" y="117348"/>
                  </a:lnTo>
                  <a:lnTo>
                    <a:pt x="89916" y="106680"/>
                  </a:lnTo>
                  <a:lnTo>
                    <a:pt x="99060" y="99060"/>
                  </a:lnTo>
                  <a:lnTo>
                    <a:pt x="99060" y="97536"/>
                  </a:lnTo>
                  <a:lnTo>
                    <a:pt x="108204" y="88392"/>
                  </a:lnTo>
                  <a:lnTo>
                    <a:pt x="117348" y="80772"/>
                  </a:lnTo>
                  <a:lnTo>
                    <a:pt x="149352" y="57912"/>
                  </a:lnTo>
                  <a:lnTo>
                    <a:pt x="161544" y="51816"/>
                  </a:lnTo>
                  <a:lnTo>
                    <a:pt x="172212" y="45720"/>
                  </a:lnTo>
                  <a:lnTo>
                    <a:pt x="184404" y="41148"/>
                  </a:lnTo>
                  <a:lnTo>
                    <a:pt x="184404" y="39624"/>
                  </a:lnTo>
                  <a:lnTo>
                    <a:pt x="196596" y="35052"/>
                  </a:lnTo>
                  <a:lnTo>
                    <a:pt x="196596" y="36576"/>
                  </a:lnTo>
                  <a:lnTo>
                    <a:pt x="200660" y="35052"/>
                  </a:lnTo>
                  <a:lnTo>
                    <a:pt x="220980" y="27432"/>
                  </a:lnTo>
                  <a:lnTo>
                    <a:pt x="234696" y="24384"/>
                  </a:lnTo>
                  <a:lnTo>
                    <a:pt x="248412" y="22860"/>
                  </a:lnTo>
                  <a:lnTo>
                    <a:pt x="260604" y="21336"/>
                  </a:lnTo>
                  <a:lnTo>
                    <a:pt x="274320" y="19812"/>
                  </a:lnTo>
                  <a:lnTo>
                    <a:pt x="316992" y="19812"/>
                  </a:lnTo>
                  <a:lnTo>
                    <a:pt x="329184" y="22860"/>
                  </a:lnTo>
                  <a:lnTo>
                    <a:pt x="342900" y="24384"/>
                  </a:lnTo>
                  <a:lnTo>
                    <a:pt x="356616" y="27432"/>
                  </a:lnTo>
                  <a:lnTo>
                    <a:pt x="381000" y="36576"/>
                  </a:lnTo>
                  <a:lnTo>
                    <a:pt x="381000" y="35052"/>
                  </a:lnTo>
                  <a:lnTo>
                    <a:pt x="393192" y="39624"/>
                  </a:lnTo>
                  <a:lnTo>
                    <a:pt x="393192" y="41148"/>
                  </a:lnTo>
                  <a:lnTo>
                    <a:pt x="405384" y="45720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49580" y="73152"/>
                  </a:lnTo>
                  <a:lnTo>
                    <a:pt x="458724" y="80772"/>
                  </a:lnTo>
                  <a:lnTo>
                    <a:pt x="469392" y="88392"/>
                  </a:lnTo>
                  <a:lnTo>
                    <a:pt x="478536" y="97536"/>
                  </a:lnTo>
                  <a:lnTo>
                    <a:pt x="478536" y="99060"/>
                  </a:lnTo>
                  <a:lnTo>
                    <a:pt x="487680" y="106680"/>
                  </a:lnTo>
                  <a:lnTo>
                    <a:pt x="487680" y="108204"/>
                  </a:lnTo>
                  <a:lnTo>
                    <a:pt x="495300" y="117348"/>
                  </a:lnTo>
                  <a:lnTo>
                    <a:pt x="502920" y="128016"/>
                  </a:lnTo>
                  <a:lnTo>
                    <a:pt x="502920" y="126492"/>
                  </a:lnTo>
                  <a:lnTo>
                    <a:pt x="510540" y="138684"/>
                  </a:lnTo>
                  <a:lnTo>
                    <a:pt x="510540" y="137160"/>
                  </a:lnTo>
                  <a:lnTo>
                    <a:pt x="518160" y="147828"/>
                  </a:lnTo>
                  <a:lnTo>
                    <a:pt x="518160" y="149352"/>
                  </a:lnTo>
                  <a:lnTo>
                    <a:pt x="530352" y="170688"/>
                  </a:lnTo>
                  <a:lnTo>
                    <a:pt x="530352" y="172212"/>
                  </a:lnTo>
                  <a:lnTo>
                    <a:pt x="534924" y="182880"/>
                  </a:lnTo>
                  <a:lnTo>
                    <a:pt x="541020" y="195072"/>
                  </a:lnTo>
                  <a:lnTo>
                    <a:pt x="544068" y="207264"/>
                  </a:lnTo>
                  <a:lnTo>
                    <a:pt x="548640" y="220980"/>
                  </a:lnTo>
                  <a:lnTo>
                    <a:pt x="551688" y="233172"/>
                  </a:lnTo>
                  <a:lnTo>
                    <a:pt x="551688" y="236220"/>
                  </a:lnTo>
                  <a:lnTo>
                    <a:pt x="553212" y="246888"/>
                  </a:lnTo>
                  <a:lnTo>
                    <a:pt x="556260" y="274320"/>
                  </a:lnTo>
                  <a:lnTo>
                    <a:pt x="556260" y="324612"/>
                  </a:lnTo>
                  <a:lnTo>
                    <a:pt x="574548" y="324612"/>
                  </a:lnTo>
                  <a:lnTo>
                    <a:pt x="577596" y="301752"/>
                  </a:lnTo>
                  <a:lnTo>
                    <a:pt x="577596" y="2865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6" name="object 6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33416" y="5553456"/>
              <a:ext cx="79248" cy="65531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44312" y="5541264"/>
              <a:ext cx="102108" cy="77724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5704332" y="5801868"/>
              <a:ext cx="3175" cy="24765"/>
            </a:xfrm>
            <a:custGeom>
              <a:avLst/>
              <a:gdLst/>
              <a:ahLst/>
              <a:cxnLst/>
              <a:rect l="l" t="t" r="r" b="b"/>
              <a:pathLst>
                <a:path w="3175" h="24764">
                  <a:moveTo>
                    <a:pt x="3048" y="0"/>
                  </a:moveTo>
                  <a:lnTo>
                    <a:pt x="1524" y="15240"/>
                  </a:lnTo>
                  <a:lnTo>
                    <a:pt x="1524" y="13716"/>
                  </a:lnTo>
                  <a:lnTo>
                    <a:pt x="0" y="24384"/>
                  </a:lnTo>
                  <a:lnTo>
                    <a:pt x="3048" y="24384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6321494" y="4601057"/>
            <a:ext cx="214032" cy="623447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7</a:t>
            </a:r>
            <a:endParaRPr sz="1279">
              <a:latin typeface="Arial"/>
              <a:cs typeface="Arial"/>
            </a:endParaRPr>
          </a:p>
          <a:p>
            <a:pPr>
              <a:spcBef>
                <a:spcPts val="9"/>
              </a:spcBef>
            </a:pPr>
            <a:endParaRPr sz="1279">
              <a:latin typeface="Arial"/>
              <a:cs typeface="Arial"/>
            </a:endParaRPr>
          </a:p>
          <a:p>
            <a:pPr marL="71161"/>
            <a:r>
              <a:rPr sz="1412" b="1" spc="-44" dirty="0">
                <a:latin typeface="Arial"/>
                <a:cs typeface="Arial"/>
              </a:rPr>
              <a:t>H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206265" y="5140811"/>
            <a:ext cx="504265" cy="220756"/>
            <a:chOff x="5154167" y="5826252"/>
            <a:chExt cx="571500" cy="250190"/>
          </a:xfrm>
        </p:grpSpPr>
        <p:sp>
          <p:nvSpPr>
            <p:cNvPr id="71" name="object 71"/>
            <p:cNvSpPr/>
            <p:nvPr/>
          </p:nvSpPr>
          <p:spPr>
            <a:xfrm>
              <a:off x="5164835" y="5826252"/>
              <a:ext cx="550545" cy="241300"/>
            </a:xfrm>
            <a:custGeom>
              <a:avLst/>
              <a:gdLst/>
              <a:ahLst/>
              <a:cxnLst/>
              <a:rect l="l" t="t" r="r" b="b"/>
              <a:pathLst>
                <a:path w="550545" h="241300">
                  <a:moveTo>
                    <a:pt x="550163" y="0"/>
                  </a:moveTo>
                  <a:lnTo>
                    <a:pt x="0" y="0"/>
                  </a:lnTo>
                  <a:lnTo>
                    <a:pt x="6096" y="36575"/>
                  </a:lnTo>
                  <a:lnTo>
                    <a:pt x="35051" y="103631"/>
                  </a:lnTo>
                  <a:lnTo>
                    <a:pt x="77724" y="160020"/>
                  </a:lnTo>
                  <a:lnTo>
                    <a:pt x="134112" y="202692"/>
                  </a:lnTo>
                  <a:lnTo>
                    <a:pt x="201167" y="230124"/>
                  </a:lnTo>
                  <a:lnTo>
                    <a:pt x="274319" y="240792"/>
                  </a:lnTo>
                  <a:lnTo>
                    <a:pt x="312419" y="237744"/>
                  </a:lnTo>
                  <a:lnTo>
                    <a:pt x="382524" y="219456"/>
                  </a:lnTo>
                  <a:lnTo>
                    <a:pt x="445008" y="182880"/>
                  </a:lnTo>
                  <a:lnTo>
                    <a:pt x="495300" y="132587"/>
                  </a:lnTo>
                  <a:lnTo>
                    <a:pt x="531876" y="71628"/>
                  </a:lnTo>
                  <a:lnTo>
                    <a:pt x="55016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2" name="object 72"/>
            <p:cNvSpPr/>
            <p:nvPr/>
          </p:nvSpPr>
          <p:spPr>
            <a:xfrm>
              <a:off x="5154168" y="5826252"/>
              <a:ext cx="571500" cy="250190"/>
            </a:xfrm>
            <a:custGeom>
              <a:avLst/>
              <a:gdLst/>
              <a:ahLst/>
              <a:cxnLst/>
              <a:rect l="l" t="t" r="r" b="b"/>
              <a:pathLst>
                <a:path w="571500" h="250189">
                  <a:moveTo>
                    <a:pt x="571500" y="0"/>
                  </a:moveTo>
                  <a:lnTo>
                    <a:pt x="550164" y="0"/>
                  </a:lnTo>
                  <a:lnTo>
                    <a:pt x="550164" y="3048"/>
                  </a:lnTo>
                  <a:lnTo>
                    <a:pt x="548640" y="16764"/>
                  </a:lnTo>
                  <a:lnTo>
                    <a:pt x="545592" y="30480"/>
                  </a:lnTo>
                  <a:lnTo>
                    <a:pt x="545592" y="28956"/>
                  </a:lnTo>
                  <a:lnTo>
                    <a:pt x="541020" y="42672"/>
                  </a:lnTo>
                  <a:lnTo>
                    <a:pt x="537972" y="54864"/>
                  </a:lnTo>
                  <a:lnTo>
                    <a:pt x="531876" y="67056"/>
                  </a:lnTo>
                  <a:lnTo>
                    <a:pt x="527304" y="79248"/>
                  </a:lnTo>
                  <a:lnTo>
                    <a:pt x="521208" y="89916"/>
                  </a:lnTo>
                  <a:lnTo>
                    <a:pt x="515112" y="102108"/>
                  </a:lnTo>
                  <a:lnTo>
                    <a:pt x="499872" y="123444"/>
                  </a:lnTo>
                  <a:lnTo>
                    <a:pt x="499872" y="121920"/>
                  </a:lnTo>
                  <a:lnTo>
                    <a:pt x="492252" y="132588"/>
                  </a:lnTo>
                  <a:lnTo>
                    <a:pt x="483108" y="143256"/>
                  </a:lnTo>
                  <a:lnTo>
                    <a:pt x="484632" y="143256"/>
                  </a:lnTo>
                  <a:lnTo>
                    <a:pt x="475488" y="152400"/>
                  </a:lnTo>
                  <a:lnTo>
                    <a:pt x="466344" y="161544"/>
                  </a:lnTo>
                  <a:lnTo>
                    <a:pt x="455676" y="169164"/>
                  </a:lnTo>
                  <a:lnTo>
                    <a:pt x="446532" y="178308"/>
                  </a:lnTo>
                  <a:lnTo>
                    <a:pt x="446532" y="176784"/>
                  </a:lnTo>
                  <a:lnTo>
                    <a:pt x="435864" y="184404"/>
                  </a:lnTo>
                  <a:lnTo>
                    <a:pt x="423672" y="192024"/>
                  </a:lnTo>
                  <a:lnTo>
                    <a:pt x="425196" y="192024"/>
                  </a:lnTo>
                  <a:lnTo>
                    <a:pt x="413004" y="198120"/>
                  </a:lnTo>
                  <a:lnTo>
                    <a:pt x="400812" y="204216"/>
                  </a:lnTo>
                  <a:lnTo>
                    <a:pt x="402336" y="204216"/>
                  </a:lnTo>
                  <a:lnTo>
                    <a:pt x="390144" y="210312"/>
                  </a:lnTo>
                  <a:lnTo>
                    <a:pt x="377952" y="214884"/>
                  </a:lnTo>
                  <a:lnTo>
                    <a:pt x="377952" y="213360"/>
                  </a:lnTo>
                  <a:lnTo>
                    <a:pt x="364236" y="217932"/>
                  </a:lnTo>
                  <a:lnTo>
                    <a:pt x="365760" y="217932"/>
                  </a:lnTo>
                  <a:lnTo>
                    <a:pt x="352044" y="222504"/>
                  </a:lnTo>
                  <a:lnTo>
                    <a:pt x="353568" y="222504"/>
                  </a:lnTo>
                  <a:lnTo>
                    <a:pt x="339852" y="225552"/>
                  </a:lnTo>
                  <a:lnTo>
                    <a:pt x="326136" y="227076"/>
                  </a:lnTo>
                  <a:lnTo>
                    <a:pt x="312420" y="230124"/>
                  </a:lnTo>
                  <a:lnTo>
                    <a:pt x="257556" y="230124"/>
                  </a:lnTo>
                  <a:lnTo>
                    <a:pt x="245364" y="227076"/>
                  </a:lnTo>
                  <a:lnTo>
                    <a:pt x="231648" y="225552"/>
                  </a:lnTo>
                  <a:lnTo>
                    <a:pt x="217932" y="222504"/>
                  </a:lnTo>
                  <a:lnTo>
                    <a:pt x="219456" y="222504"/>
                  </a:lnTo>
                  <a:lnTo>
                    <a:pt x="205740" y="217932"/>
                  </a:lnTo>
                  <a:lnTo>
                    <a:pt x="193548" y="213360"/>
                  </a:lnTo>
                  <a:lnTo>
                    <a:pt x="193548" y="214884"/>
                  </a:lnTo>
                  <a:lnTo>
                    <a:pt x="181356" y="210312"/>
                  </a:lnTo>
                  <a:lnTo>
                    <a:pt x="158496" y="198894"/>
                  </a:lnTo>
                  <a:lnTo>
                    <a:pt x="158496" y="198120"/>
                  </a:lnTo>
                  <a:lnTo>
                    <a:pt x="146304" y="192024"/>
                  </a:lnTo>
                  <a:lnTo>
                    <a:pt x="147828" y="192024"/>
                  </a:lnTo>
                  <a:lnTo>
                    <a:pt x="135636" y="184404"/>
                  </a:lnTo>
                  <a:lnTo>
                    <a:pt x="124968" y="176784"/>
                  </a:lnTo>
                  <a:lnTo>
                    <a:pt x="124968" y="178308"/>
                  </a:lnTo>
                  <a:lnTo>
                    <a:pt x="114300" y="169164"/>
                  </a:lnTo>
                  <a:lnTo>
                    <a:pt x="115824" y="169164"/>
                  </a:lnTo>
                  <a:lnTo>
                    <a:pt x="105156" y="161544"/>
                  </a:lnTo>
                  <a:lnTo>
                    <a:pt x="96012" y="152400"/>
                  </a:lnTo>
                  <a:lnTo>
                    <a:pt x="86868" y="143256"/>
                  </a:lnTo>
                  <a:lnTo>
                    <a:pt x="79248" y="132588"/>
                  </a:lnTo>
                  <a:lnTo>
                    <a:pt x="72707" y="123444"/>
                  </a:lnTo>
                  <a:lnTo>
                    <a:pt x="71628" y="121920"/>
                  </a:lnTo>
                  <a:lnTo>
                    <a:pt x="71628" y="123444"/>
                  </a:lnTo>
                  <a:lnTo>
                    <a:pt x="62484" y="112776"/>
                  </a:lnTo>
                  <a:lnTo>
                    <a:pt x="64008" y="112776"/>
                  </a:lnTo>
                  <a:lnTo>
                    <a:pt x="56388" y="102108"/>
                  </a:lnTo>
                  <a:lnTo>
                    <a:pt x="50292" y="89916"/>
                  </a:lnTo>
                  <a:lnTo>
                    <a:pt x="44196" y="79248"/>
                  </a:lnTo>
                  <a:lnTo>
                    <a:pt x="39624" y="67056"/>
                  </a:lnTo>
                  <a:lnTo>
                    <a:pt x="33528" y="54864"/>
                  </a:lnTo>
                  <a:lnTo>
                    <a:pt x="28956" y="42672"/>
                  </a:lnTo>
                  <a:lnTo>
                    <a:pt x="26238" y="30480"/>
                  </a:lnTo>
                  <a:lnTo>
                    <a:pt x="25908" y="28956"/>
                  </a:lnTo>
                  <a:lnTo>
                    <a:pt x="25908" y="30480"/>
                  </a:lnTo>
                  <a:lnTo>
                    <a:pt x="22860" y="16764"/>
                  </a:lnTo>
                  <a:lnTo>
                    <a:pt x="21501" y="4572"/>
                  </a:lnTo>
                  <a:lnTo>
                    <a:pt x="21336" y="3048"/>
                  </a:lnTo>
                  <a:lnTo>
                    <a:pt x="21336" y="4572"/>
                  </a:lnTo>
                  <a:lnTo>
                    <a:pt x="19812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3048" y="21336"/>
                  </a:lnTo>
                  <a:lnTo>
                    <a:pt x="13716" y="57912"/>
                  </a:lnTo>
                  <a:lnTo>
                    <a:pt x="22860" y="80772"/>
                  </a:lnTo>
                  <a:lnTo>
                    <a:pt x="27432" y="92964"/>
                  </a:lnTo>
                  <a:lnTo>
                    <a:pt x="44196" y="120396"/>
                  </a:lnTo>
                  <a:lnTo>
                    <a:pt x="47244" y="124968"/>
                  </a:lnTo>
                  <a:lnTo>
                    <a:pt x="56388" y="137160"/>
                  </a:lnTo>
                  <a:lnTo>
                    <a:pt x="62484" y="146304"/>
                  </a:lnTo>
                  <a:lnTo>
                    <a:pt x="68580" y="153924"/>
                  </a:lnTo>
                  <a:lnTo>
                    <a:pt x="79248" y="163068"/>
                  </a:lnTo>
                  <a:lnTo>
                    <a:pt x="96012" y="179832"/>
                  </a:lnTo>
                  <a:lnTo>
                    <a:pt x="105156" y="187452"/>
                  </a:lnTo>
                  <a:lnTo>
                    <a:pt x="114300" y="195072"/>
                  </a:lnTo>
                  <a:lnTo>
                    <a:pt x="124968" y="201168"/>
                  </a:lnTo>
                  <a:lnTo>
                    <a:pt x="124968" y="202692"/>
                  </a:lnTo>
                  <a:lnTo>
                    <a:pt x="135636" y="208788"/>
                  </a:lnTo>
                  <a:lnTo>
                    <a:pt x="146304" y="214884"/>
                  </a:lnTo>
                  <a:lnTo>
                    <a:pt x="155448" y="220980"/>
                  </a:lnTo>
                  <a:lnTo>
                    <a:pt x="158496" y="220980"/>
                  </a:lnTo>
                  <a:lnTo>
                    <a:pt x="181356" y="231648"/>
                  </a:lnTo>
                  <a:lnTo>
                    <a:pt x="217932" y="243840"/>
                  </a:lnTo>
                  <a:lnTo>
                    <a:pt x="225552" y="245364"/>
                  </a:lnTo>
                  <a:lnTo>
                    <a:pt x="231648" y="245364"/>
                  </a:lnTo>
                  <a:lnTo>
                    <a:pt x="262128" y="249936"/>
                  </a:lnTo>
                  <a:lnTo>
                    <a:pt x="300228" y="249936"/>
                  </a:lnTo>
                  <a:lnTo>
                    <a:pt x="313944" y="249936"/>
                  </a:lnTo>
                  <a:lnTo>
                    <a:pt x="315468" y="249936"/>
                  </a:lnTo>
                  <a:lnTo>
                    <a:pt x="329184" y="248412"/>
                  </a:lnTo>
                  <a:lnTo>
                    <a:pt x="339852" y="245364"/>
                  </a:lnTo>
                  <a:lnTo>
                    <a:pt x="353568" y="242316"/>
                  </a:lnTo>
                  <a:lnTo>
                    <a:pt x="365760" y="239268"/>
                  </a:lnTo>
                  <a:lnTo>
                    <a:pt x="368808" y="239268"/>
                  </a:lnTo>
                  <a:lnTo>
                    <a:pt x="390144" y="231648"/>
                  </a:lnTo>
                  <a:lnTo>
                    <a:pt x="402336" y="227076"/>
                  </a:lnTo>
                  <a:lnTo>
                    <a:pt x="406908" y="225552"/>
                  </a:lnTo>
                  <a:lnTo>
                    <a:pt x="413004" y="220980"/>
                  </a:lnTo>
                  <a:lnTo>
                    <a:pt x="425196" y="214884"/>
                  </a:lnTo>
                  <a:lnTo>
                    <a:pt x="435864" y="208788"/>
                  </a:lnTo>
                  <a:lnTo>
                    <a:pt x="440436" y="205740"/>
                  </a:lnTo>
                  <a:lnTo>
                    <a:pt x="446532" y="202692"/>
                  </a:lnTo>
                  <a:lnTo>
                    <a:pt x="455676" y="195072"/>
                  </a:lnTo>
                  <a:lnTo>
                    <a:pt x="466344" y="187452"/>
                  </a:lnTo>
                  <a:lnTo>
                    <a:pt x="472440" y="182880"/>
                  </a:lnTo>
                  <a:lnTo>
                    <a:pt x="475488" y="179832"/>
                  </a:lnTo>
                  <a:lnTo>
                    <a:pt x="484632" y="170688"/>
                  </a:lnTo>
                  <a:lnTo>
                    <a:pt x="492252" y="163068"/>
                  </a:lnTo>
                  <a:lnTo>
                    <a:pt x="499872" y="155448"/>
                  </a:lnTo>
                  <a:lnTo>
                    <a:pt x="515112" y="137160"/>
                  </a:lnTo>
                  <a:lnTo>
                    <a:pt x="524256" y="124968"/>
                  </a:lnTo>
                  <a:lnTo>
                    <a:pt x="527304" y="118872"/>
                  </a:lnTo>
                  <a:lnTo>
                    <a:pt x="544068" y="91440"/>
                  </a:lnTo>
                  <a:lnTo>
                    <a:pt x="548640" y="80772"/>
                  </a:lnTo>
                  <a:lnTo>
                    <a:pt x="559308" y="56388"/>
                  </a:lnTo>
                  <a:lnTo>
                    <a:pt x="568452" y="18288"/>
                  </a:lnTo>
                  <a:lnTo>
                    <a:pt x="570738" y="4572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4" name="object 74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75" name="object 75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10</a:t>
            </a:fld>
            <a:endParaRPr spc="-2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639788"/>
            <a:ext cx="6825545" cy="534378"/>
          </a:xfrm>
          <a:prstGeom prst="rect">
            <a:avLst/>
          </a:prstGeom>
        </p:spPr>
        <p:txBody>
          <a:bodyPr vert="horz" wrap="square" lIns="0" tIns="92139" rIns="0" bIns="0" rtlCol="0" anchor="ctr">
            <a:spAutoFit/>
          </a:bodyPr>
          <a:lstStyle/>
          <a:p>
            <a:pPr marL="1290986">
              <a:lnSpc>
                <a:spcPct val="100000"/>
              </a:lnSpc>
              <a:spcBef>
                <a:spcPts val="79"/>
              </a:spcBef>
            </a:pPr>
            <a:r>
              <a:rPr sz="2868" spc="-141" dirty="0"/>
              <a:t>Iterative‐Deepening</a:t>
            </a:r>
            <a:r>
              <a:rPr sz="2868" spc="-124" dirty="0"/>
              <a:t> </a:t>
            </a:r>
            <a:r>
              <a:rPr sz="2868" spc="-84" dirty="0"/>
              <a:t>Search(IDS)</a:t>
            </a:r>
            <a:endParaRPr sz="2868"/>
          </a:p>
        </p:txBody>
      </p:sp>
      <p:sp>
        <p:nvSpPr>
          <p:cNvPr id="3" name="object 3"/>
          <p:cNvSpPr txBox="1"/>
          <p:nvPr/>
        </p:nvSpPr>
        <p:spPr>
          <a:xfrm>
            <a:off x="3320113" y="2216549"/>
            <a:ext cx="3314140" cy="538998"/>
          </a:xfrm>
          <a:prstGeom prst="rect">
            <a:avLst/>
          </a:prstGeom>
        </p:spPr>
        <p:txBody>
          <a:bodyPr vert="horz" wrap="square" lIns="0" tIns="72838" rIns="0" bIns="0" rtlCol="0">
            <a:spAutoFit/>
          </a:bodyPr>
          <a:lstStyle/>
          <a:p>
            <a:pPr marL="11206">
              <a:spcBef>
                <a:spcPts val="574"/>
              </a:spcBef>
            </a:pPr>
            <a:r>
              <a:rPr sz="1412" b="1" spc="-9" dirty="0">
                <a:solidFill>
                  <a:srgbClr val="CC3300"/>
                </a:solidFill>
                <a:latin typeface="Courier New"/>
                <a:cs typeface="Courier New"/>
              </a:rPr>
              <a:t>deepeningSearch(problem)</a:t>
            </a:r>
            <a:endParaRPr sz="1412">
              <a:latin typeface="Courier New"/>
              <a:cs typeface="Courier New"/>
            </a:endParaRPr>
          </a:p>
          <a:p>
            <a:pPr marL="11206">
              <a:spcBef>
                <a:spcPts val="441"/>
              </a:spcBef>
            </a:pP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depth:</a:t>
            </a:r>
            <a:r>
              <a:rPr sz="1279" spc="-35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2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# of</a:t>
            </a:r>
            <a:r>
              <a:rPr sz="1279" spc="-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nodes</a:t>
            </a:r>
            <a:r>
              <a:rPr sz="1279" spc="-13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tested:</a:t>
            </a:r>
            <a:r>
              <a:rPr sz="1279" spc="-35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4(2)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-26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expanded:</a:t>
            </a:r>
            <a:r>
              <a:rPr sz="1279" spc="-22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spc="-44" dirty="0">
                <a:latin typeface="Microsoft Sans Serif"/>
                <a:cs typeface="Microsoft Sans Serif"/>
              </a:rPr>
              <a:t>3</a:t>
            </a:r>
            <a:endParaRPr sz="1279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76029" y="2398955"/>
            <a:ext cx="509868" cy="508747"/>
            <a:chOff x="6819900" y="2718816"/>
            <a:chExt cx="577850" cy="576580"/>
          </a:xfrm>
        </p:grpSpPr>
        <p:sp>
          <p:nvSpPr>
            <p:cNvPr id="5" name="object 5"/>
            <p:cNvSpPr/>
            <p:nvPr/>
          </p:nvSpPr>
          <p:spPr>
            <a:xfrm>
              <a:off x="6830567" y="2727960"/>
              <a:ext cx="558165" cy="556260"/>
            </a:xfrm>
            <a:custGeom>
              <a:avLst/>
              <a:gdLst/>
              <a:ahLst/>
              <a:cxnLst/>
              <a:rect l="l" t="t" r="r" b="b"/>
              <a:pathLst>
                <a:path w="558165" h="556260">
                  <a:moveTo>
                    <a:pt x="278891" y="0"/>
                  </a:moveTo>
                  <a:lnTo>
                    <a:pt x="240791" y="3048"/>
                  </a:lnTo>
                  <a:lnTo>
                    <a:pt x="170687" y="21336"/>
                  </a:lnTo>
                  <a:lnTo>
                    <a:pt x="108203" y="57912"/>
                  </a:lnTo>
                  <a:lnTo>
                    <a:pt x="57911" y="108203"/>
                  </a:lnTo>
                  <a:lnTo>
                    <a:pt x="22859" y="170687"/>
                  </a:lnTo>
                  <a:lnTo>
                    <a:pt x="3048" y="240791"/>
                  </a:lnTo>
                  <a:lnTo>
                    <a:pt x="0" y="278891"/>
                  </a:lnTo>
                  <a:lnTo>
                    <a:pt x="3048" y="315467"/>
                  </a:lnTo>
                  <a:lnTo>
                    <a:pt x="22859" y="387095"/>
                  </a:lnTo>
                  <a:lnTo>
                    <a:pt x="57911" y="448055"/>
                  </a:lnTo>
                  <a:lnTo>
                    <a:pt x="108203" y="498348"/>
                  </a:lnTo>
                  <a:lnTo>
                    <a:pt x="170687" y="534924"/>
                  </a:lnTo>
                  <a:lnTo>
                    <a:pt x="240791" y="553212"/>
                  </a:lnTo>
                  <a:lnTo>
                    <a:pt x="278891" y="556260"/>
                  </a:lnTo>
                  <a:lnTo>
                    <a:pt x="316991" y="553212"/>
                  </a:lnTo>
                  <a:lnTo>
                    <a:pt x="387096" y="534924"/>
                  </a:lnTo>
                  <a:lnTo>
                    <a:pt x="448055" y="498348"/>
                  </a:lnTo>
                  <a:lnTo>
                    <a:pt x="498348" y="448055"/>
                  </a:lnTo>
                  <a:lnTo>
                    <a:pt x="534924" y="387095"/>
                  </a:lnTo>
                  <a:lnTo>
                    <a:pt x="554735" y="315467"/>
                  </a:lnTo>
                  <a:lnTo>
                    <a:pt x="557783" y="278891"/>
                  </a:lnTo>
                  <a:lnTo>
                    <a:pt x="554735" y="240791"/>
                  </a:lnTo>
                  <a:lnTo>
                    <a:pt x="534924" y="170687"/>
                  </a:lnTo>
                  <a:lnTo>
                    <a:pt x="498348" y="108203"/>
                  </a:lnTo>
                  <a:lnTo>
                    <a:pt x="448055" y="57912"/>
                  </a:lnTo>
                  <a:lnTo>
                    <a:pt x="387096" y="21336"/>
                  </a:lnTo>
                  <a:lnTo>
                    <a:pt x="316991" y="3048"/>
                  </a:lnTo>
                  <a:lnTo>
                    <a:pt x="27889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6819900" y="2718815"/>
              <a:ext cx="577850" cy="576580"/>
            </a:xfrm>
            <a:custGeom>
              <a:avLst/>
              <a:gdLst/>
              <a:ahLst/>
              <a:cxnLst/>
              <a:rect l="l" t="t" r="r" b="b"/>
              <a:pathLst>
                <a:path w="577850" h="576579">
                  <a:moveTo>
                    <a:pt x="577596" y="288036"/>
                  </a:moveTo>
                  <a:lnTo>
                    <a:pt x="569976" y="224028"/>
                  </a:lnTo>
                  <a:lnTo>
                    <a:pt x="565175" y="207264"/>
                  </a:lnTo>
                  <a:lnTo>
                    <a:pt x="560832" y="192024"/>
                  </a:lnTo>
                  <a:lnTo>
                    <a:pt x="557784" y="184797"/>
                  </a:lnTo>
                  <a:lnTo>
                    <a:pt x="557784" y="274320"/>
                  </a:lnTo>
                  <a:lnTo>
                    <a:pt x="557784" y="300228"/>
                  </a:lnTo>
                  <a:lnTo>
                    <a:pt x="554736" y="315468"/>
                  </a:lnTo>
                  <a:lnTo>
                    <a:pt x="554736" y="327660"/>
                  </a:lnTo>
                  <a:lnTo>
                    <a:pt x="551688" y="341376"/>
                  </a:lnTo>
                  <a:lnTo>
                    <a:pt x="548640" y="355092"/>
                  </a:lnTo>
                  <a:lnTo>
                    <a:pt x="548640" y="353568"/>
                  </a:lnTo>
                  <a:lnTo>
                    <a:pt x="545592" y="367284"/>
                  </a:lnTo>
                  <a:lnTo>
                    <a:pt x="541020" y="379476"/>
                  </a:lnTo>
                  <a:lnTo>
                    <a:pt x="534924" y="393192"/>
                  </a:lnTo>
                  <a:lnTo>
                    <a:pt x="534924" y="391668"/>
                  </a:lnTo>
                  <a:lnTo>
                    <a:pt x="530352" y="403860"/>
                  </a:lnTo>
                  <a:lnTo>
                    <a:pt x="518160" y="426720"/>
                  </a:lnTo>
                  <a:lnTo>
                    <a:pt x="495300" y="458724"/>
                  </a:lnTo>
                  <a:lnTo>
                    <a:pt x="496824" y="458724"/>
                  </a:lnTo>
                  <a:lnTo>
                    <a:pt x="478536" y="477012"/>
                  </a:lnTo>
                  <a:lnTo>
                    <a:pt x="467868" y="486156"/>
                  </a:lnTo>
                  <a:lnTo>
                    <a:pt x="469392" y="486156"/>
                  </a:lnTo>
                  <a:lnTo>
                    <a:pt x="458724" y="493776"/>
                  </a:lnTo>
                  <a:lnTo>
                    <a:pt x="449580" y="502920"/>
                  </a:lnTo>
                  <a:lnTo>
                    <a:pt x="449580" y="501396"/>
                  </a:lnTo>
                  <a:lnTo>
                    <a:pt x="438912" y="510540"/>
                  </a:lnTo>
                  <a:lnTo>
                    <a:pt x="440436" y="510540"/>
                  </a:lnTo>
                  <a:lnTo>
                    <a:pt x="426720" y="516636"/>
                  </a:lnTo>
                  <a:lnTo>
                    <a:pt x="428244" y="516636"/>
                  </a:lnTo>
                  <a:lnTo>
                    <a:pt x="416052" y="524256"/>
                  </a:lnTo>
                  <a:lnTo>
                    <a:pt x="417576" y="522732"/>
                  </a:lnTo>
                  <a:lnTo>
                    <a:pt x="405384" y="528828"/>
                  </a:lnTo>
                  <a:lnTo>
                    <a:pt x="393192" y="534924"/>
                  </a:lnTo>
                  <a:lnTo>
                    <a:pt x="368808" y="544068"/>
                  </a:lnTo>
                  <a:lnTo>
                    <a:pt x="356616" y="547116"/>
                  </a:lnTo>
                  <a:lnTo>
                    <a:pt x="342900" y="550164"/>
                  </a:lnTo>
                  <a:lnTo>
                    <a:pt x="344424" y="550164"/>
                  </a:lnTo>
                  <a:lnTo>
                    <a:pt x="329184" y="553212"/>
                  </a:lnTo>
                  <a:lnTo>
                    <a:pt x="315468" y="554736"/>
                  </a:lnTo>
                  <a:lnTo>
                    <a:pt x="303276" y="554736"/>
                  </a:lnTo>
                  <a:lnTo>
                    <a:pt x="289560" y="556260"/>
                  </a:lnTo>
                  <a:lnTo>
                    <a:pt x="274320" y="554736"/>
                  </a:lnTo>
                  <a:lnTo>
                    <a:pt x="262128" y="554736"/>
                  </a:lnTo>
                  <a:lnTo>
                    <a:pt x="248412" y="553212"/>
                  </a:lnTo>
                  <a:lnTo>
                    <a:pt x="234696" y="550164"/>
                  </a:lnTo>
                  <a:lnTo>
                    <a:pt x="236220" y="550164"/>
                  </a:lnTo>
                  <a:lnTo>
                    <a:pt x="220980" y="547116"/>
                  </a:lnTo>
                  <a:lnTo>
                    <a:pt x="222504" y="547116"/>
                  </a:lnTo>
                  <a:lnTo>
                    <a:pt x="208788" y="544068"/>
                  </a:lnTo>
                  <a:lnTo>
                    <a:pt x="184404" y="534924"/>
                  </a:lnTo>
                  <a:lnTo>
                    <a:pt x="185928" y="534924"/>
                  </a:lnTo>
                  <a:lnTo>
                    <a:pt x="172212" y="528828"/>
                  </a:lnTo>
                  <a:lnTo>
                    <a:pt x="161544" y="522732"/>
                  </a:lnTo>
                  <a:lnTo>
                    <a:pt x="161544" y="524256"/>
                  </a:lnTo>
                  <a:lnTo>
                    <a:pt x="138684" y="510540"/>
                  </a:lnTo>
                  <a:lnTo>
                    <a:pt x="140208" y="510540"/>
                  </a:lnTo>
                  <a:lnTo>
                    <a:pt x="128016" y="501396"/>
                  </a:lnTo>
                  <a:lnTo>
                    <a:pt x="128016" y="502920"/>
                  </a:lnTo>
                  <a:lnTo>
                    <a:pt x="118872" y="493776"/>
                  </a:lnTo>
                  <a:lnTo>
                    <a:pt x="108204" y="486156"/>
                  </a:lnTo>
                  <a:lnTo>
                    <a:pt x="89916" y="467868"/>
                  </a:lnTo>
                  <a:lnTo>
                    <a:pt x="82296" y="458724"/>
                  </a:lnTo>
                  <a:lnTo>
                    <a:pt x="59436" y="426720"/>
                  </a:lnTo>
                  <a:lnTo>
                    <a:pt x="60960" y="426720"/>
                  </a:lnTo>
                  <a:lnTo>
                    <a:pt x="53340" y="416052"/>
                  </a:lnTo>
                  <a:lnTo>
                    <a:pt x="47244" y="403860"/>
                  </a:lnTo>
                  <a:lnTo>
                    <a:pt x="48768" y="403860"/>
                  </a:lnTo>
                  <a:lnTo>
                    <a:pt x="43434" y="393192"/>
                  </a:lnTo>
                  <a:lnTo>
                    <a:pt x="42672" y="391668"/>
                  </a:lnTo>
                  <a:lnTo>
                    <a:pt x="42672" y="393192"/>
                  </a:lnTo>
                  <a:lnTo>
                    <a:pt x="38100" y="379476"/>
                  </a:lnTo>
                  <a:lnTo>
                    <a:pt x="32004" y="367284"/>
                  </a:lnTo>
                  <a:lnTo>
                    <a:pt x="29286" y="355092"/>
                  </a:lnTo>
                  <a:lnTo>
                    <a:pt x="28956" y="353568"/>
                  </a:lnTo>
                  <a:lnTo>
                    <a:pt x="28956" y="355092"/>
                  </a:lnTo>
                  <a:lnTo>
                    <a:pt x="25908" y="341376"/>
                  </a:lnTo>
                  <a:lnTo>
                    <a:pt x="24549" y="329184"/>
                  </a:lnTo>
                  <a:lnTo>
                    <a:pt x="24384" y="327660"/>
                  </a:lnTo>
                  <a:lnTo>
                    <a:pt x="24384" y="329184"/>
                  </a:lnTo>
                  <a:lnTo>
                    <a:pt x="23012" y="315468"/>
                  </a:lnTo>
                  <a:lnTo>
                    <a:pt x="22860" y="313944"/>
                  </a:lnTo>
                  <a:lnTo>
                    <a:pt x="22860" y="315468"/>
                  </a:lnTo>
                  <a:lnTo>
                    <a:pt x="21336" y="300228"/>
                  </a:lnTo>
                  <a:lnTo>
                    <a:pt x="21336" y="274320"/>
                  </a:lnTo>
                  <a:lnTo>
                    <a:pt x="25908" y="233172"/>
                  </a:lnTo>
                  <a:lnTo>
                    <a:pt x="25908" y="234696"/>
                  </a:lnTo>
                  <a:lnTo>
                    <a:pt x="26238" y="233172"/>
                  </a:lnTo>
                  <a:lnTo>
                    <a:pt x="32004" y="207264"/>
                  </a:lnTo>
                  <a:lnTo>
                    <a:pt x="32004" y="208788"/>
                  </a:lnTo>
                  <a:lnTo>
                    <a:pt x="32677" y="207264"/>
                  </a:lnTo>
                  <a:lnTo>
                    <a:pt x="38100" y="195072"/>
                  </a:lnTo>
                  <a:lnTo>
                    <a:pt x="42672" y="182880"/>
                  </a:lnTo>
                  <a:lnTo>
                    <a:pt x="47244" y="173736"/>
                  </a:lnTo>
                  <a:lnTo>
                    <a:pt x="48768" y="170688"/>
                  </a:lnTo>
                  <a:lnTo>
                    <a:pt x="47244" y="172212"/>
                  </a:lnTo>
                  <a:lnTo>
                    <a:pt x="53340" y="160020"/>
                  </a:lnTo>
                  <a:lnTo>
                    <a:pt x="59436" y="149352"/>
                  </a:lnTo>
                  <a:lnTo>
                    <a:pt x="67056" y="137160"/>
                  </a:lnTo>
                  <a:lnTo>
                    <a:pt x="67056" y="138684"/>
                  </a:lnTo>
                  <a:lnTo>
                    <a:pt x="68008" y="137160"/>
                  </a:lnTo>
                  <a:lnTo>
                    <a:pt x="74676" y="126492"/>
                  </a:lnTo>
                  <a:lnTo>
                    <a:pt x="82296" y="117348"/>
                  </a:lnTo>
                  <a:lnTo>
                    <a:pt x="89916" y="106680"/>
                  </a:lnTo>
                  <a:lnTo>
                    <a:pt x="108204" y="88392"/>
                  </a:lnTo>
                  <a:lnTo>
                    <a:pt x="108204" y="89916"/>
                  </a:lnTo>
                  <a:lnTo>
                    <a:pt x="110337" y="88392"/>
                  </a:lnTo>
                  <a:lnTo>
                    <a:pt x="118872" y="82296"/>
                  </a:lnTo>
                  <a:lnTo>
                    <a:pt x="118872" y="80772"/>
                  </a:lnTo>
                  <a:lnTo>
                    <a:pt x="128016" y="73152"/>
                  </a:lnTo>
                  <a:lnTo>
                    <a:pt x="138684" y="65532"/>
                  </a:lnTo>
                  <a:lnTo>
                    <a:pt x="161544" y="51816"/>
                  </a:lnTo>
                  <a:lnTo>
                    <a:pt x="172212" y="45720"/>
                  </a:lnTo>
                  <a:lnTo>
                    <a:pt x="184404" y="41148"/>
                  </a:lnTo>
                  <a:lnTo>
                    <a:pt x="196596" y="35052"/>
                  </a:lnTo>
                  <a:lnTo>
                    <a:pt x="196596" y="36576"/>
                  </a:lnTo>
                  <a:lnTo>
                    <a:pt x="200660" y="35052"/>
                  </a:lnTo>
                  <a:lnTo>
                    <a:pt x="208788" y="32004"/>
                  </a:lnTo>
                  <a:lnTo>
                    <a:pt x="220980" y="28956"/>
                  </a:lnTo>
                  <a:lnTo>
                    <a:pt x="234696" y="25908"/>
                  </a:lnTo>
                  <a:lnTo>
                    <a:pt x="248412" y="22860"/>
                  </a:lnTo>
                  <a:lnTo>
                    <a:pt x="262128" y="21336"/>
                  </a:lnTo>
                  <a:lnTo>
                    <a:pt x="274320" y="19812"/>
                  </a:lnTo>
                  <a:lnTo>
                    <a:pt x="303276" y="19812"/>
                  </a:lnTo>
                  <a:lnTo>
                    <a:pt x="344424" y="25908"/>
                  </a:lnTo>
                  <a:lnTo>
                    <a:pt x="381000" y="36576"/>
                  </a:lnTo>
                  <a:lnTo>
                    <a:pt x="381000" y="35052"/>
                  </a:lnTo>
                  <a:lnTo>
                    <a:pt x="393192" y="41148"/>
                  </a:lnTo>
                  <a:lnTo>
                    <a:pt x="405384" y="45720"/>
                  </a:lnTo>
                  <a:lnTo>
                    <a:pt x="405384" y="47244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26720" y="57912"/>
                  </a:lnTo>
                  <a:lnTo>
                    <a:pt x="428244" y="59436"/>
                  </a:lnTo>
                  <a:lnTo>
                    <a:pt x="440436" y="65532"/>
                  </a:lnTo>
                  <a:lnTo>
                    <a:pt x="458724" y="80772"/>
                  </a:lnTo>
                  <a:lnTo>
                    <a:pt x="469392" y="89916"/>
                  </a:lnTo>
                  <a:lnTo>
                    <a:pt x="478536" y="97536"/>
                  </a:lnTo>
                  <a:lnTo>
                    <a:pt x="478536" y="99060"/>
                  </a:lnTo>
                  <a:lnTo>
                    <a:pt x="487680" y="106680"/>
                  </a:lnTo>
                  <a:lnTo>
                    <a:pt x="496824" y="117348"/>
                  </a:lnTo>
                  <a:lnTo>
                    <a:pt x="495300" y="117348"/>
                  </a:lnTo>
                  <a:lnTo>
                    <a:pt x="496824" y="118872"/>
                  </a:lnTo>
                  <a:lnTo>
                    <a:pt x="502920" y="128016"/>
                  </a:lnTo>
                  <a:lnTo>
                    <a:pt x="502920" y="126492"/>
                  </a:lnTo>
                  <a:lnTo>
                    <a:pt x="510540" y="138684"/>
                  </a:lnTo>
                  <a:lnTo>
                    <a:pt x="510540" y="137160"/>
                  </a:lnTo>
                  <a:lnTo>
                    <a:pt x="518160" y="149352"/>
                  </a:lnTo>
                  <a:lnTo>
                    <a:pt x="518160" y="147828"/>
                  </a:lnTo>
                  <a:lnTo>
                    <a:pt x="530352" y="172212"/>
                  </a:lnTo>
                  <a:lnTo>
                    <a:pt x="530352" y="170688"/>
                  </a:lnTo>
                  <a:lnTo>
                    <a:pt x="534924" y="182880"/>
                  </a:lnTo>
                  <a:lnTo>
                    <a:pt x="541020" y="195072"/>
                  </a:lnTo>
                  <a:lnTo>
                    <a:pt x="545592" y="208788"/>
                  </a:lnTo>
                  <a:lnTo>
                    <a:pt x="545592" y="207264"/>
                  </a:lnTo>
                  <a:lnTo>
                    <a:pt x="551688" y="234696"/>
                  </a:lnTo>
                  <a:lnTo>
                    <a:pt x="551688" y="237744"/>
                  </a:lnTo>
                  <a:lnTo>
                    <a:pt x="554736" y="246888"/>
                  </a:lnTo>
                  <a:lnTo>
                    <a:pt x="554736" y="260604"/>
                  </a:lnTo>
                  <a:lnTo>
                    <a:pt x="557784" y="274320"/>
                  </a:lnTo>
                  <a:lnTo>
                    <a:pt x="557784" y="184797"/>
                  </a:lnTo>
                  <a:lnTo>
                    <a:pt x="551840" y="170688"/>
                  </a:lnTo>
                  <a:lnTo>
                    <a:pt x="548640" y="163068"/>
                  </a:lnTo>
                  <a:lnTo>
                    <a:pt x="539216" y="147828"/>
                  </a:lnTo>
                  <a:lnTo>
                    <a:pt x="532638" y="137160"/>
                  </a:lnTo>
                  <a:lnTo>
                    <a:pt x="526046" y="126492"/>
                  </a:lnTo>
                  <a:lnTo>
                    <a:pt x="516636" y="111252"/>
                  </a:lnTo>
                  <a:lnTo>
                    <a:pt x="478536" y="68580"/>
                  </a:lnTo>
                  <a:lnTo>
                    <a:pt x="432816" y="36576"/>
                  </a:lnTo>
                  <a:lnTo>
                    <a:pt x="429221" y="35052"/>
                  </a:lnTo>
                  <a:lnTo>
                    <a:pt x="393293" y="19812"/>
                  </a:lnTo>
                  <a:lnTo>
                    <a:pt x="382524" y="15240"/>
                  </a:lnTo>
                  <a:lnTo>
                    <a:pt x="329184" y="3048"/>
                  </a:lnTo>
                  <a:lnTo>
                    <a:pt x="274320" y="0"/>
                  </a:lnTo>
                  <a:lnTo>
                    <a:pt x="248412" y="3048"/>
                  </a:lnTo>
                  <a:lnTo>
                    <a:pt x="195072" y="15240"/>
                  </a:lnTo>
                  <a:lnTo>
                    <a:pt x="144780" y="36576"/>
                  </a:lnTo>
                  <a:lnTo>
                    <a:pt x="99060" y="68580"/>
                  </a:lnTo>
                  <a:lnTo>
                    <a:pt x="60960" y="111252"/>
                  </a:lnTo>
                  <a:lnTo>
                    <a:pt x="28956" y="163068"/>
                  </a:lnTo>
                  <a:lnTo>
                    <a:pt x="7620" y="224028"/>
                  </a:lnTo>
                  <a:lnTo>
                    <a:pt x="0" y="272796"/>
                  </a:lnTo>
                  <a:lnTo>
                    <a:pt x="0" y="301752"/>
                  </a:lnTo>
                  <a:lnTo>
                    <a:pt x="7620" y="345948"/>
                  </a:lnTo>
                  <a:lnTo>
                    <a:pt x="21336" y="394716"/>
                  </a:lnTo>
                  <a:lnTo>
                    <a:pt x="47244" y="443484"/>
                  </a:lnTo>
                  <a:lnTo>
                    <a:pt x="50292" y="449580"/>
                  </a:lnTo>
                  <a:lnTo>
                    <a:pt x="59436" y="461772"/>
                  </a:lnTo>
                  <a:lnTo>
                    <a:pt x="73152" y="478536"/>
                  </a:lnTo>
                  <a:lnTo>
                    <a:pt x="99060" y="504444"/>
                  </a:lnTo>
                  <a:lnTo>
                    <a:pt x="118872" y="519684"/>
                  </a:lnTo>
                  <a:lnTo>
                    <a:pt x="128016" y="527304"/>
                  </a:lnTo>
                  <a:lnTo>
                    <a:pt x="138684" y="533400"/>
                  </a:lnTo>
                  <a:lnTo>
                    <a:pt x="160020" y="545592"/>
                  </a:lnTo>
                  <a:lnTo>
                    <a:pt x="184404" y="556260"/>
                  </a:lnTo>
                  <a:lnTo>
                    <a:pt x="220980" y="568452"/>
                  </a:lnTo>
                  <a:lnTo>
                    <a:pt x="228600" y="569976"/>
                  </a:lnTo>
                  <a:lnTo>
                    <a:pt x="234696" y="571500"/>
                  </a:lnTo>
                  <a:lnTo>
                    <a:pt x="265176" y="574548"/>
                  </a:lnTo>
                  <a:lnTo>
                    <a:pt x="303276" y="576072"/>
                  </a:lnTo>
                  <a:lnTo>
                    <a:pt x="316992" y="574548"/>
                  </a:lnTo>
                  <a:lnTo>
                    <a:pt x="318516" y="574548"/>
                  </a:lnTo>
                  <a:lnTo>
                    <a:pt x="332232" y="573024"/>
                  </a:lnTo>
                  <a:lnTo>
                    <a:pt x="344424" y="569976"/>
                  </a:lnTo>
                  <a:lnTo>
                    <a:pt x="373380" y="563880"/>
                  </a:lnTo>
                  <a:lnTo>
                    <a:pt x="405384" y="551688"/>
                  </a:lnTo>
                  <a:lnTo>
                    <a:pt x="409956" y="550164"/>
                  </a:lnTo>
                  <a:lnTo>
                    <a:pt x="416052" y="547116"/>
                  </a:lnTo>
                  <a:lnTo>
                    <a:pt x="428244" y="539496"/>
                  </a:lnTo>
                  <a:lnTo>
                    <a:pt x="440436" y="533400"/>
                  </a:lnTo>
                  <a:lnTo>
                    <a:pt x="443484" y="530352"/>
                  </a:lnTo>
                  <a:lnTo>
                    <a:pt x="449580" y="525780"/>
                  </a:lnTo>
                  <a:lnTo>
                    <a:pt x="469392" y="512064"/>
                  </a:lnTo>
                  <a:lnTo>
                    <a:pt x="475488" y="507492"/>
                  </a:lnTo>
                  <a:lnTo>
                    <a:pt x="478536" y="504444"/>
                  </a:lnTo>
                  <a:lnTo>
                    <a:pt x="496824" y="487680"/>
                  </a:lnTo>
                  <a:lnTo>
                    <a:pt x="502920" y="481584"/>
                  </a:lnTo>
                  <a:lnTo>
                    <a:pt x="527304" y="451104"/>
                  </a:lnTo>
                  <a:lnTo>
                    <a:pt x="547116" y="417576"/>
                  </a:lnTo>
                  <a:lnTo>
                    <a:pt x="551688" y="405384"/>
                  </a:lnTo>
                  <a:lnTo>
                    <a:pt x="557784" y="393192"/>
                  </a:lnTo>
                  <a:lnTo>
                    <a:pt x="562356" y="381000"/>
                  </a:lnTo>
                  <a:lnTo>
                    <a:pt x="573024" y="342900"/>
                  </a:lnTo>
                  <a:lnTo>
                    <a:pt x="576072" y="301752"/>
                  </a:lnTo>
                  <a:lnTo>
                    <a:pt x="577596" y="288036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60249" y="2397182"/>
            <a:ext cx="342340" cy="411123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algn="ctr">
              <a:lnSpc>
                <a:spcPts val="1619"/>
              </a:lnSpc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S</a:t>
            </a:r>
            <a:endParaRPr sz="1412">
              <a:latin typeface="Arial"/>
              <a:cs typeface="Arial"/>
            </a:endParaRPr>
          </a:p>
          <a:p>
            <a:pPr algn="ctr">
              <a:lnSpc>
                <a:spcPts val="1460"/>
              </a:lnSpc>
            </a:pPr>
            <a:r>
              <a:rPr sz="1279" spc="-9" dirty="0">
                <a:solidFill>
                  <a:srgbClr val="FFFFFF"/>
                </a:solidFill>
                <a:latin typeface="Microsoft Sans Serif"/>
                <a:cs typeface="Microsoft Sans Serif"/>
              </a:rPr>
              <a:t>start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99021" y="2827916"/>
            <a:ext cx="1065119" cy="210110"/>
          </a:xfrm>
          <a:custGeom>
            <a:avLst/>
            <a:gdLst/>
            <a:ahLst/>
            <a:cxnLst/>
            <a:rect l="l" t="t" r="r" b="b"/>
            <a:pathLst>
              <a:path w="1207134" h="238125">
                <a:moveTo>
                  <a:pt x="411480" y="18288"/>
                </a:moveTo>
                <a:lnTo>
                  <a:pt x="400812" y="0"/>
                </a:lnTo>
                <a:lnTo>
                  <a:pt x="0" y="237744"/>
                </a:lnTo>
                <a:lnTo>
                  <a:pt x="39624" y="237744"/>
                </a:lnTo>
                <a:lnTo>
                  <a:pt x="411480" y="18288"/>
                </a:lnTo>
                <a:close/>
              </a:path>
              <a:path w="1207134" h="238125">
                <a:moveTo>
                  <a:pt x="614172" y="89916"/>
                </a:moveTo>
                <a:lnTo>
                  <a:pt x="592836" y="89916"/>
                </a:lnTo>
                <a:lnTo>
                  <a:pt x="592836" y="237744"/>
                </a:lnTo>
                <a:lnTo>
                  <a:pt x="614172" y="237744"/>
                </a:lnTo>
                <a:lnTo>
                  <a:pt x="614172" y="89916"/>
                </a:lnTo>
                <a:close/>
              </a:path>
              <a:path w="1207134" h="238125">
                <a:moveTo>
                  <a:pt x="1207008" y="237744"/>
                </a:moveTo>
                <a:lnTo>
                  <a:pt x="806196" y="0"/>
                </a:lnTo>
                <a:lnTo>
                  <a:pt x="795528" y="18288"/>
                </a:lnTo>
                <a:lnTo>
                  <a:pt x="1165860" y="237744"/>
                </a:lnTo>
                <a:lnTo>
                  <a:pt x="1207008" y="237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7085331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5</a:t>
            </a:r>
            <a:endParaRPr sz="1279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93880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86043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58448" y="3037690"/>
            <a:ext cx="2140324" cy="687481"/>
            <a:chOff x="5893308" y="3442715"/>
            <a:chExt cx="2425700" cy="779145"/>
          </a:xfrm>
        </p:grpSpPr>
        <p:sp>
          <p:nvSpPr>
            <p:cNvPr id="13" name="object 13"/>
            <p:cNvSpPr/>
            <p:nvPr/>
          </p:nvSpPr>
          <p:spPr>
            <a:xfrm>
              <a:off x="5907487" y="3656075"/>
              <a:ext cx="548005" cy="230504"/>
            </a:xfrm>
            <a:custGeom>
              <a:avLst/>
              <a:gdLst/>
              <a:ahLst/>
              <a:cxnLst/>
              <a:rect l="l" t="t" r="r" b="b"/>
              <a:pathLst>
                <a:path w="548004" h="230504">
                  <a:moveTo>
                    <a:pt x="273856" y="0"/>
                  </a:moveTo>
                  <a:lnTo>
                    <a:pt x="200704" y="9144"/>
                  </a:lnTo>
                  <a:lnTo>
                    <a:pt x="133648" y="38100"/>
                  </a:lnTo>
                  <a:lnTo>
                    <a:pt x="77260" y="80772"/>
                  </a:lnTo>
                  <a:lnTo>
                    <a:pt x="34588" y="137160"/>
                  </a:lnTo>
                  <a:lnTo>
                    <a:pt x="5632" y="204215"/>
                  </a:lnTo>
                  <a:lnTo>
                    <a:pt x="0" y="230124"/>
                  </a:lnTo>
                  <a:lnTo>
                    <a:pt x="547712" y="230124"/>
                  </a:lnTo>
                  <a:lnTo>
                    <a:pt x="531412" y="169163"/>
                  </a:lnTo>
                  <a:lnTo>
                    <a:pt x="494836" y="108203"/>
                  </a:lnTo>
                  <a:lnTo>
                    <a:pt x="444544" y="57912"/>
                  </a:lnTo>
                  <a:lnTo>
                    <a:pt x="382060" y="21336"/>
                  </a:lnTo>
                  <a:lnTo>
                    <a:pt x="311956" y="1524"/>
                  </a:lnTo>
                  <a:lnTo>
                    <a:pt x="27385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5898007" y="3646931"/>
              <a:ext cx="566420" cy="239395"/>
            </a:xfrm>
            <a:custGeom>
              <a:avLst/>
              <a:gdLst/>
              <a:ahLst/>
              <a:cxnLst/>
              <a:rect l="l" t="t" r="r" b="b"/>
              <a:pathLst>
                <a:path w="566420" h="239395">
                  <a:moveTo>
                    <a:pt x="566140" y="239268"/>
                  </a:moveTo>
                  <a:lnTo>
                    <a:pt x="563753" y="222504"/>
                  </a:lnTo>
                  <a:lnTo>
                    <a:pt x="562838" y="219456"/>
                  </a:lnTo>
                  <a:lnTo>
                    <a:pt x="554609" y="192024"/>
                  </a:lnTo>
                  <a:lnTo>
                    <a:pt x="511937" y="109728"/>
                  </a:lnTo>
                  <a:lnTo>
                    <a:pt x="473837" y="68580"/>
                  </a:lnTo>
                  <a:lnTo>
                    <a:pt x="426593" y="36576"/>
                  </a:lnTo>
                  <a:lnTo>
                    <a:pt x="387578" y="18288"/>
                  </a:lnTo>
                  <a:lnTo>
                    <a:pt x="377825" y="13716"/>
                  </a:lnTo>
                  <a:lnTo>
                    <a:pt x="324485" y="1524"/>
                  </a:lnTo>
                  <a:lnTo>
                    <a:pt x="269621" y="0"/>
                  </a:lnTo>
                  <a:lnTo>
                    <a:pt x="242189" y="1524"/>
                  </a:lnTo>
                  <a:lnTo>
                    <a:pt x="190373" y="13716"/>
                  </a:lnTo>
                  <a:lnTo>
                    <a:pt x="140081" y="36576"/>
                  </a:lnTo>
                  <a:lnTo>
                    <a:pt x="94361" y="68580"/>
                  </a:lnTo>
                  <a:lnTo>
                    <a:pt x="54737" y="109728"/>
                  </a:lnTo>
                  <a:lnTo>
                    <a:pt x="24257" y="161544"/>
                  </a:lnTo>
                  <a:lnTo>
                    <a:pt x="2921" y="222504"/>
                  </a:lnTo>
                  <a:lnTo>
                    <a:pt x="0" y="239268"/>
                  </a:lnTo>
                  <a:lnTo>
                    <a:pt x="19850" y="239268"/>
                  </a:lnTo>
                  <a:lnTo>
                    <a:pt x="24257" y="219456"/>
                  </a:lnTo>
                  <a:lnTo>
                    <a:pt x="24257" y="220980"/>
                  </a:lnTo>
                  <a:lnTo>
                    <a:pt x="36449" y="182880"/>
                  </a:lnTo>
                  <a:lnTo>
                    <a:pt x="42545" y="170688"/>
                  </a:lnTo>
                  <a:lnTo>
                    <a:pt x="41021" y="170688"/>
                  </a:lnTo>
                  <a:lnTo>
                    <a:pt x="53213" y="149352"/>
                  </a:lnTo>
                  <a:lnTo>
                    <a:pt x="54737" y="147828"/>
                  </a:lnTo>
                  <a:lnTo>
                    <a:pt x="53213" y="147828"/>
                  </a:lnTo>
                  <a:lnTo>
                    <a:pt x="60833" y="137160"/>
                  </a:lnTo>
                  <a:lnTo>
                    <a:pt x="69977" y="126492"/>
                  </a:lnTo>
                  <a:lnTo>
                    <a:pt x="76073" y="115824"/>
                  </a:lnTo>
                  <a:lnTo>
                    <a:pt x="76073" y="117348"/>
                  </a:lnTo>
                  <a:lnTo>
                    <a:pt x="77368" y="115824"/>
                  </a:lnTo>
                  <a:lnTo>
                    <a:pt x="85217" y="106680"/>
                  </a:lnTo>
                  <a:lnTo>
                    <a:pt x="103505" y="88392"/>
                  </a:lnTo>
                  <a:lnTo>
                    <a:pt x="112649" y="80772"/>
                  </a:lnTo>
                  <a:lnTo>
                    <a:pt x="123317" y="71628"/>
                  </a:lnTo>
                  <a:lnTo>
                    <a:pt x="132461" y="65532"/>
                  </a:lnTo>
                  <a:lnTo>
                    <a:pt x="133985" y="64008"/>
                  </a:lnTo>
                  <a:lnTo>
                    <a:pt x="132461" y="64008"/>
                  </a:lnTo>
                  <a:lnTo>
                    <a:pt x="155321" y="51816"/>
                  </a:lnTo>
                  <a:lnTo>
                    <a:pt x="167513" y="45720"/>
                  </a:lnTo>
                  <a:lnTo>
                    <a:pt x="178181" y="41148"/>
                  </a:lnTo>
                  <a:lnTo>
                    <a:pt x="179705" y="39624"/>
                  </a:lnTo>
                  <a:lnTo>
                    <a:pt x="178181" y="39624"/>
                  </a:lnTo>
                  <a:lnTo>
                    <a:pt x="190373" y="35052"/>
                  </a:lnTo>
                  <a:lnTo>
                    <a:pt x="202565" y="32004"/>
                  </a:lnTo>
                  <a:lnTo>
                    <a:pt x="216281" y="27432"/>
                  </a:lnTo>
                  <a:lnTo>
                    <a:pt x="228473" y="24384"/>
                  </a:lnTo>
                  <a:lnTo>
                    <a:pt x="242189" y="21336"/>
                  </a:lnTo>
                  <a:lnTo>
                    <a:pt x="255905" y="19812"/>
                  </a:lnTo>
                  <a:lnTo>
                    <a:pt x="269621" y="19812"/>
                  </a:lnTo>
                  <a:lnTo>
                    <a:pt x="283337" y="18288"/>
                  </a:lnTo>
                  <a:lnTo>
                    <a:pt x="297053" y="19812"/>
                  </a:lnTo>
                  <a:lnTo>
                    <a:pt x="298577" y="19812"/>
                  </a:lnTo>
                  <a:lnTo>
                    <a:pt x="310769" y="19812"/>
                  </a:lnTo>
                  <a:lnTo>
                    <a:pt x="324485" y="21336"/>
                  </a:lnTo>
                  <a:lnTo>
                    <a:pt x="338201" y="24384"/>
                  </a:lnTo>
                  <a:lnTo>
                    <a:pt x="350393" y="27432"/>
                  </a:lnTo>
                  <a:lnTo>
                    <a:pt x="362585" y="32004"/>
                  </a:lnTo>
                  <a:lnTo>
                    <a:pt x="374777" y="35052"/>
                  </a:lnTo>
                  <a:lnTo>
                    <a:pt x="388493" y="39624"/>
                  </a:lnTo>
                  <a:lnTo>
                    <a:pt x="400685" y="45720"/>
                  </a:lnTo>
                  <a:lnTo>
                    <a:pt x="409829" y="51816"/>
                  </a:lnTo>
                  <a:lnTo>
                    <a:pt x="423545" y="57912"/>
                  </a:lnTo>
                  <a:lnTo>
                    <a:pt x="434213" y="64008"/>
                  </a:lnTo>
                  <a:lnTo>
                    <a:pt x="432689" y="64008"/>
                  </a:lnTo>
                  <a:lnTo>
                    <a:pt x="434213" y="65532"/>
                  </a:lnTo>
                  <a:lnTo>
                    <a:pt x="444881" y="71628"/>
                  </a:lnTo>
                  <a:lnTo>
                    <a:pt x="443357" y="71628"/>
                  </a:lnTo>
                  <a:lnTo>
                    <a:pt x="444881" y="73152"/>
                  </a:lnTo>
                  <a:lnTo>
                    <a:pt x="454025" y="80772"/>
                  </a:lnTo>
                  <a:lnTo>
                    <a:pt x="464693" y="88392"/>
                  </a:lnTo>
                  <a:lnTo>
                    <a:pt x="463169" y="88392"/>
                  </a:lnTo>
                  <a:lnTo>
                    <a:pt x="464693" y="89916"/>
                  </a:lnTo>
                  <a:lnTo>
                    <a:pt x="473837" y="97536"/>
                  </a:lnTo>
                  <a:lnTo>
                    <a:pt x="472313" y="97536"/>
                  </a:lnTo>
                  <a:lnTo>
                    <a:pt x="473837" y="99060"/>
                  </a:lnTo>
                  <a:lnTo>
                    <a:pt x="481457" y="106680"/>
                  </a:lnTo>
                  <a:lnTo>
                    <a:pt x="490601" y="117348"/>
                  </a:lnTo>
                  <a:lnTo>
                    <a:pt x="524129" y="170688"/>
                  </a:lnTo>
                  <a:lnTo>
                    <a:pt x="539369" y="207264"/>
                  </a:lnTo>
                  <a:lnTo>
                    <a:pt x="543941" y="220980"/>
                  </a:lnTo>
                  <a:lnTo>
                    <a:pt x="543941" y="219456"/>
                  </a:lnTo>
                  <a:lnTo>
                    <a:pt x="546989" y="233172"/>
                  </a:lnTo>
                  <a:lnTo>
                    <a:pt x="545465" y="233172"/>
                  </a:lnTo>
                  <a:lnTo>
                    <a:pt x="546989" y="237744"/>
                  </a:lnTo>
                  <a:lnTo>
                    <a:pt x="547243" y="239268"/>
                  </a:lnTo>
                  <a:lnTo>
                    <a:pt x="566140" y="239268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6181344" y="3442715"/>
              <a:ext cx="364490" cy="208915"/>
            </a:xfrm>
            <a:custGeom>
              <a:avLst/>
              <a:gdLst/>
              <a:ahLst/>
              <a:cxnLst/>
              <a:rect l="l" t="t" r="r" b="b"/>
              <a:pathLst>
                <a:path w="364490" h="208914">
                  <a:moveTo>
                    <a:pt x="364236" y="0"/>
                  </a:moveTo>
                  <a:lnTo>
                    <a:pt x="324612" y="0"/>
                  </a:lnTo>
                  <a:lnTo>
                    <a:pt x="30480" y="172212"/>
                  </a:lnTo>
                  <a:lnTo>
                    <a:pt x="19812" y="155448"/>
                  </a:lnTo>
                  <a:lnTo>
                    <a:pt x="0" y="202692"/>
                  </a:lnTo>
                  <a:lnTo>
                    <a:pt x="22860" y="205740"/>
                  </a:lnTo>
                  <a:lnTo>
                    <a:pt x="51816" y="208788"/>
                  </a:lnTo>
                  <a:lnTo>
                    <a:pt x="41148" y="190500"/>
                  </a:lnTo>
                  <a:lnTo>
                    <a:pt x="3642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6835603" y="3656075"/>
              <a:ext cx="548005" cy="230504"/>
            </a:xfrm>
            <a:custGeom>
              <a:avLst/>
              <a:gdLst/>
              <a:ahLst/>
              <a:cxnLst/>
              <a:rect l="l" t="t" r="r" b="b"/>
              <a:pathLst>
                <a:path w="548004" h="230504">
                  <a:moveTo>
                    <a:pt x="273856" y="0"/>
                  </a:moveTo>
                  <a:lnTo>
                    <a:pt x="235756" y="1524"/>
                  </a:lnTo>
                  <a:lnTo>
                    <a:pt x="165652" y="21336"/>
                  </a:lnTo>
                  <a:lnTo>
                    <a:pt x="103168" y="57912"/>
                  </a:lnTo>
                  <a:lnTo>
                    <a:pt x="52876" y="108203"/>
                  </a:lnTo>
                  <a:lnTo>
                    <a:pt x="17824" y="169163"/>
                  </a:lnTo>
                  <a:lnTo>
                    <a:pt x="0" y="230124"/>
                  </a:lnTo>
                  <a:lnTo>
                    <a:pt x="547712" y="230124"/>
                  </a:lnTo>
                  <a:lnTo>
                    <a:pt x="529888" y="169163"/>
                  </a:lnTo>
                  <a:lnTo>
                    <a:pt x="493312" y="108203"/>
                  </a:lnTo>
                  <a:lnTo>
                    <a:pt x="443020" y="57912"/>
                  </a:lnTo>
                  <a:lnTo>
                    <a:pt x="382060" y="21336"/>
                  </a:lnTo>
                  <a:lnTo>
                    <a:pt x="311956" y="1524"/>
                  </a:lnTo>
                  <a:lnTo>
                    <a:pt x="27385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6824749" y="3646931"/>
              <a:ext cx="568325" cy="239395"/>
            </a:xfrm>
            <a:custGeom>
              <a:avLst/>
              <a:gdLst/>
              <a:ahLst/>
              <a:cxnLst/>
              <a:rect l="l" t="t" r="r" b="b"/>
              <a:pathLst>
                <a:path w="568325" h="239395">
                  <a:moveTo>
                    <a:pt x="298426" y="0"/>
                  </a:moveTo>
                  <a:lnTo>
                    <a:pt x="269470" y="0"/>
                  </a:lnTo>
                  <a:lnTo>
                    <a:pt x="243562" y="1523"/>
                  </a:lnTo>
                  <a:lnTo>
                    <a:pt x="190222" y="13715"/>
                  </a:lnTo>
                  <a:lnTo>
                    <a:pt x="139930" y="36575"/>
                  </a:lnTo>
                  <a:lnTo>
                    <a:pt x="94210" y="68579"/>
                  </a:lnTo>
                  <a:lnTo>
                    <a:pt x="56110" y="109727"/>
                  </a:lnTo>
                  <a:lnTo>
                    <a:pt x="24106" y="161543"/>
                  </a:lnTo>
                  <a:lnTo>
                    <a:pt x="2770" y="224027"/>
                  </a:lnTo>
                  <a:lnTo>
                    <a:pt x="0" y="239267"/>
                  </a:lnTo>
                  <a:lnTo>
                    <a:pt x="20381" y="239267"/>
                  </a:lnTo>
                  <a:lnTo>
                    <a:pt x="21058" y="233171"/>
                  </a:lnTo>
                  <a:lnTo>
                    <a:pt x="24106" y="219455"/>
                  </a:lnTo>
                  <a:lnTo>
                    <a:pt x="24445" y="219455"/>
                  </a:lnTo>
                  <a:lnTo>
                    <a:pt x="27154" y="207263"/>
                  </a:lnTo>
                  <a:lnTo>
                    <a:pt x="33250" y="195071"/>
                  </a:lnTo>
                  <a:lnTo>
                    <a:pt x="37822" y="182879"/>
                  </a:lnTo>
                  <a:lnTo>
                    <a:pt x="42394" y="172212"/>
                  </a:lnTo>
                  <a:lnTo>
                    <a:pt x="43918" y="170687"/>
                  </a:lnTo>
                  <a:lnTo>
                    <a:pt x="42394" y="170687"/>
                  </a:lnTo>
                  <a:lnTo>
                    <a:pt x="54586" y="149351"/>
                  </a:lnTo>
                  <a:lnTo>
                    <a:pt x="56110" y="147827"/>
                  </a:lnTo>
                  <a:lnTo>
                    <a:pt x="54586" y="147827"/>
                  </a:lnTo>
                  <a:lnTo>
                    <a:pt x="77446" y="115823"/>
                  </a:lnTo>
                  <a:lnTo>
                    <a:pt x="78535" y="115823"/>
                  </a:lnTo>
                  <a:lnTo>
                    <a:pt x="85066" y="106679"/>
                  </a:lnTo>
                  <a:lnTo>
                    <a:pt x="103354" y="88391"/>
                  </a:lnTo>
                  <a:lnTo>
                    <a:pt x="114022" y="80771"/>
                  </a:lnTo>
                  <a:lnTo>
                    <a:pt x="123166" y="71627"/>
                  </a:lnTo>
                  <a:lnTo>
                    <a:pt x="133834" y="65531"/>
                  </a:lnTo>
                  <a:lnTo>
                    <a:pt x="135358" y="64007"/>
                  </a:lnTo>
                  <a:lnTo>
                    <a:pt x="133834" y="64007"/>
                  </a:lnTo>
                  <a:lnTo>
                    <a:pt x="156694" y="51815"/>
                  </a:lnTo>
                  <a:lnTo>
                    <a:pt x="167362" y="45719"/>
                  </a:lnTo>
                  <a:lnTo>
                    <a:pt x="179554" y="41147"/>
                  </a:lnTo>
                  <a:lnTo>
                    <a:pt x="181078" y="39623"/>
                  </a:lnTo>
                  <a:lnTo>
                    <a:pt x="179554" y="39623"/>
                  </a:lnTo>
                  <a:lnTo>
                    <a:pt x="191746" y="35051"/>
                  </a:lnTo>
                  <a:lnTo>
                    <a:pt x="203938" y="32003"/>
                  </a:lnTo>
                  <a:lnTo>
                    <a:pt x="216130" y="27431"/>
                  </a:lnTo>
                  <a:lnTo>
                    <a:pt x="243562" y="21335"/>
                  </a:lnTo>
                  <a:lnTo>
                    <a:pt x="257278" y="19812"/>
                  </a:lnTo>
                  <a:lnTo>
                    <a:pt x="269470" y="19812"/>
                  </a:lnTo>
                  <a:lnTo>
                    <a:pt x="284710" y="18287"/>
                  </a:lnTo>
                  <a:lnTo>
                    <a:pt x="384740" y="18287"/>
                  </a:lnTo>
                  <a:lnTo>
                    <a:pt x="351766" y="7619"/>
                  </a:lnTo>
                  <a:lnTo>
                    <a:pt x="298426" y="0"/>
                  </a:lnTo>
                  <a:close/>
                </a:path>
                <a:path w="568325" h="239395">
                  <a:moveTo>
                    <a:pt x="552934" y="219455"/>
                  </a:moveTo>
                  <a:lnTo>
                    <a:pt x="543790" y="219455"/>
                  </a:lnTo>
                  <a:lnTo>
                    <a:pt x="546838" y="233171"/>
                  </a:lnTo>
                  <a:lnTo>
                    <a:pt x="546838" y="237743"/>
                  </a:lnTo>
                  <a:lnTo>
                    <a:pt x="547346" y="239267"/>
                  </a:lnTo>
                  <a:lnTo>
                    <a:pt x="552934" y="239267"/>
                  </a:lnTo>
                  <a:lnTo>
                    <a:pt x="552934" y="219455"/>
                  </a:lnTo>
                  <a:close/>
                </a:path>
                <a:path w="568325" h="239395">
                  <a:moveTo>
                    <a:pt x="552934" y="184403"/>
                  </a:moveTo>
                  <a:lnTo>
                    <a:pt x="552934" y="239267"/>
                  </a:lnTo>
                  <a:lnTo>
                    <a:pt x="567897" y="239267"/>
                  </a:lnTo>
                  <a:lnTo>
                    <a:pt x="565126" y="224027"/>
                  </a:lnTo>
                  <a:lnTo>
                    <a:pt x="555982" y="192023"/>
                  </a:lnTo>
                  <a:lnTo>
                    <a:pt x="552934" y="184403"/>
                  </a:lnTo>
                  <a:close/>
                </a:path>
                <a:path w="568325" h="239395">
                  <a:moveTo>
                    <a:pt x="24445" y="219455"/>
                  </a:moveTo>
                  <a:lnTo>
                    <a:pt x="24106" y="219455"/>
                  </a:lnTo>
                  <a:lnTo>
                    <a:pt x="24106" y="220979"/>
                  </a:lnTo>
                  <a:lnTo>
                    <a:pt x="24445" y="219455"/>
                  </a:lnTo>
                  <a:close/>
                </a:path>
                <a:path w="568325" h="239395">
                  <a:moveTo>
                    <a:pt x="384740" y="18287"/>
                  </a:moveTo>
                  <a:lnTo>
                    <a:pt x="284710" y="18287"/>
                  </a:lnTo>
                  <a:lnTo>
                    <a:pt x="298426" y="19812"/>
                  </a:lnTo>
                  <a:lnTo>
                    <a:pt x="312142" y="19812"/>
                  </a:lnTo>
                  <a:lnTo>
                    <a:pt x="324334" y="21335"/>
                  </a:lnTo>
                  <a:lnTo>
                    <a:pt x="339574" y="24383"/>
                  </a:lnTo>
                  <a:lnTo>
                    <a:pt x="351766" y="27431"/>
                  </a:lnTo>
                  <a:lnTo>
                    <a:pt x="363958" y="32003"/>
                  </a:lnTo>
                  <a:lnTo>
                    <a:pt x="376150" y="35051"/>
                  </a:lnTo>
                  <a:lnTo>
                    <a:pt x="388342" y="39623"/>
                  </a:lnTo>
                  <a:lnTo>
                    <a:pt x="400534" y="45719"/>
                  </a:lnTo>
                  <a:lnTo>
                    <a:pt x="411202" y="51815"/>
                  </a:lnTo>
                  <a:lnTo>
                    <a:pt x="435586" y="64007"/>
                  </a:lnTo>
                  <a:lnTo>
                    <a:pt x="434062" y="64007"/>
                  </a:lnTo>
                  <a:lnTo>
                    <a:pt x="435586" y="65531"/>
                  </a:lnTo>
                  <a:lnTo>
                    <a:pt x="444730" y="71627"/>
                  </a:lnTo>
                  <a:lnTo>
                    <a:pt x="444730" y="73151"/>
                  </a:lnTo>
                  <a:lnTo>
                    <a:pt x="453874" y="80771"/>
                  </a:lnTo>
                  <a:lnTo>
                    <a:pt x="464542" y="88391"/>
                  </a:lnTo>
                  <a:lnTo>
                    <a:pt x="463018" y="88391"/>
                  </a:lnTo>
                  <a:lnTo>
                    <a:pt x="464542" y="89915"/>
                  </a:lnTo>
                  <a:lnTo>
                    <a:pt x="473686" y="97535"/>
                  </a:lnTo>
                  <a:lnTo>
                    <a:pt x="473686" y="99059"/>
                  </a:lnTo>
                  <a:lnTo>
                    <a:pt x="482830" y="106679"/>
                  </a:lnTo>
                  <a:lnTo>
                    <a:pt x="491974" y="117347"/>
                  </a:lnTo>
                  <a:lnTo>
                    <a:pt x="498070" y="126491"/>
                  </a:lnTo>
                  <a:lnTo>
                    <a:pt x="513310" y="147827"/>
                  </a:lnTo>
                  <a:lnTo>
                    <a:pt x="525502" y="170687"/>
                  </a:lnTo>
                  <a:lnTo>
                    <a:pt x="530074" y="182879"/>
                  </a:lnTo>
                  <a:lnTo>
                    <a:pt x="536170" y="195071"/>
                  </a:lnTo>
                  <a:lnTo>
                    <a:pt x="540742" y="207263"/>
                  </a:lnTo>
                  <a:lnTo>
                    <a:pt x="543790" y="220979"/>
                  </a:lnTo>
                  <a:lnTo>
                    <a:pt x="543790" y="219455"/>
                  </a:lnTo>
                  <a:lnTo>
                    <a:pt x="552934" y="219455"/>
                  </a:lnTo>
                  <a:lnTo>
                    <a:pt x="552934" y="184403"/>
                  </a:lnTo>
                  <a:lnTo>
                    <a:pt x="530074" y="134112"/>
                  </a:lnTo>
                  <a:lnTo>
                    <a:pt x="493498" y="88391"/>
                  </a:lnTo>
                  <a:lnTo>
                    <a:pt x="450826" y="51815"/>
                  </a:lnTo>
                  <a:lnTo>
                    <a:pt x="403582" y="24383"/>
                  </a:lnTo>
                  <a:lnTo>
                    <a:pt x="384740" y="18287"/>
                  </a:lnTo>
                  <a:close/>
                </a:path>
                <a:path w="568325" h="239395">
                  <a:moveTo>
                    <a:pt x="78535" y="115823"/>
                  </a:moveTo>
                  <a:lnTo>
                    <a:pt x="77446" y="115823"/>
                  </a:lnTo>
                  <a:lnTo>
                    <a:pt x="77446" y="117347"/>
                  </a:lnTo>
                  <a:lnTo>
                    <a:pt x="78535" y="115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7763322" y="3656075"/>
              <a:ext cx="547370" cy="230504"/>
            </a:xfrm>
            <a:custGeom>
              <a:avLst/>
              <a:gdLst/>
              <a:ahLst/>
              <a:cxnLst/>
              <a:rect l="l" t="t" r="r" b="b"/>
              <a:pathLst>
                <a:path w="547370" h="230504">
                  <a:moveTo>
                    <a:pt x="274253" y="0"/>
                  </a:moveTo>
                  <a:lnTo>
                    <a:pt x="236153" y="1524"/>
                  </a:lnTo>
                  <a:lnTo>
                    <a:pt x="164525" y="21336"/>
                  </a:lnTo>
                  <a:lnTo>
                    <a:pt x="103565" y="57912"/>
                  </a:lnTo>
                  <a:lnTo>
                    <a:pt x="53273" y="108203"/>
                  </a:lnTo>
                  <a:lnTo>
                    <a:pt x="16697" y="169163"/>
                  </a:lnTo>
                  <a:lnTo>
                    <a:pt x="0" y="230124"/>
                  </a:lnTo>
                  <a:lnTo>
                    <a:pt x="546983" y="230124"/>
                  </a:lnTo>
                  <a:lnTo>
                    <a:pt x="530285" y="169163"/>
                  </a:lnTo>
                  <a:lnTo>
                    <a:pt x="493709" y="108203"/>
                  </a:lnTo>
                  <a:lnTo>
                    <a:pt x="443417" y="57912"/>
                  </a:lnTo>
                  <a:lnTo>
                    <a:pt x="382457" y="21336"/>
                  </a:lnTo>
                  <a:lnTo>
                    <a:pt x="310829" y="1524"/>
                  </a:lnTo>
                  <a:lnTo>
                    <a:pt x="27425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7752715" y="3646931"/>
              <a:ext cx="566420" cy="239395"/>
            </a:xfrm>
            <a:custGeom>
              <a:avLst/>
              <a:gdLst/>
              <a:ahLst/>
              <a:cxnLst/>
              <a:rect l="l" t="t" r="r" b="b"/>
              <a:pathLst>
                <a:path w="566420" h="239395">
                  <a:moveTo>
                    <a:pt x="566140" y="239268"/>
                  </a:moveTo>
                  <a:lnTo>
                    <a:pt x="563753" y="222504"/>
                  </a:lnTo>
                  <a:lnTo>
                    <a:pt x="562838" y="219456"/>
                  </a:lnTo>
                  <a:lnTo>
                    <a:pt x="554609" y="192024"/>
                  </a:lnTo>
                  <a:lnTo>
                    <a:pt x="511937" y="109728"/>
                  </a:lnTo>
                  <a:lnTo>
                    <a:pt x="473837" y="68580"/>
                  </a:lnTo>
                  <a:lnTo>
                    <a:pt x="426593" y="36576"/>
                  </a:lnTo>
                  <a:lnTo>
                    <a:pt x="387578" y="18288"/>
                  </a:lnTo>
                  <a:lnTo>
                    <a:pt x="377825" y="13716"/>
                  </a:lnTo>
                  <a:lnTo>
                    <a:pt x="324485" y="1524"/>
                  </a:lnTo>
                  <a:lnTo>
                    <a:pt x="269621" y="0"/>
                  </a:lnTo>
                  <a:lnTo>
                    <a:pt x="242189" y="1524"/>
                  </a:lnTo>
                  <a:lnTo>
                    <a:pt x="190373" y="13716"/>
                  </a:lnTo>
                  <a:lnTo>
                    <a:pt x="140081" y="36576"/>
                  </a:lnTo>
                  <a:lnTo>
                    <a:pt x="94361" y="68580"/>
                  </a:lnTo>
                  <a:lnTo>
                    <a:pt x="54737" y="109728"/>
                  </a:lnTo>
                  <a:lnTo>
                    <a:pt x="24257" y="161544"/>
                  </a:lnTo>
                  <a:lnTo>
                    <a:pt x="2921" y="222504"/>
                  </a:lnTo>
                  <a:lnTo>
                    <a:pt x="0" y="239268"/>
                  </a:lnTo>
                  <a:lnTo>
                    <a:pt x="20523" y="239268"/>
                  </a:lnTo>
                  <a:lnTo>
                    <a:pt x="21209" y="233172"/>
                  </a:lnTo>
                  <a:lnTo>
                    <a:pt x="24257" y="219456"/>
                  </a:lnTo>
                  <a:lnTo>
                    <a:pt x="24257" y="220980"/>
                  </a:lnTo>
                  <a:lnTo>
                    <a:pt x="24587" y="219456"/>
                  </a:lnTo>
                  <a:lnTo>
                    <a:pt x="27305" y="207264"/>
                  </a:lnTo>
                  <a:lnTo>
                    <a:pt x="36449" y="182880"/>
                  </a:lnTo>
                  <a:lnTo>
                    <a:pt x="42545" y="172212"/>
                  </a:lnTo>
                  <a:lnTo>
                    <a:pt x="42545" y="170688"/>
                  </a:lnTo>
                  <a:lnTo>
                    <a:pt x="54737" y="149352"/>
                  </a:lnTo>
                  <a:lnTo>
                    <a:pt x="54737" y="147828"/>
                  </a:lnTo>
                  <a:lnTo>
                    <a:pt x="60833" y="137160"/>
                  </a:lnTo>
                  <a:lnTo>
                    <a:pt x="69977" y="126492"/>
                  </a:lnTo>
                  <a:lnTo>
                    <a:pt x="77597" y="115824"/>
                  </a:lnTo>
                  <a:lnTo>
                    <a:pt x="77597" y="117348"/>
                  </a:lnTo>
                  <a:lnTo>
                    <a:pt x="78676" y="115824"/>
                  </a:lnTo>
                  <a:lnTo>
                    <a:pt x="85217" y="106680"/>
                  </a:lnTo>
                  <a:lnTo>
                    <a:pt x="103505" y="88392"/>
                  </a:lnTo>
                  <a:lnTo>
                    <a:pt x="112649" y="80772"/>
                  </a:lnTo>
                  <a:lnTo>
                    <a:pt x="123317" y="71628"/>
                  </a:lnTo>
                  <a:lnTo>
                    <a:pt x="133985" y="65532"/>
                  </a:lnTo>
                  <a:lnTo>
                    <a:pt x="133985" y="64008"/>
                  </a:lnTo>
                  <a:lnTo>
                    <a:pt x="156845" y="51816"/>
                  </a:lnTo>
                  <a:lnTo>
                    <a:pt x="167513" y="45720"/>
                  </a:lnTo>
                  <a:lnTo>
                    <a:pt x="178181" y="41148"/>
                  </a:lnTo>
                  <a:lnTo>
                    <a:pt x="179705" y="39624"/>
                  </a:lnTo>
                  <a:lnTo>
                    <a:pt x="178181" y="39624"/>
                  </a:lnTo>
                  <a:lnTo>
                    <a:pt x="191897" y="35052"/>
                  </a:lnTo>
                  <a:lnTo>
                    <a:pt x="204089" y="32004"/>
                  </a:lnTo>
                  <a:lnTo>
                    <a:pt x="216281" y="27432"/>
                  </a:lnTo>
                  <a:lnTo>
                    <a:pt x="229997" y="24384"/>
                  </a:lnTo>
                  <a:lnTo>
                    <a:pt x="242189" y="21336"/>
                  </a:lnTo>
                  <a:lnTo>
                    <a:pt x="255905" y="19812"/>
                  </a:lnTo>
                  <a:lnTo>
                    <a:pt x="269621" y="19812"/>
                  </a:lnTo>
                  <a:lnTo>
                    <a:pt x="283337" y="18288"/>
                  </a:lnTo>
                  <a:lnTo>
                    <a:pt x="297053" y="19812"/>
                  </a:lnTo>
                  <a:lnTo>
                    <a:pt x="298577" y="19812"/>
                  </a:lnTo>
                  <a:lnTo>
                    <a:pt x="310769" y="19812"/>
                  </a:lnTo>
                  <a:lnTo>
                    <a:pt x="312293" y="19812"/>
                  </a:lnTo>
                  <a:lnTo>
                    <a:pt x="324485" y="21336"/>
                  </a:lnTo>
                  <a:lnTo>
                    <a:pt x="338201" y="24384"/>
                  </a:lnTo>
                  <a:lnTo>
                    <a:pt x="350393" y="27432"/>
                  </a:lnTo>
                  <a:lnTo>
                    <a:pt x="364109" y="32004"/>
                  </a:lnTo>
                  <a:lnTo>
                    <a:pt x="376301" y="35052"/>
                  </a:lnTo>
                  <a:lnTo>
                    <a:pt x="388493" y="39624"/>
                  </a:lnTo>
                  <a:lnTo>
                    <a:pt x="400685" y="45720"/>
                  </a:lnTo>
                  <a:lnTo>
                    <a:pt x="411353" y="51816"/>
                  </a:lnTo>
                  <a:lnTo>
                    <a:pt x="423545" y="57912"/>
                  </a:lnTo>
                  <a:lnTo>
                    <a:pt x="434213" y="64008"/>
                  </a:lnTo>
                  <a:lnTo>
                    <a:pt x="434213" y="65532"/>
                  </a:lnTo>
                  <a:lnTo>
                    <a:pt x="444881" y="71628"/>
                  </a:lnTo>
                  <a:lnTo>
                    <a:pt x="444881" y="73152"/>
                  </a:lnTo>
                  <a:lnTo>
                    <a:pt x="454025" y="80772"/>
                  </a:lnTo>
                  <a:lnTo>
                    <a:pt x="464693" y="88392"/>
                  </a:lnTo>
                  <a:lnTo>
                    <a:pt x="464693" y="89916"/>
                  </a:lnTo>
                  <a:lnTo>
                    <a:pt x="473837" y="97536"/>
                  </a:lnTo>
                  <a:lnTo>
                    <a:pt x="473837" y="99060"/>
                  </a:lnTo>
                  <a:lnTo>
                    <a:pt x="481457" y="106680"/>
                  </a:lnTo>
                  <a:lnTo>
                    <a:pt x="513461" y="147828"/>
                  </a:lnTo>
                  <a:lnTo>
                    <a:pt x="539369" y="207264"/>
                  </a:lnTo>
                  <a:lnTo>
                    <a:pt x="543941" y="220980"/>
                  </a:lnTo>
                  <a:lnTo>
                    <a:pt x="543941" y="219456"/>
                  </a:lnTo>
                  <a:lnTo>
                    <a:pt x="546989" y="233172"/>
                  </a:lnTo>
                  <a:lnTo>
                    <a:pt x="546989" y="237744"/>
                  </a:lnTo>
                  <a:lnTo>
                    <a:pt x="547243" y="239268"/>
                  </a:lnTo>
                  <a:lnTo>
                    <a:pt x="566140" y="239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1876" y="3692651"/>
              <a:ext cx="91440" cy="7162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71816" y="3442715"/>
              <a:ext cx="628015" cy="441959"/>
            </a:xfrm>
            <a:custGeom>
              <a:avLst/>
              <a:gdLst/>
              <a:ahLst/>
              <a:cxnLst/>
              <a:rect l="l" t="t" r="r" b="b"/>
              <a:pathLst>
                <a:path w="628015" h="441960">
                  <a:moveTo>
                    <a:pt x="365760" y="202692"/>
                  </a:moveTo>
                  <a:lnTo>
                    <a:pt x="345948" y="155448"/>
                  </a:lnTo>
                  <a:lnTo>
                    <a:pt x="335280" y="172212"/>
                  </a:lnTo>
                  <a:lnTo>
                    <a:pt x="41148" y="0"/>
                  </a:lnTo>
                  <a:lnTo>
                    <a:pt x="0" y="0"/>
                  </a:lnTo>
                  <a:lnTo>
                    <a:pt x="324612" y="190500"/>
                  </a:lnTo>
                  <a:lnTo>
                    <a:pt x="313944" y="208788"/>
                  </a:lnTo>
                  <a:lnTo>
                    <a:pt x="342900" y="205740"/>
                  </a:lnTo>
                  <a:lnTo>
                    <a:pt x="365760" y="202692"/>
                  </a:lnTo>
                  <a:close/>
                </a:path>
                <a:path w="628015" h="441960">
                  <a:moveTo>
                    <a:pt x="627888" y="437388"/>
                  </a:moveTo>
                  <a:lnTo>
                    <a:pt x="626364" y="437388"/>
                  </a:lnTo>
                  <a:lnTo>
                    <a:pt x="627888" y="441960"/>
                  </a:lnTo>
                  <a:lnTo>
                    <a:pt x="627888" y="4373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2028" y="3442715"/>
              <a:ext cx="59435" cy="20573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903976" y="3886199"/>
              <a:ext cx="556260" cy="326390"/>
            </a:xfrm>
            <a:custGeom>
              <a:avLst/>
              <a:gdLst/>
              <a:ahLst/>
              <a:cxnLst/>
              <a:rect l="l" t="t" r="r" b="b"/>
              <a:pathLst>
                <a:path w="556260" h="326389">
                  <a:moveTo>
                    <a:pt x="551224" y="0"/>
                  </a:moveTo>
                  <a:lnTo>
                    <a:pt x="3511" y="0"/>
                  </a:lnTo>
                  <a:lnTo>
                    <a:pt x="1524" y="9144"/>
                  </a:lnTo>
                  <a:lnTo>
                    <a:pt x="0" y="47244"/>
                  </a:lnTo>
                  <a:lnTo>
                    <a:pt x="1524" y="85344"/>
                  </a:lnTo>
                  <a:lnTo>
                    <a:pt x="21336" y="155448"/>
                  </a:lnTo>
                  <a:lnTo>
                    <a:pt x="57912" y="217932"/>
                  </a:lnTo>
                  <a:lnTo>
                    <a:pt x="108203" y="268224"/>
                  </a:lnTo>
                  <a:lnTo>
                    <a:pt x="169163" y="303275"/>
                  </a:lnTo>
                  <a:lnTo>
                    <a:pt x="240791" y="323088"/>
                  </a:lnTo>
                  <a:lnTo>
                    <a:pt x="277368" y="326136"/>
                  </a:lnTo>
                  <a:lnTo>
                    <a:pt x="315468" y="323088"/>
                  </a:lnTo>
                  <a:lnTo>
                    <a:pt x="385572" y="303275"/>
                  </a:lnTo>
                  <a:lnTo>
                    <a:pt x="448056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3212" y="85344"/>
                  </a:lnTo>
                  <a:lnTo>
                    <a:pt x="556260" y="47244"/>
                  </a:lnTo>
                  <a:lnTo>
                    <a:pt x="553212" y="9144"/>
                  </a:lnTo>
                  <a:lnTo>
                    <a:pt x="55122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5893308" y="3886199"/>
              <a:ext cx="577850" cy="335280"/>
            </a:xfrm>
            <a:custGeom>
              <a:avLst/>
              <a:gdLst/>
              <a:ahLst/>
              <a:cxnLst/>
              <a:rect l="l" t="t" r="r" b="b"/>
              <a:pathLst>
                <a:path w="577850" h="335279">
                  <a:moveTo>
                    <a:pt x="577596" y="47244"/>
                  </a:moveTo>
                  <a:lnTo>
                    <a:pt x="573671" y="19812"/>
                  </a:lnTo>
                  <a:lnTo>
                    <a:pt x="571715" y="6096"/>
                  </a:lnTo>
                  <a:lnTo>
                    <a:pt x="570839" y="0"/>
                  </a:lnTo>
                  <a:lnTo>
                    <a:pt x="551942" y="0"/>
                  </a:lnTo>
                  <a:lnTo>
                    <a:pt x="553212" y="7620"/>
                  </a:lnTo>
                  <a:lnTo>
                    <a:pt x="553212" y="6096"/>
                  </a:lnTo>
                  <a:lnTo>
                    <a:pt x="554736" y="21336"/>
                  </a:lnTo>
                  <a:lnTo>
                    <a:pt x="554736" y="19812"/>
                  </a:lnTo>
                  <a:lnTo>
                    <a:pt x="556260" y="35052"/>
                  </a:lnTo>
                  <a:lnTo>
                    <a:pt x="556260" y="60960"/>
                  </a:lnTo>
                  <a:lnTo>
                    <a:pt x="553212" y="88392"/>
                  </a:lnTo>
                  <a:lnTo>
                    <a:pt x="550164" y="102108"/>
                  </a:lnTo>
                  <a:lnTo>
                    <a:pt x="551688" y="100584"/>
                  </a:lnTo>
                  <a:lnTo>
                    <a:pt x="548640" y="114300"/>
                  </a:lnTo>
                  <a:lnTo>
                    <a:pt x="544068" y="128016"/>
                  </a:lnTo>
                  <a:lnTo>
                    <a:pt x="544068" y="126492"/>
                  </a:lnTo>
                  <a:lnTo>
                    <a:pt x="539496" y="140208"/>
                  </a:lnTo>
                  <a:lnTo>
                    <a:pt x="534924" y="152400"/>
                  </a:lnTo>
                  <a:lnTo>
                    <a:pt x="528828" y="164592"/>
                  </a:lnTo>
                  <a:lnTo>
                    <a:pt x="528828" y="163068"/>
                  </a:lnTo>
                  <a:lnTo>
                    <a:pt x="516636" y="187452"/>
                  </a:lnTo>
                  <a:lnTo>
                    <a:pt x="516636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3776" y="217932"/>
                  </a:lnTo>
                  <a:lnTo>
                    <a:pt x="495300" y="217932"/>
                  </a:lnTo>
                  <a:lnTo>
                    <a:pt x="486156" y="228600"/>
                  </a:lnTo>
                  <a:lnTo>
                    <a:pt x="477012" y="237744"/>
                  </a:lnTo>
                  <a:lnTo>
                    <a:pt x="478536" y="237744"/>
                  </a:lnTo>
                  <a:lnTo>
                    <a:pt x="469392" y="245592"/>
                  </a:lnTo>
                  <a:lnTo>
                    <a:pt x="469392" y="245364"/>
                  </a:lnTo>
                  <a:lnTo>
                    <a:pt x="458724" y="254508"/>
                  </a:lnTo>
                  <a:lnTo>
                    <a:pt x="448056" y="262128"/>
                  </a:lnTo>
                  <a:lnTo>
                    <a:pt x="449580" y="262128"/>
                  </a:lnTo>
                  <a:lnTo>
                    <a:pt x="437388" y="269748"/>
                  </a:lnTo>
                  <a:lnTo>
                    <a:pt x="438912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4528" y="283464"/>
                  </a:lnTo>
                  <a:lnTo>
                    <a:pt x="414528" y="284226"/>
                  </a:lnTo>
                  <a:lnTo>
                    <a:pt x="403860" y="289560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79476" y="300228"/>
                  </a:lnTo>
                  <a:lnTo>
                    <a:pt x="379476" y="298704"/>
                  </a:lnTo>
                  <a:lnTo>
                    <a:pt x="355092" y="307848"/>
                  </a:lnTo>
                  <a:lnTo>
                    <a:pt x="341376" y="310896"/>
                  </a:lnTo>
                  <a:lnTo>
                    <a:pt x="342900" y="310896"/>
                  </a:lnTo>
                  <a:lnTo>
                    <a:pt x="315468" y="313944"/>
                  </a:lnTo>
                  <a:lnTo>
                    <a:pt x="301752" y="315468"/>
                  </a:lnTo>
                  <a:lnTo>
                    <a:pt x="274320" y="315468"/>
                  </a:lnTo>
                  <a:lnTo>
                    <a:pt x="233172" y="310896"/>
                  </a:lnTo>
                  <a:lnTo>
                    <a:pt x="234696" y="310896"/>
                  </a:lnTo>
                  <a:lnTo>
                    <a:pt x="220980" y="307848"/>
                  </a:lnTo>
                  <a:lnTo>
                    <a:pt x="207264" y="303276"/>
                  </a:lnTo>
                  <a:lnTo>
                    <a:pt x="199123" y="300228"/>
                  </a:lnTo>
                  <a:lnTo>
                    <a:pt x="195072" y="298704"/>
                  </a:lnTo>
                  <a:lnTo>
                    <a:pt x="195072" y="300228"/>
                  </a:lnTo>
                  <a:lnTo>
                    <a:pt x="182880" y="294132"/>
                  </a:lnTo>
                  <a:lnTo>
                    <a:pt x="184404" y="294132"/>
                  </a:lnTo>
                  <a:lnTo>
                    <a:pt x="172212" y="289560"/>
                  </a:lnTo>
                  <a:lnTo>
                    <a:pt x="160020" y="283464"/>
                  </a:lnTo>
                  <a:lnTo>
                    <a:pt x="137160" y="269748"/>
                  </a:lnTo>
                  <a:lnTo>
                    <a:pt x="138684" y="269748"/>
                  </a:lnTo>
                  <a:lnTo>
                    <a:pt x="117348" y="254508"/>
                  </a:lnTo>
                  <a:lnTo>
                    <a:pt x="118872" y="25450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80772" y="217932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5532" y="196596"/>
                  </a:lnTo>
                  <a:lnTo>
                    <a:pt x="65532" y="198120"/>
                  </a:lnTo>
                  <a:lnTo>
                    <a:pt x="57912" y="185928"/>
                  </a:lnTo>
                  <a:lnTo>
                    <a:pt x="59436" y="187452"/>
                  </a:lnTo>
                  <a:lnTo>
                    <a:pt x="51816" y="175260"/>
                  </a:lnTo>
                  <a:lnTo>
                    <a:pt x="45720" y="163068"/>
                  </a:lnTo>
                  <a:lnTo>
                    <a:pt x="47244" y="164592"/>
                  </a:lnTo>
                  <a:lnTo>
                    <a:pt x="46482" y="163068"/>
                  </a:lnTo>
                  <a:lnTo>
                    <a:pt x="41148" y="152400"/>
                  </a:lnTo>
                  <a:lnTo>
                    <a:pt x="36576" y="140208"/>
                  </a:lnTo>
                  <a:lnTo>
                    <a:pt x="32512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2860" y="88392"/>
                  </a:lnTo>
                  <a:lnTo>
                    <a:pt x="19812" y="60960"/>
                  </a:lnTo>
                  <a:lnTo>
                    <a:pt x="19812" y="35052"/>
                  </a:lnTo>
                  <a:lnTo>
                    <a:pt x="21336" y="19812"/>
                  </a:lnTo>
                  <a:lnTo>
                    <a:pt x="21336" y="21336"/>
                  </a:lnTo>
                  <a:lnTo>
                    <a:pt x="21488" y="19812"/>
                  </a:lnTo>
                  <a:lnTo>
                    <a:pt x="22860" y="6096"/>
                  </a:lnTo>
                  <a:lnTo>
                    <a:pt x="22860" y="7620"/>
                  </a:lnTo>
                  <a:lnTo>
                    <a:pt x="23190" y="6096"/>
                  </a:lnTo>
                  <a:lnTo>
                    <a:pt x="24549" y="0"/>
                  </a:lnTo>
                  <a:lnTo>
                    <a:pt x="4699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6096" y="106680"/>
                  </a:lnTo>
                  <a:lnTo>
                    <a:pt x="19812" y="155448"/>
                  </a:lnTo>
                  <a:lnTo>
                    <a:pt x="45720" y="204216"/>
                  </a:lnTo>
                  <a:lnTo>
                    <a:pt x="71628" y="237744"/>
                  </a:lnTo>
                  <a:lnTo>
                    <a:pt x="117348" y="280416"/>
                  </a:lnTo>
                  <a:lnTo>
                    <a:pt x="126492" y="286512"/>
                  </a:lnTo>
                  <a:lnTo>
                    <a:pt x="137160" y="294132"/>
                  </a:lnTo>
                  <a:lnTo>
                    <a:pt x="158496" y="304800"/>
                  </a:lnTo>
                  <a:lnTo>
                    <a:pt x="182880" y="315468"/>
                  </a:lnTo>
                  <a:lnTo>
                    <a:pt x="192024" y="320040"/>
                  </a:lnTo>
                  <a:lnTo>
                    <a:pt x="220980" y="327660"/>
                  </a:lnTo>
                  <a:lnTo>
                    <a:pt x="227076" y="330708"/>
                  </a:lnTo>
                  <a:lnTo>
                    <a:pt x="233172" y="330708"/>
                  </a:lnTo>
                  <a:lnTo>
                    <a:pt x="265176" y="335280"/>
                  </a:lnTo>
                  <a:lnTo>
                    <a:pt x="303276" y="335280"/>
                  </a:lnTo>
                  <a:lnTo>
                    <a:pt x="315468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2900" y="330708"/>
                  </a:lnTo>
                  <a:lnTo>
                    <a:pt x="371856" y="324612"/>
                  </a:lnTo>
                  <a:lnTo>
                    <a:pt x="405384" y="310896"/>
                  </a:lnTo>
                  <a:lnTo>
                    <a:pt x="414528" y="306324"/>
                  </a:lnTo>
                  <a:lnTo>
                    <a:pt x="428244" y="300228"/>
                  </a:lnTo>
                  <a:lnTo>
                    <a:pt x="438912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5300" y="248412"/>
                  </a:lnTo>
                  <a:lnTo>
                    <a:pt x="502920" y="240792"/>
                  </a:lnTo>
                  <a:lnTo>
                    <a:pt x="525780" y="210312"/>
                  </a:lnTo>
                  <a:lnTo>
                    <a:pt x="526669" y="208788"/>
                  </a:lnTo>
                  <a:lnTo>
                    <a:pt x="532980" y="198120"/>
                  </a:lnTo>
                  <a:lnTo>
                    <a:pt x="539280" y="187452"/>
                  </a:lnTo>
                  <a:lnTo>
                    <a:pt x="545592" y="176784"/>
                  </a:lnTo>
                  <a:lnTo>
                    <a:pt x="551688" y="164592"/>
                  </a:lnTo>
                  <a:lnTo>
                    <a:pt x="556260" y="152400"/>
                  </a:lnTo>
                  <a:lnTo>
                    <a:pt x="560832" y="141732"/>
                  </a:lnTo>
                  <a:lnTo>
                    <a:pt x="571500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035414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A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818107" y="3429000"/>
            <a:ext cx="1940859" cy="309282"/>
            <a:chOff x="5847588" y="3886200"/>
            <a:chExt cx="2199640" cy="350520"/>
          </a:xfrm>
        </p:grpSpPr>
        <p:sp>
          <p:nvSpPr>
            <p:cNvPr id="33" name="object 33"/>
            <p:cNvSpPr/>
            <p:nvPr/>
          </p:nvSpPr>
          <p:spPr>
            <a:xfrm>
              <a:off x="5847588" y="4133087"/>
              <a:ext cx="344805" cy="104139"/>
            </a:xfrm>
            <a:custGeom>
              <a:avLst/>
              <a:gdLst/>
              <a:ahLst/>
              <a:cxnLst/>
              <a:rect l="l" t="t" r="r" b="b"/>
              <a:pathLst>
                <a:path w="344804" h="104139">
                  <a:moveTo>
                    <a:pt x="143256" y="16764"/>
                  </a:moveTo>
                  <a:lnTo>
                    <a:pt x="131064" y="0"/>
                  </a:lnTo>
                  <a:lnTo>
                    <a:pt x="0" y="103632"/>
                  </a:lnTo>
                  <a:lnTo>
                    <a:pt x="33528" y="103632"/>
                  </a:lnTo>
                  <a:lnTo>
                    <a:pt x="143256" y="16764"/>
                  </a:lnTo>
                  <a:close/>
                </a:path>
                <a:path w="344804" h="104139">
                  <a:moveTo>
                    <a:pt x="344424" y="89916"/>
                  </a:moveTo>
                  <a:lnTo>
                    <a:pt x="323088" y="89916"/>
                  </a:lnTo>
                  <a:lnTo>
                    <a:pt x="323088" y="103632"/>
                  </a:lnTo>
                  <a:lnTo>
                    <a:pt x="344424" y="103632"/>
                  </a:lnTo>
                  <a:lnTo>
                    <a:pt x="344424" y="89916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6830568" y="3886200"/>
              <a:ext cx="558165" cy="326390"/>
            </a:xfrm>
            <a:custGeom>
              <a:avLst/>
              <a:gdLst/>
              <a:ahLst/>
              <a:cxnLst/>
              <a:rect l="l" t="t" r="r" b="b"/>
              <a:pathLst>
                <a:path w="558165" h="326389">
                  <a:moveTo>
                    <a:pt x="552748" y="0"/>
                  </a:moveTo>
                  <a:lnTo>
                    <a:pt x="5035" y="0"/>
                  </a:lnTo>
                  <a:lnTo>
                    <a:pt x="3048" y="9144"/>
                  </a:lnTo>
                  <a:lnTo>
                    <a:pt x="0" y="47244"/>
                  </a:lnTo>
                  <a:lnTo>
                    <a:pt x="3048" y="85344"/>
                  </a:lnTo>
                  <a:lnTo>
                    <a:pt x="22859" y="155448"/>
                  </a:lnTo>
                  <a:lnTo>
                    <a:pt x="57911" y="217932"/>
                  </a:lnTo>
                  <a:lnTo>
                    <a:pt x="108203" y="268224"/>
                  </a:lnTo>
                  <a:lnTo>
                    <a:pt x="170687" y="303275"/>
                  </a:lnTo>
                  <a:lnTo>
                    <a:pt x="240791" y="323088"/>
                  </a:lnTo>
                  <a:lnTo>
                    <a:pt x="278891" y="326136"/>
                  </a:lnTo>
                  <a:lnTo>
                    <a:pt x="316991" y="323088"/>
                  </a:lnTo>
                  <a:lnTo>
                    <a:pt x="387096" y="303275"/>
                  </a:lnTo>
                  <a:lnTo>
                    <a:pt x="448055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4735" y="85344"/>
                  </a:lnTo>
                  <a:lnTo>
                    <a:pt x="557783" y="47244"/>
                  </a:lnTo>
                  <a:lnTo>
                    <a:pt x="554735" y="9144"/>
                  </a:lnTo>
                  <a:lnTo>
                    <a:pt x="55274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6819900" y="3886199"/>
              <a:ext cx="1226820" cy="350520"/>
            </a:xfrm>
            <a:custGeom>
              <a:avLst/>
              <a:gdLst/>
              <a:ahLst/>
              <a:cxnLst/>
              <a:rect l="l" t="t" r="r" b="b"/>
              <a:pathLst>
                <a:path w="1226820" h="350520">
                  <a:moveTo>
                    <a:pt x="577596" y="47244"/>
                  </a:moveTo>
                  <a:lnTo>
                    <a:pt x="576224" y="21336"/>
                  </a:lnTo>
                  <a:lnTo>
                    <a:pt x="576148" y="19812"/>
                  </a:lnTo>
                  <a:lnTo>
                    <a:pt x="576072" y="18288"/>
                  </a:lnTo>
                  <a:lnTo>
                    <a:pt x="572744" y="0"/>
                  </a:lnTo>
                  <a:lnTo>
                    <a:pt x="557784" y="0"/>
                  </a:lnTo>
                  <a:lnTo>
                    <a:pt x="552196" y="0"/>
                  </a:lnTo>
                  <a:lnTo>
                    <a:pt x="554736" y="7620"/>
                  </a:lnTo>
                  <a:lnTo>
                    <a:pt x="554736" y="19812"/>
                  </a:lnTo>
                  <a:lnTo>
                    <a:pt x="557784" y="35052"/>
                  </a:lnTo>
                  <a:lnTo>
                    <a:pt x="557784" y="60960"/>
                  </a:lnTo>
                  <a:lnTo>
                    <a:pt x="554736" y="74676"/>
                  </a:lnTo>
                  <a:lnTo>
                    <a:pt x="554736" y="88392"/>
                  </a:lnTo>
                  <a:lnTo>
                    <a:pt x="551688" y="102108"/>
                  </a:lnTo>
                  <a:lnTo>
                    <a:pt x="551688" y="100584"/>
                  </a:lnTo>
                  <a:lnTo>
                    <a:pt x="545592" y="128016"/>
                  </a:lnTo>
                  <a:lnTo>
                    <a:pt x="545592" y="126492"/>
                  </a:lnTo>
                  <a:lnTo>
                    <a:pt x="541020" y="140208"/>
                  </a:lnTo>
                  <a:lnTo>
                    <a:pt x="534924" y="152400"/>
                  </a:lnTo>
                  <a:lnTo>
                    <a:pt x="530352" y="164592"/>
                  </a:lnTo>
                  <a:lnTo>
                    <a:pt x="530352" y="163068"/>
                  </a:lnTo>
                  <a:lnTo>
                    <a:pt x="518160" y="187452"/>
                  </a:lnTo>
                  <a:lnTo>
                    <a:pt x="518160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5300" y="217932"/>
                  </a:lnTo>
                  <a:lnTo>
                    <a:pt x="496824" y="217932"/>
                  </a:lnTo>
                  <a:lnTo>
                    <a:pt x="487680" y="228600"/>
                  </a:lnTo>
                  <a:lnTo>
                    <a:pt x="478536" y="237744"/>
                  </a:lnTo>
                  <a:lnTo>
                    <a:pt x="467868" y="246888"/>
                  </a:lnTo>
                  <a:lnTo>
                    <a:pt x="467614" y="246888"/>
                  </a:lnTo>
                  <a:lnTo>
                    <a:pt x="458724" y="254508"/>
                  </a:lnTo>
                  <a:lnTo>
                    <a:pt x="449580" y="262128"/>
                  </a:lnTo>
                  <a:lnTo>
                    <a:pt x="438912" y="269748"/>
                  </a:lnTo>
                  <a:lnTo>
                    <a:pt x="440436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6052" y="283464"/>
                  </a:lnTo>
                  <a:lnTo>
                    <a:pt x="417576" y="283464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81000" y="300228"/>
                  </a:lnTo>
                  <a:lnTo>
                    <a:pt x="381000" y="298704"/>
                  </a:lnTo>
                  <a:lnTo>
                    <a:pt x="356616" y="307848"/>
                  </a:lnTo>
                  <a:lnTo>
                    <a:pt x="342900" y="310896"/>
                  </a:lnTo>
                  <a:lnTo>
                    <a:pt x="344424" y="310896"/>
                  </a:lnTo>
                  <a:lnTo>
                    <a:pt x="329184" y="312420"/>
                  </a:lnTo>
                  <a:lnTo>
                    <a:pt x="315468" y="313944"/>
                  </a:lnTo>
                  <a:lnTo>
                    <a:pt x="316992" y="313944"/>
                  </a:lnTo>
                  <a:lnTo>
                    <a:pt x="303276" y="315468"/>
                  </a:lnTo>
                  <a:lnTo>
                    <a:pt x="274320" y="315468"/>
                  </a:lnTo>
                  <a:lnTo>
                    <a:pt x="262128" y="313944"/>
                  </a:lnTo>
                  <a:lnTo>
                    <a:pt x="234696" y="310896"/>
                  </a:lnTo>
                  <a:lnTo>
                    <a:pt x="236220" y="310896"/>
                  </a:lnTo>
                  <a:lnTo>
                    <a:pt x="220980" y="307848"/>
                  </a:lnTo>
                  <a:lnTo>
                    <a:pt x="222504" y="307848"/>
                  </a:lnTo>
                  <a:lnTo>
                    <a:pt x="208788" y="303276"/>
                  </a:lnTo>
                  <a:lnTo>
                    <a:pt x="200660" y="300228"/>
                  </a:lnTo>
                  <a:lnTo>
                    <a:pt x="196596" y="298704"/>
                  </a:lnTo>
                  <a:lnTo>
                    <a:pt x="196596" y="300228"/>
                  </a:lnTo>
                  <a:lnTo>
                    <a:pt x="184404" y="294132"/>
                  </a:lnTo>
                  <a:lnTo>
                    <a:pt x="185928" y="294132"/>
                  </a:lnTo>
                  <a:lnTo>
                    <a:pt x="172212" y="289560"/>
                  </a:lnTo>
                  <a:lnTo>
                    <a:pt x="161544" y="283464"/>
                  </a:lnTo>
                  <a:lnTo>
                    <a:pt x="138684" y="269748"/>
                  </a:lnTo>
                  <a:lnTo>
                    <a:pt x="140208" y="269748"/>
                  </a:lnTo>
                  <a:lnTo>
                    <a:pt x="128016" y="262128"/>
                  </a:lnTo>
                  <a:lnTo>
                    <a:pt x="118872" y="254508"/>
                  </a:lnTo>
                  <a:lnTo>
                    <a:pt x="109982" y="24688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75755" y="208788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8008" y="198120"/>
                  </a:lnTo>
                  <a:lnTo>
                    <a:pt x="67056" y="196596"/>
                  </a:lnTo>
                  <a:lnTo>
                    <a:pt x="67056" y="198120"/>
                  </a:lnTo>
                  <a:lnTo>
                    <a:pt x="59436" y="185928"/>
                  </a:lnTo>
                  <a:lnTo>
                    <a:pt x="60960" y="187452"/>
                  </a:lnTo>
                  <a:lnTo>
                    <a:pt x="59994" y="185928"/>
                  </a:lnTo>
                  <a:lnTo>
                    <a:pt x="53340" y="175260"/>
                  </a:lnTo>
                  <a:lnTo>
                    <a:pt x="47244" y="163068"/>
                  </a:lnTo>
                  <a:lnTo>
                    <a:pt x="48768" y="164592"/>
                  </a:lnTo>
                  <a:lnTo>
                    <a:pt x="48006" y="163068"/>
                  </a:lnTo>
                  <a:lnTo>
                    <a:pt x="42672" y="152400"/>
                  </a:lnTo>
                  <a:lnTo>
                    <a:pt x="38100" y="140208"/>
                  </a:lnTo>
                  <a:lnTo>
                    <a:pt x="32677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1336" y="60960"/>
                  </a:lnTo>
                  <a:lnTo>
                    <a:pt x="21336" y="35052"/>
                  </a:lnTo>
                  <a:lnTo>
                    <a:pt x="22860" y="19812"/>
                  </a:lnTo>
                  <a:lnTo>
                    <a:pt x="22860" y="21336"/>
                  </a:lnTo>
                  <a:lnTo>
                    <a:pt x="23012" y="19812"/>
                  </a:lnTo>
                  <a:lnTo>
                    <a:pt x="24384" y="6096"/>
                  </a:lnTo>
                  <a:lnTo>
                    <a:pt x="24384" y="7620"/>
                  </a:lnTo>
                  <a:lnTo>
                    <a:pt x="24549" y="6096"/>
                  </a:lnTo>
                  <a:lnTo>
                    <a:pt x="25222" y="0"/>
                  </a:lnTo>
                  <a:lnTo>
                    <a:pt x="4838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7620" y="106680"/>
                  </a:lnTo>
                  <a:lnTo>
                    <a:pt x="21336" y="155448"/>
                  </a:lnTo>
                  <a:lnTo>
                    <a:pt x="47244" y="204216"/>
                  </a:lnTo>
                  <a:lnTo>
                    <a:pt x="73152" y="237744"/>
                  </a:lnTo>
                  <a:lnTo>
                    <a:pt x="118872" y="280416"/>
                  </a:lnTo>
                  <a:lnTo>
                    <a:pt x="128016" y="286512"/>
                  </a:lnTo>
                  <a:lnTo>
                    <a:pt x="138684" y="294132"/>
                  </a:lnTo>
                  <a:lnTo>
                    <a:pt x="160020" y="304800"/>
                  </a:lnTo>
                  <a:lnTo>
                    <a:pt x="184404" y="315468"/>
                  </a:lnTo>
                  <a:lnTo>
                    <a:pt x="193548" y="320040"/>
                  </a:lnTo>
                  <a:lnTo>
                    <a:pt x="228600" y="330708"/>
                  </a:lnTo>
                  <a:lnTo>
                    <a:pt x="265176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4424" y="330708"/>
                  </a:lnTo>
                  <a:lnTo>
                    <a:pt x="373380" y="324612"/>
                  </a:lnTo>
                  <a:lnTo>
                    <a:pt x="394716" y="315468"/>
                  </a:lnTo>
                  <a:lnTo>
                    <a:pt x="405384" y="310896"/>
                  </a:lnTo>
                  <a:lnTo>
                    <a:pt x="409956" y="309372"/>
                  </a:lnTo>
                  <a:lnTo>
                    <a:pt x="428244" y="300228"/>
                  </a:lnTo>
                  <a:lnTo>
                    <a:pt x="440436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6824" y="248412"/>
                  </a:lnTo>
                  <a:lnTo>
                    <a:pt x="527304" y="210312"/>
                  </a:lnTo>
                  <a:lnTo>
                    <a:pt x="528193" y="208788"/>
                  </a:lnTo>
                  <a:lnTo>
                    <a:pt x="534504" y="198120"/>
                  </a:lnTo>
                  <a:lnTo>
                    <a:pt x="540804" y="187452"/>
                  </a:lnTo>
                  <a:lnTo>
                    <a:pt x="547116" y="176784"/>
                  </a:lnTo>
                  <a:lnTo>
                    <a:pt x="551688" y="164592"/>
                  </a:lnTo>
                  <a:lnTo>
                    <a:pt x="557784" y="152400"/>
                  </a:lnTo>
                  <a:lnTo>
                    <a:pt x="562356" y="141732"/>
                  </a:lnTo>
                  <a:lnTo>
                    <a:pt x="566039" y="128016"/>
                  </a:lnTo>
                  <a:lnTo>
                    <a:pt x="573024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  <a:path w="1226820" h="350520">
                  <a:moveTo>
                    <a:pt x="1226820" y="336804"/>
                  </a:moveTo>
                  <a:lnTo>
                    <a:pt x="1207008" y="336804"/>
                  </a:lnTo>
                  <a:lnTo>
                    <a:pt x="1207008" y="350520"/>
                  </a:lnTo>
                  <a:lnTo>
                    <a:pt x="1226820" y="350520"/>
                  </a:lnTo>
                  <a:lnTo>
                    <a:pt x="1226820" y="3368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854500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B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922111" y="3429000"/>
            <a:ext cx="1082488" cy="309282"/>
            <a:chOff x="7098792" y="3886200"/>
            <a:chExt cx="1226820" cy="350520"/>
          </a:xfrm>
        </p:grpSpPr>
        <p:sp>
          <p:nvSpPr>
            <p:cNvPr id="38" name="object 38"/>
            <p:cNvSpPr/>
            <p:nvPr/>
          </p:nvSpPr>
          <p:spPr>
            <a:xfrm>
              <a:off x="7098792" y="4223004"/>
              <a:ext cx="21590" cy="13970"/>
            </a:xfrm>
            <a:custGeom>
              <a:avLst/>
              <a:gdLst/>
              <a:ahLst/>
              <a:cxnLst/>
              <a:rect l="l" t="t" r="r" b="b"/>
              <a:pathLst>
                <a:path w="21590" h="13970">
                  <a:moveTo>
                    <a:pt x="21335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21335" y="13716"/>
                  </a:lnTo>
                  <a:lnTo>
                    <a:pt x="213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7758684" y="3886200"/>
              <a:ext cx="556260" cy="326390"/>
            </a:xfrm>
            <a:custGeom>
              <a:avLst/>
              <a:gdLst/>
              <a:ahLst/>
              <a:cxnLst/>
              <a:rect l="l" t="t" r="r" b="b"/>
              <a:pathLst>
                <a:path w="556259" h="326389">
                  <a:moveTo>
                    <a:pt x="551621" y="0"/>
                  </a:moveTo>
                  <a:lnTo>
                    <a:pt x="4638" y="0"/>
                  </a:lnTo>
                  <a:lnTo>
                    <a:pt x="3048" y="9144"/>
                  </a:lnTo>
                  <a:lnTo>
                    <a:pt x="0" y="47244"/>
                  </a:lnTo>
                  <a:lnTo>
                    <a:pt x="3048" y="85344"/>
                  </a:lnTo>
                  <a:lnTo>
                    <a:pt x="21336" y="155448"/>
                  </a:lnTo>
                  <a:lnTo>
                    <a:pt x="57912" y="217932"/>
                  </a:lnTo>
                  <a:lnTo>
                    <a:pt x="108204" y="268224"/>
                  </a:lnTo>
                  <a:lnTo>
                    <a:pt x="169164" y="303275"/>
                  </a:lnTo>
                  <a:lnTo>
                    <a:pt x="240792" y="323088"/>
                  </a:lnTo>
                  <a:lnTo>
                    <a:pt x="278892" y="326136"/>
                  </a:lnTo>
                  <a:lnTo>
                    <a:pt x="315468" y="323088"/>
                  </a:lnTo>
                  <a:lnTo>
                    <a:pt x="387096" y="303275"/>
                  </a:lnTo>
                  <a:lnTo>
                    <a:pt x="448056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3212" y="85344"/>
                  </a:lnTo>
                  <a:lnTo>
                    <a:pt x="556260" y="47244"/>
                  </a:lnTo>
                  <a:lnTo>
                    <a:pt x="553212" y="9144"/>
                  </a:lnTo>
                  <a:lnTo>
                    <a:pt x="55162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7748016" y="3886199"/>
              <a:ext cx="577850" cy="335280"/>
            </a:xfrm>
            <a:custGeom>
              <a:avLst/>
              <a:gdLst/>
              <a:ahLst/>
              <a:cxnLst/>
              <a:rect l="l" t="t" r="r" b="b"/>
              <a:pathLst>
                <a:path w="577850" h="335279">
                  <a:moveTo>
                    <a:pt x="577596" y="47244"/>
                  </a:moveTo>
                  <a:lnTo>
                    <a:pt x="573671" y="19812"/>
                  </a:lnTo>
                  <a:lnTo>
                    <a:pt x="571715" y="6096"/>
                  </a:lnTo>
                  <a:lnTo>
                    <a:pt x="570839" y="0"/>
                  </a:lnTo>
                  <a:lnTo>
                    <a:pt x="551942" y="0"/>
                  </a:lnTo>
                  <a:lnTo>
                    <a:pt x="553212" y="7620"/>
                  </a:lnTo>
                  <a:lnTo>
                    <a:pt x="553212" y="6096"/>
                  </a:lnTo>
                  <a:lnTo>
                    <a:pt x="554736" y="21336"/>
                  </a:lnTo>
                  <a:lnTo>
                    <a:pt x="554736" y="19812"/>
                  </a:lnTo>
                  <a:lnTo>
                    <a:pt x="556260" y="35052"/>
                  </a:lnTo>
                  <a:lnTo>
                    <a:pt x="556260" y="60960"/>
                  </a:lnTo>
                  <a:lnTo>
                    <a:pt x="553212" y="88392"/>
                  </a:lnTo>
                  <a:lnTo>
                    <a:pt x="550164" y="102108"/>
                  </a:lnTo>
                  <a:lnTo>
                    <a:pt x="551688" y="100584"/>
                  </a:lnTo>
                  <a:lnTo>
                    <a:pt x="548640" y="114300"/>
                  </a:lnTo>
                  <a:lnTo>
                    <a:pt x="544068" y="128016"/>
                  </a:lnTo>
                  <a:lnTo>
                    <a:pt x="544068" y="126492"/>
                  </a:lnTo>
                  <a:lnTo>
                    <a:pt x="539496" y="140208"/>
                  </a:lnTo>
                  <a:lnTo>
                    <a:pt x="530352" y="164592"/>
                  </a:lnTo>
                  <a:lnTo>
                    <a:pt x="530352" y="163068"/>
                  </a:lnTo>
                  <a:lnTo>
                    <a:pt x="518160" y="187452"/>
                  </a:lnTo>
                  <a:lnTo>
                    <a:pt x="518160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5300" y="217932"/>
                  </a:lnTo>
                  <a:lnTo>
                    <a:pt x="486156" y="228600"/>
                  </a:lnTo>
                  <a:lnTo>
                    <a:pt x="477012" y="237744"/>
                  </a:lnTo>
                  <a:lnTo>
                    <a:pt x="478536" y="237744"/>
                  </a:lnTo>
                  <a:lnTo>
                    <a:pt x="469392" y="245592"/>
                  </a:lnTo>
                  <a:lnTo>
                    <a:pt x="469392" y="245364"/>
                  </a:lnTo>
                  <a:lnTo>
                    <a:pt x="458724" y="254508"/>
                  </a:lnTo>
                  <a:lnTo>
                    <a:pt x="448056" y="262128"/>
                  </a:lnTo>
                  <a:lnTo>
                    <a:pt x="449580" y="262128"/>
                  </a:lnTo>
                  <a:lnTo>
                    <a:pt x="437388" y="269748"/>
                  </a:lnTo>
                  <a:lnTo>
                    <a:pt x="438912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6052" y="283464"/>
                  </a:lnTo>
                  <a:lnTo>
                    <a:pt x="403860" y="289560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81000" y="300228"/>
                  </a:lnTo>
                  <a:lnTo>
                    <a:pt x="381000" y="298704"/>
                  </a:lnTo>
                  <a:lnTo>
                    <a:pt x="368808" y="303276"/>
                  </a:lnTo>
                  <a:lnTo>
                    <a:pt x="355092" y="307848"/>
                  </a:lnTo>
                  <a:lnTo>
                    <a:pt x="342900" y="310896"/>
                  </a:lnTo>
                  <a:lnTo>
                    <a:pt x="315468" y="313944"/>
                  </a:lnTo>
                  <a:lnTo>
                    <a:pt x="316992" y="313944"/>
                  </a:lnTo>
                  <a:lnTo>
                    <a:pt x="301752" y="315468"/>
                  </a:lnTo>
                  <a:lnTo>
                    <a:pt x="275844" y="315468"/>
                  </a:lnTo>
                  <a:lnTo>
                    <a:pt x="274320" y="315468"/>
                  </a:lnTo>
                  <a:lnTo>
                    <a:pt x="246888" y="312420"/>
                  </a:lnTo>
                  <a:lnTo>
                    <a:pt x="234696" y="310896"/>
                  </a:lnTo>
                  <a:lnTo>
                    <a:pt x="220980" y="307848"/>
                  </a:lnTo>
                  <a:lnTo>
                    <a:pt x="200660" y="300228"/>
                  </a:lnTo>
                  <a:lnTo>
                    <a:pt x="196596" y="298704"/>
                  </a:lnTo>
                  <a:lnTo>
                    <a:pt x="196596" y="300228"/>
                  </a:lnTo>
                  <a:lnTo>
                    <a:pt x="182880" y="294132"/>
                  </a:lnTo>
                  <a:lnTo>
                    <a:pt x="184404" y="294132"/>
                  </a:lnTo>
                  <a:lnTo>
                    <a:pt x="172212" y="289560"/>
                  </a:lnTo>
                  <a:lnTo>
                    <a:pt x="161544" y="283464"/>
                  </a:lnTo>
                  <a:lnTo>
                    <a:pt x="138684" y="269748"/>
                  </a:lnTo>
                  <a:lnTo>
                    <a:pt x="117348" y="254508"/>
                  </a:lnTo>
                  <a:lnTo>
                    <a:pt x="118872" y="25450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5532" y="196596"/>
                  </a:lnTo>
                  <a:lnTo>
                    <a:pt x="65532" y="198120"/>
                  </a:lnTo>
                  <a:lnTo>
                    <a:pt x="59436" y="185928"/>
                  </a:lnTo>
                  <a:lnTo>
                    <a:pt x="59436" y="187452"/>
                  </a:lnTo>
                  <a:lnTo>
                    <a:pt x="47244" y="163068"/>
                  </a:lnTo>
                  <a:lnTo>
                    <a:pt x="47244" y="164592"/>
                  </a:lnTo>
                  <a:lnTo>
                    <a:pt x="41148" y="152400"/>
                  </a:lnTo>
                  <a:lnTo>
                    <a:pt x="36576" y="140208"/>
                  </a:lnTo>
                  <a:lnTo>
                    <a:pt x="32512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4384" y="88392"/>
                  </a:lnTo>
                  <a:lnTo>
                    <a:pt x="21336" y="74676"/>
                  </a:lnTo>
                  <a:lnTo>
                    <a:pt x="21336" y="21336"/>
                  </a:lnTo>
                  <a:lnTo>
                    <a:pt x="21640" y="19812"/>
                  </a:lnTo>
                  <a:lnTo>
                    <a:pt x="24384" y="6096"/>
                  </a:lnTo>
                  <a:lnTo>
                    <a:pt x="24384" y="7620"/>
                  </a:lnTo>
                  <a:lnTo>
                    <a:pt x="24549" y="6096"/>
                  </a:lnTo>
                  <a:lnTo>
                    <a:pt x="25222" y="0"/>
                  </a:lnTo>
                  <a:lnTo>
                    <a:pt x="4699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6096" y="106680"/>
                  </a:lnTo>
                  <a:lnTo>
                    <a:pt x="15240" y="143256"/>
                  </a:lnTo>
                  <a:lnTo>
                    <a:pt x="21336" y="155448"/>
                  </a:lnTo>
                  <a:lnTo>
                    <a:pt x="30480" y="176784"/>
                  </a:lnTo>
                  <a:lnTo>
                    <a:pt x="47244" y="204216"/>
                  </a:lnTo>
                  <a:lnTo>
                    <a:pt x="50292" y="208788"/>
                  </a:lnTo>
                  <a:lnTo>
                    <a:pt x="59436" y="220980"/>
                  </a:lnTo>
                  <a:lnTo>
                    <a:pt x="71628" y="237744"/>
                  </a:lnTo>
                  <a:lnTo>
                    <a:pt x="117348" y="280416"/>
                  </a:lnTo>
                  <a:lnTo>
                    <a:pt x="158496" y="304800"/>
                  </a:lnTo>
                  <a:lnTo>
                    <a:pt x="193548" y="320040"/>
                  </a:lnTo>
                  <a:lnTo>
                    <a:pt x="220980" y="327660"/>
                  </a:lnTo>
                  <a:lnTo>
                    <a:pt x="228600" y="330708"/>
                  </a:lnTo>
                  <a:lnTo>
                    <a:pt x="234696" y="330708"/>
                  </a:lnTo>
                  <a:lnTo>
                    <a:pt x="265176" y="335280"/>
                  </a:lnTo>
                  <a:lnTo>
                    <a:pt x="303276" y="335280"/>
                  </a:lnTo>
                  <a:lnTo>
                    <a:pt x="316992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2900" y="330708"/>
                  </a:lnTo>
                  <a:lnTo>
                    <a:pt x="371856" y="324612"/>
                  </a:lnTo>
                  <a:lnTo>
                    <a:pt x="405384" y="310896"/>
                  </a:lnTo>
                  <a:lnTo>
                    <a:pt x="409956" y="309372"/>
                  </a:lnTo>
                  <a:lnTo>
                    <a:pt x="416052" y="306324"/>
                  </a:lnTo>
                  <a:lnTo>
                    <a:pt x="428244" y="300228"/>
                  </a:lnTo>
                  <a:lnTo>
                    <a:pt x="438912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5300" y="248412"/>
                  </a:lnTo>
                  <a:lnTo>
                    <a:pt x="502920" y="240792"/>
                  </a:lnTo>
                  <a:lnTo>
                    <a:pt x="527304" y="210312"/>
                  </a:lnTo>
                  <a:lnTo>
                    <a:pt x="528129" y="208788"/>
                  </a:lnTo>
                  <a:lnTo>
                    <a:pt x="533946" y="198120"/>
                  </a:lnTo>
                  <a:lnTo>
                    <a:pt x="539762" y="187452"/>
                  </a:lnTo>
                  <a:lnTo>
                    <a:pt x="545592" y="176784"/>
                  </a:lnTo>
                  <a:lnTo>
                    <a:pt x="551688" y="164592"/>
                  </a:lnTo>
                  <a:lnTo>
                    <a:pt x="556260" y="152400"/>
                  </a:lnTo>
                  <a:lnTo>
                    <a:pt x="562356" y="141732"/>
                  </a:lnTo>
                  <a:lnTo>
                    <a:pt x="571500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673407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C</a:t>
            </a:r>
            <a:endParaRPr sz="1412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976399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30426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9</a:t>
            </a:r>
            <a:endParaRPr sz="1279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467084" y="4055249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612838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286043" y="4055249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1</a:t>
            </a:r>
            <a:endParaRPr sz="1279">
              <a:latin typeface="Arial"/>
              <a:cs typeface="Arial"/>
            </a:endParaRPr>
          </a:p>
        </p:txBody>
      </p:sp>
      <p:pic>
        <p:nvPicPr>
          <p:cNvPr id="47" name="object 4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04921" y="3739627"/>
            <a:ext cx="2799678" cy="701936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7040860" y="4157349"/>
            <a:ext cx="143996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E</a:t>
            </a:r>
            <a:endParaRPr sz="1412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381887" y="4157349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D</a:t>
            </a:r>
            <a:endParaRPr sz="1412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682846" y="4157349"/>
            <a:ext cx="133350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F</a:t>
            </a:r>
            <a:endParaRPr sz="1412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765663" y="3736698"/>
            <a:ext cx="333375" cy="691706"/>
          </a:xfrm>
          <a:prstGeom prst="rect">
            <a:avLst/>
          </a:prstGeom>
        </p:spPr>
        <p:txBody>
          <a:bodyPr vert="horz" wrap="square" lIns="0" tIns="58271" rIns="0" bIns="0" rtlCol="0">
            <a:spAutoFit/>
          </a:bodyPr>
          <a:lstStyle/>
          <a:p>
            <a:pPr marL="40343">
              <a:spcBef>
                <a:spcPts val="459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  <a:p>
            <a:pPr marL="94134">
              <a:lnSpc>
                <a:spcPts val="1579"/>
              </a:lnSpc>
              <a:spcBef>
                <a:spcPts val="415"/>
              </a:spcBef>
            </a:pPr>
            <a:r>
              <a:rPr sz="1412" b="1" spc="-44" dirty="0">
                <a:latin typeface="Arial"/>
                <a:cs typeface="Arial"/>
              </a:rPr>
              <a:t>G</a:t>
            </a:r>
            <a:endParaRPr sz="1412">
              <a:latin typeface="Arial"/>
              <a:cs typeface="Arial"/>
            </a:endParaRPr>
          </a:p>
          <a:p>
            <a:pPr marL="11206">
              <a:lnSpc>
                <a:spcPts val="1421"/>
              </a:lnSpc>
            </a:pPr>
            <a:r>
              <a:rPr sz="1279" spc="-18" dirty="0">
                <a:solidFill>
                  <a:srgbClr val="FFFFFF"/>
                </a:solidFill>
                <a:latin typeface="Microsoft Sans Serif"/>
                <a:cs typeface="Microsoft Sans Serif"/>
              </a:rPr>
              <a:t>goal</a:t>
            </a:r>
            <a:endParaRPr sz="1279">
              <a:latin typeface="Microsoft Sans Serif"/>
              <a:cs typeface="Microsoft Sans Serif"/>
            </a:endParaRPr>
          </a:p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3307079" y="2761353"/>
          <a:ext cx="2511239" cy="17884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4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27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b="1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expnd. </a:t>
                      </a:r>
                      <a:r>
                        <a:rPr sz="1300" b="1" spc="-20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b="1" spc="-10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Frontier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7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{S}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713"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{A,B,C}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41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B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281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C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</a:t>
                      </a:r>
                      <a:r>
                        <a:rPr sz="1300" spc="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721">
                <a:tc>
                  <a:txBody>
                    <a:bodyPr/>
                    <a:lstStyle/>
                    <a:p>
                      <a:pPr marL="75565">
                        <a:lnSpc>
                          <a:spcPts val="1735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{A,B,C}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841">
                <a:tc>
                  <a:txBody>
                    <a:bodyPr/>
                    <a:lstStyle/>
                    <a:p>
                      <a:pPr marL="75565">
                        <a:lnSpc>
                          <a:spcPts val="1735"/>
                        </a:lnSpc>
                      </a:pPr>
                      <a:r>
                        <a:rPr sz="130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4F82BD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300" spc="-80" dirty="0">
                          <a:solidFill>
                            <a:srgbClr val="4F82BD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solidFill>
                            <a:srgbClr val="4F82BD"/>
                          </a:solidFill>
                          <a:latin typeface="Microsoft Sans Serif"/>
                          <a:cs typeface="Microsoft Sans Serif"/>
                        </a:rPr>
                        <a:t>test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</a:t>
                      </a:r>
                      <a:r>
                        <a:rPr sz="1300" spc="-10" dirty="0">
                          <a:solidFill>
                            <a:srgbClr val="C0504D"/>
                          </a:solidFill>
                          <a:latin typeface="Microsoft Sans Serif"/>
                          <a:cs typeface="Microsoft Sans Serif"/>
                        </a:rPr>
                        <a:t>D,E,</a:t>
                      </a: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3" name="object 53"/>
          <p:cNvGrpSpPr/>
          <p:nvPr/>
        </p:nvGrpSpPr>
        <p:grpSpPr>
          <a:xfrm>
            <a:off x="6253331" y="4438873"/>
            <a:ext cx="2701738" cy="105335"/>
            <a:chOff x="5207508" y="5030723"/>
            <a:chExt cx="3061970" cy="119380"/>
          </a:xfrm>
        </p:grpSpPr>
        <p:sp>
          <p:nvSpPr>
            <p:cNvPr id="54" name="object 54"/>
            <p:cNvSpPr/>
            <p:nvPr/>
          </p:nvSpPr>
          <p:spPr>
            <a:xfrm>
              <a:off x="5961888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89" h="108585">
                  <a:moveTo>
                    <a:pt x="440436" y="0"/>
                  </a:moveTo>
                  <a:lnTo>
                    <a:pt x="0" y="0"/>
                  </a:lnTo>
                  <a:lnTo>
                    <a:pt x="22860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19456" y="108203"/>
                  </a:lnTo>
                  <a:lnTo>
                    <a:pt x="257556" y="106680"/>
                  </a:lnTo>
                  <a:lnTo>
                    <a:pt x="327660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9696" y="5030723"/>
              <a:ext cx="464819" cy="11887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219700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89" h="108585">
                  <a:moveTo>
                    <a:pt x="440436" y="0"/>
                  </a:moveTo>
                  <a:lnTo>
                    <a:pt x="0" y="0"/>
                  </a:lnTo>
                  <a:lnTo>
                    <a:pt x="22860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19455" y="108203"/>
                  </a:lnTo>
                  <a:lnTo>
                    <a:pt x="257555" y="106680"/>
                  </a:lnTo>
                  <a:lnTo>
                    <a:pt x="327660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7" name="object 5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07508" y="5030723"/>
              <a:ext cx="464819" cy="118871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7816596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90" h="108585">
                  <a:moveTo>
                    <a:pt x="440435" y="0"/>
                  </a:moveTo>
                  <a:lnTo>
                    <a:pt x="0" y="0"/>
                  </a:lnTo>
                  <a:lnTo>
                    <a:pt x="22859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20979" y="108203"/>
                  </a:lnTo>
                  <a:lnTo>
                    <a:pt x="257555" y="106680"/>
                  </a:lnTo>
                  <a:lnTo>
                    <a:pt x="329183" y="86868"/>
                  </a:lnTo>
                  <a:lnTo>
                    <a:pt x="390144" y="50292"/>
                  </a:lnTo>
                  <a:lnTo>
                    <a:pt x="44043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9" name="object 5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04404" y="5030723"/>
              <a:ext cx="464820" cy="118871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888480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90" h="108585">
                  <a:moveTo>
                    <a:pt x="440436" y="0"/>
                  </a:moveTo>
                  <a:lnTo>
                    <a:pt x="0" y="0"/>
                  </a:lnTo>
                  <a:lnTo>
                    <a:pt x="24384" y="27431"/>
                  </a:lnTo>
                  <a:lnTo>
                    <a:pt x="80772" y="70103"/>
                  </a:lnTo>
                  <a:lnTo>
                    <a:pt x="146303" y="99059"/>
                  </a:lnTo>
                  <a:lnTo>
                    <a:pt x="220979" y="108203"/>
                  </a:lnTo>
                  <a:lnTo>
                    <a:pt x="259079" y="106680"/>
                  </a:lnTo>
                  <a:lnTo>
                    <a:pt x="329184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1" name="object 6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76288" y="5030723"/>
              <a:ext cx="466343" cy="118871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6203576" y="4854388"/>
            <a:ext cx="509868" cy="286871"/>
            <a:chOff x="5151120" y="5501640"/>
            <a:chExt cx="577850" cy="325120"/>
          </a:xfrm>
        </p:grpSpPr>
        <p:sp>
          <p:nvSpPr>
            <p:cNvPr id="63" name="object 63"/>
            <p:cNvSpPr/>
            <p:nvPr/>
          </p:nvSpPr>
          <p:spPr>
            <a:xfrm>
              <a:off x="5161788" y="5510784"/>
              <a:ext cx="556260" cy="315595"/>
            </a:xfrm>
            <a:custGeom>
              <a:avLst/>
              <a:gdLst/>
              <a:ahLst/>
              <a:cxnLst/>
              <a:rect l="l" t="t" r="r" b="b"/>
              <a:pathLst>
                <a:path w="556260" h="315595">
                  <a:moveTo>
                    <a:pt x="277367" y="0"/>
                  </a:moveTo>
                  <a:lnTo>
                    <a:pt x="204215" y="9144"/>
                  </a:lnTo>
                  <a:lnTo>
                    <a:pt x="137160" y="38100"/>
                  </a:lnTo>
                  <a:lnTo>
                    <a:pt x="80772" y="80772"/>
                  </a:lnTo>
                  <a:lnTo>
                    <a:pt x="38100" y="137160"/>
                  </a:lnTo>
                  <a:lnTo>
                    <a:pt x="9144" y="204216"/>
                  </a:lnTo>
                  <a:lnTo>
                    <a:pt x="0" y="277368"/>
                  </a:lnTo>
                  <a:lnTo>
                    <a:pt x="3048" y="315468"/>
                  </a:lnTo>
                  <a:lnTo>
                    <a:pt x="553212" y="315468"/>
                  </a:lnTo>
                  <a:lnTo>
                    <a:pt x="556260" y="277368"/>
                  </a:lnTo>
                  <a:lnTo>
                    <a:pt x="547115" y="204216"/>
                  </a:lnTo>
                  <a:lnTo>
                    <a:pt x="518160" y="137160"/>
                  </a:lnTo>
                  <a:lnTo>
                    <a:pt x="473963" y="80772"/>
                  </a:lnTo>
                  <a:lnTo>
                    <a:pt x="419100" y="38100"/>
                  </a:lnTo>
                  <a:lnTo>
                    <a:pt x="352044" y="9144"/>
                  </a:lnTo>
                  <a:lnTo>
                    <a:pt x="277367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5151120" y="5501640"/>
              <a:ext cx="577850" cy="325120"/>
            </a:xfrm>
            <a:custGeom>
              <a:avLst/>
              <a:gdLst/>
              <a:ahLst/>
              <a:cxnLst/>
              <a:rect l="l" t="t" r="r" b="b"/>
              <a:pathLst>
                <a:path w="577850" h="325120">
                  <a:moveTo>
                    <a:pt x="577596" y="286512"/>
                  </a:moveTo>
                  <a:lnTo>
                    <a:pt x="569976" y="224028"/>
                  </a:lnTo>
                  <a:lnTo>
                    <a:pt x="548640" y="161544"/>
                  </a:lnTo>
                  <a:lnTo>
                    <a:pt x="526986" y="126492"/>
                  </a:lnTo>
                  <a:lnTo>
                    <a:pt x="516636" y="109728"/>
                  </a:lnTo>
                  <a:lnTo>
                    <a:pt x="478536" y="68580"/>
                  </a:lnTo>
                  <a:lnTo>
                    <a:pt x="432816" y="36576"/>
                  </a:lnTo>
                  <a:lnTo>
                    <a:pt x="429221" y="35052"/>
                  </a:lnTo>
                  <a:lnTo>
                    <a:pt x="393293" y="19812"/>
                  </a:lnTo>
                  <a:lnTo>
                    <a:pt x="382524" y="15240"/>
                  </a:lnTo>
                  <a:lnTo>
                    <a:pt x="329184" y="3048"/>
                  </a:lnTo>
                  <a:lnTo>
                    <a:pt x="303276" y="0"/>
                  </a:lnTo>
                  <a:lnTo>
                    <a:pt x="274320" y="0"/>
                  </a:lnTo>
                  <a:lnTo>
                    <a:pt x="220980" y="7620"/>
                  </a:lnTo>
                  <a:lnTo>
                    <a:pt x="169164" y="24384"/>
                  </a:lnTo>
                  <a:lnTo>
                    <a:pt x="121920" y="51816"/>
                  </a:lnTo>
                  <a:lnTo>
                    <a:pt x="79248" y="88392"/>
                  </a:lnTo>
                  <a:lnTo>
                    <a:pt x="44196" y="135636"/>
                  </a:lnTo>
                  <a:lnTo>
                    <a:pt x="16764" y="192024"/>
                  </a:lnTo>
                  <a:lnTo>
                    <a:pt x="1524" y="257556"/>
                  </a:lnTo>
                  <a:lnTo>
                    <a:pt x="0" y="286512"/>
                  </a:lnTo>
                  <a:lnTo>
                    <a:pt x="0" y="301752"/>
                  </a:lnTo>
                  <a:lnTo>
                    <a:pt x="1524" y="316992"/>
                  </a:lnTo>
                  <a:lnTo>
                    <a:pt x="3048" y="324612"/>
                  </a:lnTo>
                  <a:lnTo>
                    <a:pt x="21336" y="324612"/>
                  </a:lnTo>
                  <a:lnTo>
                    <a:pt x="22860" y="324612"/>
                  </a:lnTo>
                  <a:lnTo>
                    <a:pt x="22860" y="315468"/>
                  </a:lnTo>
                  <a:lnTo>
                    <a:pt x="21336" y="300228"/>
                  </a:lnTo>
                  <a:lnTo>
                    <a:pt x="21336" y="274320"/>
                  </a:lnTo>
                  <a:lnTo>
                    <a:pt x="24384" y="246888"/>
                  </a:lnTo>
                  <a:lnTo>
                    <a:pt x="25908" y="236220"/>
                  </a:lnTo>
                  <a:lnTo>
                    <a:pt x="25908" y="233172"/>
                  </a:lnTo>
                  <a:lnTo>
                    <a:pt x="28956" y="220980"/>
                  </a:lnTo>
                  <a:lnTo>
                    <a:pt x="32004" y="207264"/>
                  </a:lnTo>
                  <a:lnTo>
                    <a:pt x="36576" y="195072"/>
                  </a:lnTo>
                  <a:lnTo>
                    <a:pt x="42672" y="182880"/>
                  </a:lnTo>
                  <a:lnTo>
                    <a:pt x="47244" y="172212"/>
                  </a:lnTo>
                  <a:lnTo>
                    <a:pt x="47244" y="170688"/>
                  </a:lnTo>
                  <a:lnTo>
                    <a:pt x="59436" y="149352"/>
                  </a:lnTo>
                  <a:lnTo>
                    <a:pt x="59436" y="147828"/>
                  </a:lnTo>
                  <a:lnTo>
                    <a:pt x="65532" y="138684"/>
                  </a:lnTo>
                  <a:lnTo>
                    <a:pt x="74676" y="126492"/>
                  </a:lnTo>
                  <a:lnTo>
                    <a:pt x="82296" y="117348"/>
                  </a:lnTo>
                  <a:lnTo>
                    <a:pt x="89916" y="106680"/>
                  </a:lnTo>
                  <a:lnTo>
                    <a:pt x="99060" y="99060"/>
                  </a:lnTo>
                  <a:lnTo>
                    <a:pt x="99060" y="97536"/>
                  </a:lnTo>
                  <a:lnTo>
                    <a:pt x="108204" y="88392"/>
                  </a:lnTo>
                  <a:lnTo>
                    <a:pt x="117348" y="80772"/>
                  </a:lnTo>
                  <a:lnTo>
                    <a:pt x="149352" y="57912"/>
                  </a:lnTo>
                  <a:lnTo>
                    <a:pt x="161544" y="51816"/>
                  </a:lnTo>
                  <a:lnTo>
                    <a:pt x="172212" y="45720"/>
                  </a:lnTo>
                  <a:lnTo>
                    <a:pt x="184404" y="41148"/>
                  </a:lnTo>
                  <a:lnTo>
                    <a:pt x="184404" y="39624"/>
                  </a:lnTo>
                  <a:lnTo>
                    <a:pt x="196596" y="35052"/>
                  </a:lnTo>
                  <a:lnTo>
                    <a:pt x="196596" y="36576"/>
                  </a:lnTo>
                  <a:lnTo>
                    <a:pt x="200660" y="35052"/>
                  </a:lnTo>
                  <a:lnTo>
                    <a:pt x="220980" y="27432"/>
                  </a:lnTo>
                  <a:lnTo>
                    <a:pt x="234696" y="24384"/>
                  </a:lnTo>
                  <a:lnTo>
                    <a:pt x="248412" y="22860"/>
                  </a:lnTo>
                  <a:lnTo>
                    <a:pt x="260604" y="21336"/>
                  </a:lnTo>
                  <a:lnTo>
                    <a:pt x="274320" y="19812"/>
                  </a:lnTo>
                  <a:lnTo>
                    <a:pt x="316992" y="19812"/>
                  </a:lnTo>
                  <a:lnTo>
                    <a:pt x="329184" y="22860"/>
                  </a:lnTo>
                  <a:lnTo>
                    <a:pt x="342900" y="24384"/>
                  </a:lnTo>
                  <a:lnTo>
                    <a:pt x="356616" y="27432"/>
                  </a:lnTo>
                  <a:lnTo>
                    <a:pt x="381000" y="36576"/>
                  </a:lnTo>
                  <a:lnTo>
                    <a:pt x="381000" y="35052"/>
                  </a:lnTo>
                  <a:lnTo>
                    <a:pt x="393192" y="39624"/>
                  </a:lnTo>
                  <a:lnTo>
                    <a:pt x="393192" y="41148"/>
                  </a:lnTo>
                  <a:lnTo>
                    <a:pt x="405384" y="45720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49580" y="73152"/>
                  </a:lnTo>
                  <a:lnTo>
                    <a:pt x="458724" y="80772"/>
                  </a:lnTo>
                  <a:lnTo>
                    <a:pt x="469392" y="88392"/>
                  </a:lnTo>
                  <a:lnTo>
                    <a:pt x="478536" y="97536"/>
                  </a:lnTo>
                  <a:lnTo>
                    <a:pt x="478536" y="99060"/>
                  </a:lnTo>
                  <a:lnTo>
                    <a:pt x="487680" y="106680"/>
                  </a:lnTo>
                  <a:lnTo>
                    <a:pt x="487680" y="108204"/>
                  </a:lnTo>
                  <a:lnTo>
                    <a:pt x="495300" y="117348"/>
                  </a:lnTo>
                  <a:lnTo>
                    <a:pt x="502920" y="128016"/>
                  </a:lnTo>
                  <a:lnTo>
                    <a:pt x="502920" y="126492"/>
                  </a:lnTo>
                  <a:lnTo>
                    <a:pt x="510540" y="138684"/>
                  </a:lnTo>
                  <a:lnTo>
                    <a:pt x="510540" y="137160"/>
                  </a:lnTo>
                  <a:lnTo>
                    <a:pt x="518160" y="147828"/>
                  </a:lnTo>
                  <a:lnTo>
                    <a:pt x="518160" y="149352"/>
                  </a:lnTo>
                  <a:lnTo>
                    <a:pt x="530352" y="170688"/>
                  </a:lnTo>
                  <a:lnTo>
                    <a:pt x="530352" y="172212"/>
                  </a:lnTo>
                  <a:lnTo>
                    <a:pt x="534924" y="182880"/>
                  </a:lnTo>
                  <a:lnTo>
                    <a:pt x="541020" y="195072"/>
                  </a:lnTo>
                  <a:lnTo>
                    <a:pt x="544068" y="207264"/>
                  </a:lnTo>
                  <a:lnTo>
                    <a:pt x="548640" y="220980"/>
                  </a:lnTo>
                  <a:lnTo>
                    <a:pt x="551688" y="233172"/>
                  </a:lnTo>
                  <a:lnTo>
                    <a:pt x="551688" y="236220"/>
                  </a:lnTo>
                  <a:lnTo>
                    <a:pt x="553212" y="246888"/>
                  </a:lnTo>
                  <a:lnTo>
                    <a:pt x="556260" y="274320"/>
                  </a:lnTo>
                  <a:lnTo>
                    <a:pt x="556260" y="324612"/>
                  </a:lnTo>
                  <a:lnTo>
                    <a:pt x="574548" y="324612"/>
                  </a:lnTo>
                  <a:lnTo>
                    <a:pt x="577596" y="301752"/>
                  </a:lnTo>
                  <a:lnTo>
                    <a:pt x="577596" y="2865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5" name="object 6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33416" y="5553456"/>
              <a:ext cx="79248" cy="65531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44312" y="5541264"/>
              <a:ext cx="102108" cy="77724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704332" y="5801868"/>
              <a:ext cx="3175" cy="24765"/>
            </a:xfrm>
            <a:custGeom>
              <a:avLst/>
              <a:gdLst/>
              <a:ahLst/>
              <a:cxnLst/>
              <a:rect l="l" t="t" r="r" b="b"/>
              <a:pathLst>
                <a:path w="3175" h="24764">
                  <a:moveTo>
                    <a:pt x="3048" y="0"/>
                  </a:moveTo>
                  <a:lnTo>
                    <a:pt x="1524" y="15240"/>
                  </a:lnTo>
                  <a:lnTo>
                    <a:pt x="1524" y="13716"/>
                  </a:lnTo>
                  <a:lnTo>
                    <a:pt x="0" y="24384"/>
                  </a:lnTo>
                  <a:lnTo>
                    <a:pt x="3048" y="24384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6321494" y="4601057"/>
            <a:ext cx="214032" cy="623447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7</a:t>
            </a:r>
            <a:endParaRPr sz="1279">
              <a:latin typeface="Arial"/>
              <a:cs typeface="Arial"/>
            </a:endParaRPr>
          </a:p>
          <a:p>
            <a:pPr>
              <a:spcBef>
                <a:spcPts val="9"/>
              </a:spcBef>
            </a:pPr>
            <a:endParaRPr sz="1279">
              <a:latin typeface="Arial"/>
              <a:cs typeface="Arial"/>
            </a:endParaRPr>
          </a:p>
          <a:p>
            <a:pPr marL="71161"/>
            <a:r>
              <a:rPr sz="1412" b="1" spc="-44" dirty="0">
                <a:latin typeface="Arial"/>
                <a:cs typeface="Arial"/>
              </a:rPr>
              <a:t>H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6206265" y="5140811"/>
            <a:ext cx="504265" cy="220756"/>
            <a:chOff x="5154167" y="5826252"/>
            <a:chExt cx="571500" cy="250190"/>
          </a:xfrm>
        </p:grpSpPr>
        <p:sp>
          <p:nvSpPr>
            <p:cNvPr id="70" name="object 70"/>
            <p:cNvSpPr/>
            <p:nvPr/>
          </p:nvSpPr>
          <p:spPr>
            <a:xfrm>
              <a:off x="5164835" y="5826252"/>
              <a:ext cx="550545" cy="241300"/>
            </a:xfrm>
            <a:custGeom>
              <a:avLst/>
              <a:gdLst/>
              <a:ahLst/>
              <a:cxnLst/>
              <a:rect l="l" t="t" r="r" b="b"/>
              <a:pathLst>
                <a:path w="550545" h="241300">
                  <a:moveTo>
                    <a:pt x="550163" y="0"/>
                  </a:moveTo>
                  <a:lnTo>
                    <a:pt x="0" y="0"/>
                  </a:lnTo>
                  <a:lnTo>
                    <a:pt x="6096" y="36575"/>
                  </a:lnTo>
                  <a:lnTo>
                    <a:pt x="35051" y="103631"/>
                  </a:lnTo>
                  <a:lnTo>
                    <a:pt x="77724" y="160020"/>
                  </a:lnTo>
                  <a:lnTo>
                    <a:pt x="134112" y="202692"/>
                  </a:lnTo>
                  <a:lnTo>
                    <a:pt x="201167" y="230124"/>
                  </a:lnTo>
                  <a:lnTo>
                    <a:pt x="274319" y="240792"/>
                  </a:lnTo>
                  <a:lnTo>
                    <a:pt x="312419" y="237744"/>
                  </a:lnTo>
                  <a:lnTo>
                    <a:pt x="382524" y="219456"/>
                  </a:lnTo>
                  <a:lnTo>
                    <a:pt x="445008" y="182880"/>
                  </a:lnTo>
                  <a:lnTo>
                    <a:pt x="495300" y="132587"/>
                  </a:lnTo>
                  <a:lnTo>
                    <a:pt x="531876" y="71628"/>
                  </a:lnTo>
                  <a:lnTo>
                    <a:pt x="55016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1" name="object 71"/>
            <p:cNvSpPr/>
            <p:nvPr/>
          </p:nvSpPr>
          <p:spPr>
            <a:xfrm>
              <a:off x="5154168" y="5826252"/>
              <a:ext cx="571500" cy="250190"/>
            </a:xfrm>
            <a:custGeom>
              <a:avLst/>
              <a:gdLst/>
              <a:ahLst/>
              <a:cxnLst/>
              <a:rect l="l" t="t" r="r" b="b"/>
              <a:pathLst>
                <a:path w="571500" h="250189">
                  <a:moveTo>
                    <a:pt x="571500" y="0"/>
                  </a:moveTo>
                  <a:lnTo>
                    <a:pt x="550164" y="0"/>
                  </a:lnTo>
                  <a:lnTo>
                    <a:pt x="550164" y="3048"/>
                  </a:lnTo>
                  <a:lnTo>
                    <a:pt x="548640" y="16764"/>
                  </a:lnTo>
                  <a:lnTo>
                    <a:pt x="545592" y="30480"/>
                  </a:lnTo>
                  <a:lnTo>
                    <a:pt x="545592" y="28956"/>
                  </a:lnTo>
                  <a:lnTo>
                    <a:pt x="541020" y="42672"/>
                  </a:lnTo>
                  <a:lnTo>
                    <a:pt x="537972" y="54864"/>
                  </a:lnTo>
                  <a:lnTo>
                    <a:pt x="531876" y="67056"/>
                  </a:lnTo>
                  <a:lnTo>
                    <a:pt x="527304" y="79248"/>
                  </a:lnTo>
                  <a:lnTo>
                    <a:pt x="521208" y="89916"/>
                  </a:lnTo>
                  <a:lnTo>
                    <a:pt x="515112" y="102108"/>
                  </a:lnTo>
                  <a:lnTo>
                    <a:pt x="499872" y="123444"/>
                  </a:lnTo>
                  <a:lnTo>
                    <a:pt x="499872" y="121920"/>
                  </a:lnTo>
                  <a:lnTo>
                    <a:pt x="492252" y="132588"/>
                  </a:lnTo>
                  <a:lnTo>
                    <a:pt x="483108" y="143256"/>
                  </a:lnTo>
                  <a:lnTo>
                    <a:pt x="484632" y="143256"/>
                  </a:lnTo>
                  <a:lnTo>
                    <a:pt x="475488" y="152400"/>
                  </a:lnTo>
                  <a:lnTo>
                    <a:pt x="466344" y="161544"/>
                  </a:lnTo>
                  <a:lnTo>
                    <a:pt x="455676" y="169164"/>
                  </a:lnTo>
                  <a:lnTo>
                    <a:pt x="446532" y="178308"/>
                  </a:lnTo>
                  <a:lnTo>
                    <a:pt x="446532" y="176784"/>
                  </a:lnTo>
                  <a:lnTo>
                    <a:pt x="435864" y="184404"/>
                  </a:lnTo>
                  <a:lnTo>
                    <a:pt x="423672" y="192024"/>
                  </a:lnTo>
                  <a:lnTo>
                    <a:pt x="425196" y="192024"/>
                  </a:lnTo>
                  <a:lnTo>
                    <a:pt x="413004" y="198120"/>
                  </a:lnTo>
                  <a:lnTo>
                    <a:pt x="400812" y="204216"/>
                  </a:lnTo>
                  <a:lnTo>
                    <a:pt x="402336" y="204216"/>
                  </a:lnTo>
                  <a:lnTo>
                    <a:pt x="390144" y="210312"/>
                  </a:lnTo>
                  <a:lnTo>
                    <a:pt x="377952" y="214884"/>
                  </a:lnTo>
                  <a:lnTo>
                    <a:pt x="377952" y="213360"/>
                  </a:lnTo>
                  <a:lnTo>
                    <a:pt x="364236" y="217932"/>
                  </a:lnTo>
                  <a:lnTo>
                    <a:pt x="365760" y="217932"/>
                  </a:lnTo>
                  <a:lnTo>
                    <a:pt x="352044" y="222504"/>
                  </a:lnTo>
                  <a:lnTo>
                    <a:pt x="353568" y="222504"/>
                  </a:lnTo>
                  <a:lnTo>
                    <a:pt x="339852" y="225552"/>
                  </a:lnTo>
                  <a:lnTo>
                    <a:pt x="326136" y="227076"/>
                  </a:lnTo>
                  <a:lnTo>
                    <a:pt x="312420" y="230124"/>
                  </a:lnTo>
                  <a:lnTo>
                    <a:pt x="257556" y="230124"/>
                  </a:lnTo>
                  <a:lnTo>
                    <a:pt x="245364" y="227076"/>
                  </a:lnTo>
                  <a:lnTo>
                    <a:pt x="231648" y="225552"/>
                  </a:lnTo>
                  <a:lnTo>
                    <a:pt x="217932" y="222504"/>
                  </a:lnTo>
                  <a:lnTo>
                    <a:pt x="219456" y="222504"/>
                  </a:lnTo>
                  <a:lnTo>
                    <a:pt x="205740" y="217932"/>
                  </a:lnTo>
                  <a:lnTo>
                    <a:pt x="193548" y="213360"/>
                  </a:lnTo>
                  <a:lnTo>
                    <a:pt x="193548" y="214884"/>
                  </a:lnTo>
                  <a:lnTo>
                    <a:pt x="181356" y="210312"/>
                  </a:lnTo>
                  <a:lnTo>
                    <a:pt x="158496" y="198894"/>
                  </a:lnTo>
                  <a:lnTo>
                    <a:pt x="158496" y="198120"/>
                  </a:lnTo>
                  <a:lnTo>
                    <a:pt x="146304" y="192024"/>
                  </a:lnTo>
                  <a:lnTo>
                    <a:pt x="147828" y="192024"/>
                  </a:lnTo>
                  <a:lnTo>
                    <a:pt x="135636" y="184404"/>
                  </a:lnTo>
                  <a:lnTo>
                    <a:pt x="124968" y="176784"/>
                  </a:lnTo>
                  <a:lnTo>
                    <a:pt x="124968" y="178308"/>
                  </a:lnTo>
                  <a:lnTo>
                    <a:pt x="114300" y="169164"/>
                  </a:lnTo>
                  <a:lnTo>
                    <a:pt x="115824" y="169164"/>
                  </a:lnTo>
                  <a:lnTo>
                    <a:pt x="105156" y="161544"/>
                  </a:lnTo>
                  <a:lnTo>
                    <a:pt x="96012" y="152400"/>
                  </a:lnTo>
                  <a:lnTo>
                    <a:pt x="86868" y="143256"/>
                  </a:lnTo>
                  <a:lnTo>
                    <a:pt x="79248" y="132588"/>
                  </a:lnTo>
                  <a:lnTo>
                    <a:pt x="72707" y="123444"/>
                  </a:lnTo>
                  <a:lnTo>
                    <a:pt x="71628" y="121920"/>
                  </a:lnTo>
                  <a:lnTo>
                    <a:pt x="71628" y="123444"/>
                  </a:lnTo>
                  <a:lnTo>
                    <a:pt x="62484" y="112776"/>
                  </a:lnTo>
                  <a:lnTo>
                    <a:pt x="64008" y="112776"/>
                  </a:lnTo>
                  <a:lnTo>
                    <a:pt x="56388" y="102108"/>
                  </a:lnTo>
                  <a:lnTo>
                    <a:pt x="50292" y="89916"/>
                  </a:lnTo>
                  <a:lnTo>
                    <a:pt x="44196" y="79248"/>
                  </a:lnTo>
                  <a:lnTo>
                    <a:pt x="39624" y="67056"/>
                  </a:lnTo>
                  <a:lnTo>
                    <a:pt x="33528" y="54864"/>
                  </a:lnTo>
                  <a:lnTo>
                    <a:pt x="28956" y="42672"/>
                  </a:lnTo>
                  <a:lnTo>
                    <a:pt x="26238" y="30480"/>
                  </a:lnTo>
                  <a:lnTo>
                    <a:pt x="25908" y="28956"/>
                  </a:lnTo>
                  <a:lnTo>
                    <a:pt x="25908" y="30480"/>
                  </a:lnTo>
                  <a:lnTo>
                    <a:pt x="22860" y="16764"/>
                  </a:lnTo>
                  <a:lnTo>
                    <a:pt x="21501" y="4572"/>
                  </a:lnTo>
                  <a:lnTo>
                    <a:pt x="21336" y="3048"/>
                  </a:lnTo>
                  <a:lnTo>
                    <a:pt x="21336" y="4572"/>
                  </a:lnTo>
                  <a:lnTo>
                    <a:pt x="19812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3048" y="21336"/>
                  </a:lnTo>
                  <a:lnTo>
                    <a:pt x="13716" y="57912"/>
                  </a:lnTo>
                  <a:lnTo>
                    <a:pt x="22860" y="80772"/>
                  </a:lnTo>
                  <a:lnTo>
                    <a:pt x="27432" y="92964"/>
                  </a:lnTo>
                  <a:lnTo>
                    <a:pt x="44196" y="120396"/>
                  </a:lnTo>
                  <a:lnTo>
                    <a:pt x="47244" y="124968"/>
                  </a:lnTo>
                  <a:lnTo>
                    <a:pt x="56388" y="137160"/>
                  </a:lnTo>
                  <a:lnTo>
                    <a:pt x="62484" y="146304"/>
                  </a:lnTo>
                  <a:lnTo>
                    <a:pt x="68580" y="153924"/>
                  </a:lnTo>
                  <a:lnTo>
                    <a:pt x="79248" y="163068"/>
                  </a:lnTo>
                  <a:lnTo>
                    <a:pt x="96012" y="179832"/>
                  </a:lnTo>
                  <a:lnTo>
                    <a:pt x="105156" y="187452"/>
                  </a:lnTo>
                  <a:lnTo>
                    <a:pt x="114300" y="195072"/>
                  </a:lnTo>
                  <a:lnTo>
                    <a:pt x="124968" y="201168"/>
                  </a:lnTo>
                  <a:lnTo>
                    <a:pt x="124968" y="202692"/>
                  </a:lnTo>
                  <a:lnTo>
                    <a:pt x="135636" y="208788"/>
                  </a:lnTo>
                  <a:lnTo>
                    <a:pt x="146304" y="214884"/>
                  </a:lnTo>
                  <a:lnTo>
                    <a:pt x="155448" y="220980"/>
                  </a:lnTo>
                  <a:lnTo>
                    <a:pt x="158496" y="220980"/>
                  </a:lnTo>
                  <a:lnTo>
                    <a:pt x="181356" y="231648"/>
                  </a:lnTo>
                  <a:lnTo>
                    <a:pt x="217932" y="243840"/>
                  </a:lnTo>
                  <a:lnTo>
                    <a:pt x="225552" y="245364"/>
                  </a:lnTo>
                  <a:lnTo>
                    <a:pt x="231648" y="245364"/>
                  </a:lnTo>
                  <a:lnTo>
                    <a:pt x="262128" y="249936"/>
                  </a:lnTo>
                  <a:lnTo>
                    <a:pt x="300228" y="249936"/>
                  </a:lnTo>
                  <a:lnTo>
                    <a:pt x="313944" y="249936"/>
                  </a:lnTo>
                  <a:lnTo>
                    <a:pt x="315468" y="249936"/>
                  </a:lnTo>
                  <a:lnTo>
                    <a:pt x="329184" y="248412"/>
                  </a:lnTo>
                  <a:lnTo>
                    <a:pt x="339852" y="245364"/>
                  </a:lnTo>
                  <a:lnTo>
                    <a:pt x="353568" y="242316"/>
                  </a:lnTo>
                  <a:lnTo>
                    <a:pt x="365760" y="239268"/>
                  </a:lnTo>
                  <a:lnTo>
                    <a:pt x="368808" y="239268"/>
                  </a:lnTo>
                  <a:lnTo>
                    <a:pt x="390144" y="231648"/>
                  </a:lnTo>
                  <a:lnTo>
                    <a:pt x="402336" y="227076"/>
                  </a:lnTo>
                  <a:lnTo>
                    <a:pt x="406908" y="225552"/>
                  </a:lnTo>
                  <a:lnTo>
                    <a:pt x="413004" y="220980"/>
                  </a:lnTo>
                  <a:lnTo>
                    <a:pt x="425196" y="214884"/>
                  </a:lnTo>
                  <a:lnTo>
                    <a:pt x="435864" y="208788"/>
                  </a:lnTo>
                  <a:lnTo>
                    <a:pt x="440436" y="205740"/>
                  </a:lnTo>
                  <a:lnTo>
                    <a:pt x="446532" y="202692"/>
                  </a:lnTo>
                  <a:lnTo>
                    <a:pt x="455676" y="195072"/>
                  </a:lnTo>
                  <a:lnTo>
                    <a:pt x="466344" y="187452"/>
                  </a:lnTo>
                  <a:lnTo>
                    <a:pt x="472440" y="182880"/>
                  </a:lnTo>
                  <a:lnTo>
                    <a:pt x="475488" y="179832"/>
                  </a:lnTo>
                  <a:lnTo>
                    <a:pt x="484632" y="170688"/>
                  </a:lnTo>
                  <a:lnTo>
                    <a:pt x="492252" y="163068"/>
                  </a:lnTo>
                  <a:lnTo>
                    <a:pt x="499872" y="155448"/>
                  </a:lnTo>
                  <a:lnTo>
                    <a:pt x="515112" y="137160"/>
                  </a:lnTo>
                  <a:lnTo>
                    <a:pt x="524256" y="124968"/>
                  </a:lnTo>
                  <a:lnTo>
                    <a:pt x="527304" y="118872"/>
                  </a:lnTo>
                  <a:lnTo>
                    <a:pt x="544068" y="91440"/>
                  </a:lnTo>
                  <a:lnTo>
                    <a:pt x="548640" y="80772"/>
                  </a:lnTo>
                  <a:lnTo>
                    <a:pt x="559308" y="56388"/>
                  </a:lnTo>
                  <a:lnTo>
                    <a:pt x="568452" y="18288"/>
                  </a:lnTo>
                  <a:lnTo>
                    <a:pt x="570738" y="4572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3" name="object 73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11</a:t>
            </a:fld>
            <a:endParaRPr spc="-2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639788"/>
            <a:ext cx="6825545" cy="534378"/>
          </a:xfrm>
          <a:prstGeom prst="rect">
            <a:avLst/>
          </a:prstGeom>
        </p:spPr>
        <p:txBody>
          <a:bodyPr vert="horz" wrap="square" lIns="0" tIns="92139" rIns="0" bIns="0" rtlCol="0" anchor="ctr">
            <a:spAutoFit/>
          </a:bodyPr>
          <a:lstStyle/>
          <a:p>
            <a:pPr marL="1290986">
              <a:lnSpc>
                <a:spcPct val="100000"/>
              </a:lnSpc>
              <a:spcBef>
                <a:spcPts val="79"/>
              </a:spcBef>
            </a:pPr>
            <a:r>
              <a:rPr sz="2868" spc="-141" dirty="0"/>
              <a:t>Iterative‐Deepening</a:t>
            </a:r>
            <a:r>
              <a:rPr sz="2868" spc="-124" dirty="0"/>
              <a:t> </a:t>
            </a:r>
            <a:r>
              <a:rPr sz="2868" spc="-84" dirty="0"/>
              <a:t>Search(IDS)</a:t>
            </a:r>
            <a:endParaRPr sz="2868"/>
          </a:p>
        </p:txBody>
      </p:sp>
      <p:sp>
        <p:nvSpPr>
          <p:cNvPr id="3" name="object 3"/>
          <p:cNvSpPr txBox="1"/>
          <p:nvPr/>
        </p:nvSpPr>
        <p:spPr>
          <a:xfrm>
            <a:off x="3320113" y="2216549"/>
            <a:ext cx="3314140" cy="538998"/>
          </a:xfrm>
          <a:prstGeom prst="rect">
            <a:avLst/>
          </a:prstGeom>
        </p:spPr>
        <p:txBody>
          <a:bodyPr vert="horz" wrap="square" lIns="0" tIns="72838" rIns="0" bIns="0" rtlCol="0">
            <a:spAutoFit/>
          </a:bodyPr>
          <a:lstStyle/>
          <a:p>
            <a:pPr marL="11206">
              <a:spcBef>
                <a:spcPts val="574"/>
              </a:spcBef>
            </a:pPr>
            <a:r>
              <a:rPr sz="1412" b="1" spc="-9" dirty="0">
                <a:solidFill>
                  <a:srgbClr val="CC3300"/>
                </a:solidFill>
                <a:latin typeface="Courier New"/>
                <a:cs typeface="Courier New"/>
              </a:rPr>
              <a:t>deepeningSearch(problem)</a:t>
            </a:r>
            <a:endParaRPr sz="1412">
              <a:latin typeface="Courier New"/>
              <a:cs typeface="Courier New"/>
            </a:endParaRPr>
          </a:p>
          <a:p>
            <a:pPr marL="11206">
              <a:spcBef>
                <a:spcPts val="441"/>
              </a:spcBef>
            </a:pP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depth:</a:t>
            </a:r>
            <a:r>
              <a:rPr sz="1279" spc="-35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2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# of</a:t>
            </a:r>
            <a:r>
              <a:rPr sz="1279" spc="-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nodes</a:t>
            </a:r>
            <a:r>
              <a:rPr sz="1279" spc="-13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tested:</a:t>
            </a:r>
            <a:r>
              <a:rPr sz="1279" spc="-35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5(2)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-26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expanded:</a:t>
            </a:r>
            <a:r>
              <a:rPr sz="1279" spc="-22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spc="-44" dirty="0">
                <a:latin typeface="Microsoft Sans Serif"/>
                <a:cs typeface="Microsoft Sans Serif"/>
              </a:rPr>
              <a:t>3</a:t>
            </a:r>
            <a:endParaRPr sz="1279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76029" y="2398955"/>
            <a:ext cx="509868" cy="508747"/>
            <a:chOff x="6819900" y="2718816"/>
            <a:chExt cx="577850" cy="576580"/>
          </a:xfrm>
        </p:grpSpPr>
        <p:sp>
          <p:nvSpPr>
            <p:cNvPr id="5" name="object 5"/>
            <p:cNvSpPr/>
            <p:nvPr/>
          </p:nvSpPr>
          <p:spPr>
            <a:xfrm>
              <a:off x="6830567" y="2727960"/>
              <a:ext cx="558165" cy="556260"/>
            </a:xfrm>
            <a:custGeom>
              <a:avLst/>
              <a:gdLst/>
              <a:ahLst/>
              <a:cxnLst/>
              <a:rect l="l" t="t" r="r" b="b"/>
              <a:pathLst>
                <a:path w="558165" h="556260">
                  <a:moveTo>
                    <a:pt x="278891" y="0"/>
                  </a:moveTo>
                  <a:lnTo>
                    <a:pt x="240791" y="3048"/>
                  </a:lnTo>
                  <a:lnTo>
                    <a:pt x="170687" y="21336"/>
                  </a:lnTo>
                  <a:lnTo>
                    <a:pt x="108203" y="57912"/>
                  </a:lnTo>
                  <a:lnTo>
                    <a:pt x="57911" y="108203"/>
                  </a:lnTo>
                  <a:lnTo>
                    <a:pt x="22859" y="170687"/>
                  </a:lnTo>
                  <a:lnTo>
                    <a:pt x="3048" y="240791"/>
                  </a:lnTo>
                  <a:lnTo>
                    <a:pt x="0" y="278891"/>
                  </a:lnTo>
                  <a:lnTo>
                    <a:pt x="3048" y="315467"/>
                  </a:lnTo>
                  <a:lnTo>
                    <a:pt x="22859" y="387095"/>
                  </a:lnTo>
                  <a:lnTo>
                    <a:pt x="57911" y="448055"/>
                  </a:lnTo>
                  <a:lnTo>
                    <a:pt x="108203" y="498348"/>
                  </a:lnTo>
                  <a:lnTo>
                    <a:pt x="170687" y="534924"/>
                  </a:lnTo>
                  <a:lnTo>
                    <a:pt x="240791" y="553212"/>
                  </a:lnTo>
                  <a:lnTo>
                    <a:pt x="278891" y="556260"/>
                  </a:lnTo>
                  <a:lnTo>
                    <a:pt x="316991" y="553212"/>
                  </a:lnTo>
                  <a:lnTo>
                    <a:pt x="387096" y="534924"/>
                  </a:lnTo>
                  <a:lnTo>
                    <a:pt x="448055" y="498348"/>
                  </a:lnTo>
                  <a:lnTo>
                    <a:pt x="498348" y="448055"/>
                  </a:lnTo>
                  <a:lnTo>
                    <a:pt x="534924" y="387095"/>
                  </a:lnTo>
                  <a:lnTo>
                    <a:pt x="554735" y="315467"/>
                  </a:lnTo>
                  <a:lnTo>
                    <a:pt x="557783" y="278891"/>
                  </a:lnTo>
                  <a:lnTo>
                    <a:pt x="554735" y="240791"/>
                  </a:lnTo>
                  <a:lnTo>
                    <a:pt x="534924" y="170687"/>
                  </a:lnTo>
                  <a:lnTo>
                    <a:pt x="498348" y="108203"/>
                  </a:lnTo>
                  <a:lnTo>
                    <a:pt x="448055" y="57912"/>
                  </a:lnTo>
                  <a:lnTo>
                    <a:pt x="387096" y="21336"/>
                  </a:lnTo>
                  <a:lnTo>
                    <a:pt x="316991" y="3048"/>
                  </a:lnTo>
                  <a:lnTo>
                    <a:pt x="27889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6819900" y="2718815"/>
              <a:ext cx="577850" cy="576580"/>
            </a:xfrm>
            <a:custGeom>
              <a:avLst/>
              <a:gdLst/>
              <a:ahLst/>
              <a:cxnLst/>
              <a:rect l="l" t="t" r="r" b="b"/>
              <a:pathLst>
                <a:path w="577850" h="576579">
                  <a:moveTo>
                    <a:pt x="577596" y="288036"/>
                  </a:moveTo>
                  <a:lnTo>
                    <a:pt x="569976" y="224028"/>
                  </a:lnTo>
                  <a:lnTo>
                    <a:pt x="565175" y="207264"/>
                  </a:lnTo>
                  <a:lnTo>
                    <a:pt x="560832" y="192024"/>
                  </a:lnTo>
                  <a:lnTo>
                    <a:pt x="557784" y="184797"/>
                  </a:lnTo>
                  <a:lnTo>
                    <a:pt x="557784" y="274320"/>
                  </a:lnTo>
                  <a:lnTo>
                    <a:pt x="557784" y="300228"/>
                  </a:lnTo>
                  <a:lnTo>
                    <a:pt x="554736" y="315468"/>
                  </a:lnTo>
                  <a:lnTo>
                    <a:pt x="554736" y="327660"/>
                  </a:lnTo>
                  <a:lnTo>
                    <a:pt x="551688" y="341376"/>
                  </a:lnTo>
                  <a:lnTo>
                    <a:pt x="548640" y="355092"/>
                  </a:lnTo>
                  <a:lnTo>
                    <a:pt x="548640" y="353568"/>
                  </a:lnTo>
                  <a:lnTo>
                    <a:pt x="545592" y="367284"/>
                  </a:lnTo>
                  <a:lnTo>
                    <a:pt x="541020" y="379476"/>
                  </a:lnTo>
                  <a:lnTo>
                    <a:pt x="534924" y="393192"/>
                  </a:lnTo>
                  <a:lnTo>
                    <a:pt x="534924" y="391668"/>
                  </a:lnTo>
                  <a:lnTo>
                    <a:pt x="530352" y="403860"/>
                  </a:lnTo>
                  <a:lnTo>
                    <a:pt x="518160" y="426720"/>
                  </a:lnTo>
                  <a:lnTo>
                    <a:pt x="495300" y="458724"/>
                  </a:lnTo>
                  <a:lnTo>
                    <a:pt x="496824" y="458724"/>
                  </a:lnTo>
                  <a:lnTo>
                    <a:pt x="478536" y="477012"/>
                  </a:lnTo>
                  <a:lnTo>
                    <a:pt x="467868" y="486156"/>
                  </a:lnTo>
                  <a:lnTo>
                    <a:pt x="469392" y="486156"/>
                  </a:lnTo>
                  <a:lnTo>
                    <a:pt x="458724" y="493776"/>
                  </a:lnTo>
                  <a:lnTo>
                    <a:pt x="449580" y="502920"/>
                  </a:lnTo>
                  <a:lnTo>
                    <a:pt x="449580" y="501396"/>
                  </a:lnTo>
                  <a:lnTo>
                    <a:pt x="438912" y="510540"/>
                  </a:lnTo>
                  <a:lnTo>
                    <a:pt x="440436" y="510540"/>
                  </a:lnTo>
                  <a:lnTo>
                    <a:pt x="426720" y="516636"/>
                  </a:lnTo>
                  <a:lnTo>
                    <a:pt x="428244" y="516636"/>
                  </a:lnTo>
                  <a:lnTo>
                    <a:pt x="416052" y="524256"/>
                  </a:lnTo>
                  <a:lnTo>
                    <a:pt x="417576" y="522732"/>
                  </a:lnTo>
                  <a:lnTo>
                    <a:pt x="405384" y="528828"/>
                  </a:lnTo>
                  <a:lnTo>
                    <a:pt x="393192" y="534924"/>
                  </a:lnTo>
                  <a:lnTo>
                    <a:pt x="368808" y="544068"/>
                  </a:lnTo>
                  <a:lnTo>
                    <a:pt x="356616" y="547116"/>
                  </a:lnTo>
                  <a:lnTo>
                    <a:pt x="342900" y="550164"/>
                  </a:lnTo>
                  <a:lnTo>
                    <a:pt x="344424" y="550164"/>
                  </a:lnTo>
                  <a:lnTo>
                    <a:pt x="329184" y="553212"/>
                  </a:lnTo>
                  <a:lnTo>
                    <a:pt x="315468" y="554736"/>
                  </a:lnTo>
                  <a:lnTo>
                    <a:pt x="303276" y="554736"/>
                  </a:lnTo>
                  <a:lnTo>
                    <a:pt x="289560" y="556260"/>
                  </a:lnTo>
                  <a:lnTo>
                    <a:pt x="274320" y="554736"/>
                  </a:lnTo>
                  <a:lnTo>
                    <a:pt x="262128" y="554736"/>
                  </a:lnTo>
                  <a:lnTo>
                    <a:pt x="248412" y="553212"/>
                  </a:lnTo>
                  <a:lnTo>
                    <a:pt x="234696" y="550164"/>
                  </a:lnTo>
                  <a:lnTo>
                    <a:pt x="236220" y="550164"/>
                  </a:lnTo>
                  <a:lnTo>
                    <a:pt x="220980" y="547116"/>
                  </a:lnTo>
                  <a:lnTo>
                    <a:pt x="222504" y="547116"/>
                  </a:lnTo>
                  <a:lnTo>
                    <a:pt x="208788" y="544068"/>
                  </a:lnTo>
                  <a:lnTo>
                    <a:pt x="184404" y="534924"/>
                  </a:lnTo>
                  <a:lnTo>
                    <a:pt x="185928" y="534924"/>
                  </a:lnTo>
                  <a:lnTo>
                    <a:pt x="172212" y="528828"/>
                  </a:lnTo>
                  <a:lnTo>
                    <a:pt x="161544" y="522732"/>
                  </a:lnTo>
                  <a:lnTo>
                    <a:pt x="161544" y="524256"/>
                  </a:lnTo>
                  <a:lnTo>
                    <a:pt x="138684" y="510540"/>
                  </a:lnTo>
                  <a:lnTo>
                    <a:pt x="140208" y="510540"/>
                  </a:lnTo>
                  <a:lnTo>
                    <a:pt x="128016" y="501396"/>
                  </a:lnTo>
                  <a:lnTo>
                    <a:pt x="128016" y="502920"/>
                  </a:lnTo>
                  <a:lnTo>
                    <a:pt x="118872" y="493776"/>
                  </a:lnTo>
                  <a:lnTo>
                    <a:pt x="108204" y="486156"/>
                  </a:lnTo>
                  <a:lnTo>
                    <a:pt x="89916" y="467868"/>
                  </a:lnTo>
                  <a:lnTo>
                    <a:pt x="82296" y="458724"/>
                  </a:lnTo>
                  <a:lnTo>
                    <a:pt x="59436" y="426720"/>
                  </a:lnTo>
                  <a:lnTo>
                    <a:pt x="60960" y="426720"/>
                  </a:lnTo>
                  <a:lnTo>
                    <a:pt x="53340" y="416052"/>
                  </a:lnTo>
                  <a:lnTo>
                    <a:pt x="47244" y="403860"/>
                  </a:lnTo>
                  <a:lnTo>
                    <a:pt x="48768" y="403860"/>
                  </a:lnTo>
                  <a:lnTo>
                    <a:pt x="43434" y="393192"/>
                  </a:lnTo>
                  <a:lnTo>
                    <a:pt x="42672" y="391668"/>
                  </a:lnTo>
                  <a:lnTo>
                    <a:pt x="42672" y="393192"/>
                  </a:lnTo>
                  <a:lnTo>
                    <a:pt x="38100" y="379476"/>
                  </a:lnTo>
                  <a:lnTo>
                    <a:pt x="32004" y="367284"/>
                  </a:lnTo>
                  <a:lnTo>
                    <a:pt x="29286" y="355092"/>
                  </a:lnTo>
                  <a:lnTo>
                    <a:pt x="28956" y="353568"/>
                  </a:lnTo>
                  <a:lnTo>
                    <a:pt x="28956" y="355092"/>
                  </a:lnTo>
                  <a:lnTo>
                    <a:pt x="25908" y="341376"/>
                  </a:lnTo>
                  <a:lnTo>
                    <a:pt x="24549" y="329184"/>
                  </a:lnTo>
                  <a:lnTo>
                    <a:pt x="24384" y="327660"/>
                  </a:lnTo>
                  <a:lnTo>
                    <a:pt x="24384" y="329184"/>
                  </a:lnTo>
                  <a:lnTo>
                    <a:pt x="23012" y="315468"/>
                  </a:lnTo>
                  <a:lnTo>
                    <a:pt x="22860" y="313944"/>
                  </a:lnTo>
                  <a:lnTo>
                    <a:pt x="22860" y="315468"/>
                  </a:lnTo>
                  <a:lnTo>
                    <a:pt x="21336" y="300228"/>
                  </a:lnTo>
                  <a:lnTo>
                    <a:pt x="21336" y="274320"/>
                  </a:lnTo>
                  <a:lnTo>
                    <a:pt x="25908" y="233172"/>
                  </a:lnTo>
                  <a:lnTo>
                    <a:pt x="25908" y="234696"/>
                  </a:lnTo>
                  <a:lnTo>
                    <a:pt x="26238" y="233172"/>
                  </a:lnTo>
                  <a:lnTo>
                    <a:pt x="32004" y="207264"/>
                  </a:lnTo>
                  <a:lnTo>
                    <a:pt x="32004" y="208788"/>
                  </a:lnTo>
                  <a:lnTo>
                    <a:pt x="32677" y="207264"/>
                  </a:lnTo>
                  <a:lnTo>
                    <a:pt x="38100" y="195072"/>
                  </a:lnTo>
                  <a:lnTo>
                    <a:pt x="42672" y="182880"/>
                  </a:lnTo>
                  <a:lnTo>
                    <a:pt x="47244" y="173736"/>
                  </a:lnTo>
                  <a:lnTo>
                    <a:pt x="48768" y="170688"/>
                  </a:lnTo>
                  <a:lnTo>
                    <a:pt x="47244" y="172212"/>
                  </a:lnTo>
                  <a:lnTo>
                    <a:pt x="53340" y="160020"/>
                  </a:lnTo>
                  <a:lnTo>
                    <a:pt x="59436" y="149352"/>
                  </a:lnTo>
                  <a:lnTo>
                    <a:pt x="67056" y="137160"/>
                  </a:lnTo>
                  <a:lnTo>
                    <a:pt x="67056" y="138684"/>
                  </a:lnTo>
                  <a:lnTo>
                    <a:pt x="68008" y="137160"/>
                  </a:lnTo>
                  <a:lnTo>
                    <a:pt x="74676" y="126492"/>
                  </a:lnTo>
                  <a:lnTo>
                    <a:pt x="82296" y="117348"/>
                  </a:lnTo>
                  <a:lnTo>
                    <a:pt x="89916" y="106680"/>
                  </a:lnTo>
                  <a:lnTo>
                    <a:pt x="108204" y="88392"/>
                  </a:lnTo>
                  <a:lnTo>
                    <a:pt x="108204" y="89916"/>
                  </a:lnTo>
                  <a:lnTo>
                    <a:pt x="110337" y="88392"/>
                  </a:lnTo>
                  <a:lnTo>
                    <a:pt x="118872" y="82296"/>
                  </a:lnTo>
                  <a:lnTo>
                    <a:pt x="118872" y="80772"/>
                  </a:lnTo>
                  <a:lnTo>
                    <a:pt x="128016" y="73152"/>
                  </a:lnTo>
                  <a:lnTo>
                    <a:pt x="138684" y="65532"/>
                  </a:lnTo>
                  <a:lnTo>
                    <a:pt x="161544" y="51816"/>
                  </a:lnTo>
                  <a:lnTo>
                    <a:pt x="172212" y="45720"/>
                  </a:lnTo>
                  <a:lnTo>
                    <a:pt x="184404" y="41148"/>
                  </a:lnTo>
                  <a:lnTo>
                    <a:pt x="196596" y="35052"/>
                  </a:lnTo>
                  <a:lnTo>
                    <a:pt x="196596" y="36576"/>
                  </a:lnTo>
                  <a:lnTo>
                    <a:pt x="200660" y="35052"/>
                  </a:lnTo>
                  <a:lnTo>
                    <a:pt x="208788" y="32004"/>
                  </a:lnTo>
                  <a:lnTo>
                    <a:pt x="220980" y="28956"/>
                  </a:lnTo>
                  <a:lnTo>
                    <a:pt x="234696" y="25908"/>
                  </a:lnTo>
                  <a:lnTo>
                    <a:pt x="248412" y="22860"/>
                  </a:lnTo>
                  <a:lnTo>
                    <a:pt x="262128" y="21336"/>
                  </a:lnTo>
                  <a:lnTo>
                    <a:pt x="274320" y="19812"/>
                  </a:lnTo>
                  <a:lnTo>
                    <a:pt x="303276" y="19812"/>
                  </a:lnTo>
                  <a:lnTo>
                    <a:pt x="344424" y="25908"/>
                  </a:lnTo>
                  <a:lnTo>
                    <a:pt x="381000" y="36576"/>
                  </a:lnTo>
                  <a:lnTo>
                    <a:pt x="381000" y="35052"/>
                  </a:lnTo>
                  <a:lnTo>
                    <a:pt x="393192" y="41148"/>
                  </a:lnTo>
                  <a:lnTo>
                    <a:pt x="405384" y="45720"/>
                  </a:lnTo>
                  <a:lnTo>
                    <a:pt x="405384" y="47244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26720" y="57912"/>
                  </a:lnTo>
                  <a:lnTo>
                    <a:pt x="428244" y="59436"/>
                  </a:lnTo>
                  <a:lnTo>
                    <a:pt x="440436" y="65532"/>
                  </a:lnTo>
                  <a:lnTo>
                    <a:pt x="458724" y="80772"/>
                  </a:lnTo>
                  <a:lnTo>
                    <a:pt x="469392" y="89916"/>
                  </a:lnTo>
                  <a:lnTo>
                    <a:pt x="478536" y="97536"/>
                  </a:lnTo>
                  <a:lnTo>
                    <a:pt x="478536" y="99060"/>
                  </a:lnTo>
                  <a:lnTo>
                    <a:pt x="487680" y="106680"/>
                  </a:lnTo>
                  <a:lnTo>
                    <a:pt x="496824" y="117348"/>
                  </a:lnTo>
                  <a:lnTo>
                    <a:pt x="495300" y="117348"/>
                  </a:lnTo>
                  <a:lnTo>
                    <a:pt x="496824" y="118872"/>
                  </a:lnTo>
                  <a:lnTo>
                    <a:pt x="502920" y="128016"/>
                  </a:lnTo>
                  <a:lnTo>
                    <a:pt x="502920" y="126492"/>
                  </a:lnTo>
                  <a:lnTo>
                    <a:pt x="510540" y="138684"/>
                  </a:lnTo>
                  <a:lnTo>
                    <a:pt x="510540" y="137160"/>
                  </a:lnTo>
                  <a:lnTo>
                    <a:pt x="518160" y="149352"/>
                  </a:lnTo>
                  <a:lnTo>
                    <a:pt x="518160" y="147828"/>
                  </a:lnTo>
                  <a:lnTo>
                    <a:pt x="530352" y="172212"/>
                  </a:lnTo>
                  <a:lnTo>
                    <a:pt x="530352" y="170688"/>
                  </a:lnTo>
                  <a:lnTo>
                    <a:pt x="534924" y="182880"/>
                  </a:lnTo>
                  <a:lnTo>
                    <a:pt x="541020" y="195072"/>
                  </a:lnTo>
                  <a:lnTo>
                    <a:pt x="545592" y="208788"/>
                  </a:lnTo>
                  <a:lnTo>
                    <a:pt x="545592" y="207264"/>
                  </a:lnTo>
                  <a:lnTo>
                    <a:pt x="551688" y="234696"/>
                  </a:lnTo>
                  <a:lnTo>
                    <a:pt x="551688" y="237744"/>
                  </a:lnTo>
                  <a:lnTo>
                    <a:pt x="554736" y="246888"/>
                  </a:lnTo>
                  <a:lnTo>
                    <a:pt x="554736" y="260604"/>
                  </a:lnTo>
                  <a:lnTo>
                    <a:pt x="557784" y="274320"/>
                  </a:lnTo>
                  <a:lnTo>
                    <a:pt x="557784" y="184797"/>
                  </a:lnTo>
                  <a:lnTo>
                    <a:pt x="551840" y="170688"/>
                  </a:lnTo>
                  <a:lnTo>
                    <a:pt x="548640" y="163068"/>
                  </a:lnTo>
                  <a:lnTo>
                    <a:pt x="539216" y="147828"/>
                  </a:lnTo>
                  <a:lnTo>
                    <a:pt x="532638" y="137160"/>
                  </a:lnTo>
                  <a:lnTo>
                    <a:pt x="526046" y="126492"/>
                  </a:lnTo>
                  <a:lnTo>
                    <a:pt x="516636" y="111252"/>
                  </a:lnTo>
                  <a:lnTo>
                    <a:pt x="478536" y="68580"/>
                  </a:lnTo>
                  <a:lnTo>
                    <a:pt x="432816" y="36576"/>
                  </a:lnTo>
                  <a:lnTo>
                    <a:pt x="429221" y="35052"/>
                  </a:lnTo>
                  <a:lnTo>
                    <a:pt x="393293" y="19812"/>
                  </a:lnTo>
                  <a:lnTo>
                    <a:pt x="382524" y="15240"/>
                  </a:lnTo>
                  <a:lnTo>
                    <a:pt x="329184" y="3048"/>
                  </a:lnTo>
                  <a:lnTo>
                    <a:pt x="274320" y="0"/>
                  </a:lnTo>
                  <a:lnTo>
                    <a:pt x="248412" y="3048"/>
                  </a:lnTo>
                  <a:lnTo>
                    <a:pt x="195072" y="15240"/>
                  </a:lnTo>
                  <a:lnTo>
                    <a:pt x="144780" y="36576"/>
                  </a:lnTo>
                  <a:lnTo>
                    <a:pt x="99060" y="68580"/>
                  </a:lnTo>
                  <a:lnTo>
                    <a:pt x="60960" y="111252"/>
                  </a:lnTo>
                  <a:lnTo>
                    <a:pt x="28956" y="163068"/>
                  </a:lnTo>
                  <a:lnTo>
                    <a:pt x="7620" y="224028"/>
                  </a:lnTo>
                  <a:lnTo>
                    <a:pt x="0" y="272796"/>
                  </a:lnTo>
                  <a:lnTo>
                    <a:pt x="0" y="301752"/>
                  </a:lnTo>
                  <a:lnTo>
                    <a:pt x="7620" y="345948"/>
                  </a:lnTo>
                  <a:lnTo>
                    <a:pt x="21336" y="394716"/>
                  </a:lnTo>
                  <a:lnTo>
                    <a:pt x="47244" y="443484"/>
                  </a:lnTo>
                  <a:lnTo>
                    <a:pt x="50292" y="449580"/>
                  </a:lnTo>
                  <a:lnTo>
                    <a:pt x="59436" y="461772"/>
                  </a:lnTo>
                  <a:lnTo>
                    <a:pt x="73152" y="478536"/>
                  </a:lnTo>
                  <a:lnTo>
                    <a:pt x="99060" y="504444"/>
                  </a:lnTo>
                  <a:lnTo>
                    <a:pt x="118872" y="519684"/>
                  </a:lnTo>
                  <a:lnTo>
                    <a:pt x="128016" y="527304"/>
                  </a:lnTo>
                  <a:lnTo>
                    <a:pt x="138684" y="533400"/>
                  </a:lnTo>
                  <a:lnTo>
                    <a:pt x="160020" y="545592"/>
                  </a:lnTo>
                  <a:lnTo>
                    <a:pt x="184404" y="556260"/>
                  </a:lnTo>
                  <a:lnTo>
                    <a:pt x="220980" y="568452"/>
                  </a:lnTo>
                  <a:lnTo>
                    <a:pt x="228600" y="569976"/>
                  </a:lnTo>
                  <a:lnTo>
                    <a:pt x="234696" y="571500"/>
                  </a:lnTo>
                  <a:lnTo>
                    <a:pt x="265176" y="574548"/>
                  </a:lnTo>
                  <a:lnTo>
                    <a:pt x="303276" y="576072"/>
                  </a:lnTo>
                  <a:lnTo>
                    <a:pt x="316992" y="574548"/>
                  </a:lnTo>
                  <a:lnTo>
                    <a:pt x="318516" y="574548"/>
                  </a:lnTo>
                  <a:lnTo>
                    <a:pt x="332232" y="573024"/>
                  </a:lnTo>
                  <a:lnTo>
                    <a:pt x="344424" y="569976"/>
                  </a:lnTo>
                  <a:lnTo>
                    <a:pt x="373380" y="563880"/>
                  </a:lnTo>
                  <a:lnTo>
                    <a:pt x="405384" y="551688"/>
                  </a:lnTo>
                  <a:lnTo>
                    <a:pt x="409956" y="550164"/>
                  </a:lnTo>
                  <a:lnTo>
                    <a:pt x="416052" y="547116"/>
                  </a:lnTo>
                  <a:lnTo>
                    <a:pt x="428244" y="539496"/>
                  </a:lnTo>
                  <a:lnTo>
                    <a:pt x="440436" y="533400"/>
                  </a:lnTo>
                  <a:lnTo>
                    <a:pt x="443484" y="530352"/>
                  </a:lnTo>
                  <a:lnTo>
                    <a:pt x="449580" y="525780"/>
                  </a:lnTo>
                  <a:lnTo>
                    <a:pt x="469392" y="512064"/>
                  </a:lnTo>
                  <a:lnTo>
                    <a:pt x="475488" y="507492"/>
                  </a:lnTo>
                  <a:lnTo>
                    <a:pt x="478536" y="504444"/>
                  </a:lnTo>
                  <a:lnTo>
                    <a:pt x="496824" y="487680"/>
                  </a:lnTo>
                  <a:lnTo>
                    <a:pt x="502920" y="481584"/>
                  </a:lnTo>
                  <a:lnTo>
                    <a:pt x="527304" y="451104"/>
                  </a:lnTo>
                  <a:lnTo>
                    <a:pt x="547116" y="417576"/>
                  </a:lnTo>
                  <a:lnTo>
                    <a:pt x="551688" y="405384"/>
                  </a:lnTo>
                  <a:lnTo>
                    <a:pt x="557784" y="393192"/>
                  </a:lnTo>
                  <a:lnTo>
                    <a:pt x="562356" y="381000"/>
                  </a:lnTo>
                  <a:lnTo>
                    <a:pt x="573024" y="342900"/>
                  </a:lnTo>
                  <a:lnTo>
                    <a:pt x="576072" y="301752"/>
                  </a:lnTo>
                  <a:lnTo>
                    <a:pt x="577596" y="288036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60249" y="2397182"/>
            <a:ext cx="342340" cy="411123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algn="ctr">
              <a:lnSpc>
                <a:spcPts val="1619"/>
              </a:lnSpc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S</a:t>
            </a:r>
            <a:endParaRPr sz="1412">
              <a:latin typeface="Arial"/>
              <a:cs typeface="Arial"/>
            </a:endParaRPr>
          </a:p>
          <a:p>
            <a:pPr algn="ctr">
              <a:lnSpc>
                <a:spcPts val="1460"/>
              </a:lnSpc>
            </a:pPr>
            <a:r>
              <a:rPr sz="1279" spc="-9" dirty="0">
                <a:solidFill>
                  <a:srgbClr val="FFFFFF"/>
                </a:solidFill>
                <a:latin typeface="Microsoft Sans Serif"/>
                <a:cs typeface="Microsoft Sans Serif"/>
              </a:rPr>
              <a:t>start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99021" y="2827916"/>
            <a:ext cx="1065119" cy="210110"/>
          </a:xfrm>
          <a:custGeom>
            <a:avLst/>
            <a:gdLst/>
            <a:ahLst/>
            <a:cxnLst/>
            <a:rect l="l" t="t" r="r" b="b"/>
            <a:pathLst>
              <a:path w="1207134" h="238125">
                <a:moveTo>
                  <a:pt x="411480" y="18288"/>
                </a:moveTo>
                <a:lnTo>
                  <a:pt x="400812" y="0"/>
                </a:lnTo>
                <a:lnTo>
                  <a:pt x="0" y="237744"/>
                </a:lnTo>
                <a:lnTo>
                  <a:pt x="39624" y="237744"/>
                </a:lnTo>
                <a:lnTo>
                  <a:pt x="411480" y="18288"/>
                </a:lnTo>
                <a:close/>
              </a:path>
              <a:path w="1207134" h="238125">
                <a:moveTo>
                  <a:pt x="614172" y="89916"/>
                </a:moveTo>
                <a:lnTo>
                  <a:pt x="592836" y="89916"/>
                </a:lnTo>
                <a:lnTo>
                  <a:pt x="592836" y="237744"/>
                </a:lnTo>
                <a:lnTo>
                  <a:pt x="614172" y="237744"/>
                </a:lnTo>
                <a:lnTo>
                  <a:pt x="614172" y="89916"/>
                </a:lnTo>
                <a:close/>
              </a:path>
              <a:path w="1207134" h="238125">
                <a:moveTo>
                  <a:pt x="1207008" y="237744"/>
                </a:moveTo>
                <a:lnTo>
                  <a:pt x="806196" y="0"/>
                </a:lnTo>
                <a:lnTo>
                  <a:pt x="795528" y="18288"/>
                </a:lnTo>
                <a:lnTo>
                  <a:pt x="1165860" y="237744"/>
                </a:lnTo>
                <a:lnTo>
                  <a:pt x="1207008" y="237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7085331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5</a:t>
            </a:r>
            <a:endParaRPr sz="1279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93880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86043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58448" y="3037690"/>
            <a:ext cx="2140324" cy="687481"/>
            <a:chOff x="5893308" y="3442715"/>
            <a:chExt cx="2425700" cy="779145"/>
          </a:xfrm>
        </p:grpSpPr>
        <p:sp>
          <p:nvSpPr>
            <p:cNvPr id="13" name="object 13"/>
            <p:cNvSpPr/>
            <p:nvPr/>
          </p:nvSpPr>
          <p:spPr>
            <a:xfrm>
              <a:off x="5907487" y="3656075"/>
              <a:ext cx="548005" cy="230504"/>
            </a:xfrm>
            <a:custGeom>
              <a:avLst/>
              <a:gdLst/>
              <a:ahLst/>
              <a:cxnLst/>
              <a:rect l="l" t="t" r="r" b="b"/>
              <a:pathLst>
                <a:path w="548004" h="230504">
                  <a:moveTo>
                    <a:pt x="273856" y="0"/>
                  </a:moveTo>
                  <a:lnTo>
                    <a:pt x="200704" y="9144"/>
                  </a:lnTo>
                  <a:lnTo>
                    <a:pt x="133648" y="38100"/>
                  </a:lnTo>
                  <a:lnTo>
                    <a:pt x="77260" y="80772"/>
                  </a:lnTo>
                  <a:lnTo>
                    <a:pt x="34588" y="137160"/>
                  </a:lnTo>
                  <a:lnTo>
                    <a:pt x="5632" y="204215"/>
                  </a:lnTo>
                  <a:lnTo>
                    <a:pt x="0" y="230124"/>
                  </a:lnTo>
                  <a:lnTo>
                    <a:pt x="547712" y="230124"/>
                  </a:lnTo>
                  <a:lnTo>
                    <a:pt x="531412" y="169163"/>
                  </a:lnTo>
                  <a:lnTo>
                    <a:pt x="494836" y="108203"/>
                  </a:lnTo>
                  <a:lnTo>
                    <a:pt x="444544" y="57912"/>
                  </a:lnTo>
                  <a:lnTo>
                    <a:pt x="382060" y="21336"/>
                  </a:lnTo>
                  <a:lnTo>
                    <a:pt x="311956" y="1524"/>
                  </a:lnTo>
                  <a:lnTo>
                    <a:pt x="27385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5898007" y="3646931"/>
              <a:ext cx="566420" cy="239395"/>
            </a:xfrm>
            <a:custGeom>
              <a:avLst/>
              <a:gdLst/>
              <a:ahLst/>
              <a:cxnLst/>
              <a:rect l="l" t="t" r="r" b="b"/>
              <a:pathLst>
                <a:path w="566420" h="239395">
                  <a:moveTo>
                    <a:pt x="566140" y="239268"/>
                  </a:moveTo>
                  <a:lnTo>
                    <a:pt x="563753" y="222504"/>
                  </a:lnTo>
                  <a:lnTo>
                    <a:pt x="562838" y="219456"/>
                  </a:lnTo>
                  <a:lnTo>
                    <a:pt x="554609" y="192024"/>
                  </a:lnTo>
                  <a:lnTo>
                    <a:pt x="511937" y="109728"/>
                  </a:lnTo>
                  <a:lnTo>
                    <a:pt x="473837" y="68580"/>
                  </a:lnTo>
                  <a:lnTo>
                    <a:pt x="426593" y="36576"/>
                  </a:lnTo>
                  <a:lnTo>
                    <a:pt x="387578" y="18288"/>
                  </a:lnTo>
                  <a:lnTo>
                    <a:pt x="377825" y="13716"/>
                  </a:lnTo>
                  <a:lnTo>
                    <a:pt x="324485" y="1524"/>
                  </a:lnTo>
                  <a:lnTo>
                    <a:pt x="269621" y="0"/>
                  </a:lnTo>
                  <a:lnTo>
                    <a:pt x="242189" y="1524"/>
                  </a:lnTo>
                  <a:lnTo>
                    <a:pt x="190373" y="13716"/>
                  </a:lnTo>
                  <a:lnTo>
                    <a:pt x="140081" y="36576"/>
                  </a:lnTo>
                  <a:lnTo>
                    <a:pt x="94361" y="68580"/>
                  </a:lnTo>
                  <a:lnTo>
                    <a:pt x="54737" y="109728"/>
                  </a:lnTo>
                  <a:lnTo>
                    <a:pt x="24257" y="161544"/>
                  </a:lnTo>
                  <a:lnTo>
                    <a:pt x="2921" y="222504"/>
                  </a:lnTo>
                  <a:lnTo>
                    <a:pt x="0" y="239268"/>
                  </a:lnTo>
                  <a:lnTo>
                    <a:pt x="19850" y="239268"/>
                  </a:lnTo>
                  <a:lnTo>
                    <a:pt x="24257" y="219456"/>
                  </a:lnTo>
                  <a:lnTo>
                    <a:pt x="24257" y="220980"/>
                  </a:lnTo>
                  <a:lnTo>
                    <a:pt x="36449" y="182880"/>
                  </a:lnTo>
                  <a:lnTo>
                    <a:pt x="42545" y="170688"/>
                  </a:lnTo>
                  <a:lnTo>
                    <a:pt x="41021" y="170688"/>
                  </a:lnTo>
                  <a:lnTo>
                    <a:pt x="53213" y="149352"/>
                  </a:lnTo>
                  <a:lnTo>
                    <a:pt x="54737" y="147828"/>
                  </a:lnTo>
                  <a:lnTo>
                    <a:pt x="53213" y="147828"/>
                  </a:lnTo>
                  <a:lnTo>
                    <a:pt x="60833" y="137160"/>
                  </a:lnTo>
                  <a:lnTo>
                    <a:pt x="69977" y="126492"/>
                  </a:lnTo>
                  <a:lnTo>
                    <a:pt x="76073" y="115824"/>
                  </a:lnTo>
                  <a:lnTo>
                    <a:pt x="76073" y="117348"/>
                  </a:lnTo>
                  <a:lnTo>
                    <a:pt x="77368" y="115824"/>
                  </a:lnTo>
                  <a:lnTo>
                    <a:pt x="85217" y="106680"/>
                  </a:lnTo>
                  <a:lnTo>
                    <a:pt x="103505" y="88392"/>
                  </a:lnTo>
                  <a:lnTo>
                    <a:pt x="112649" y="80772"/>
                  </a:lnTo>
                  <a:lnTo>
                    <a:pt x="123317" y="71628"/>
                  </a:lnTo>
                  <a:lnTo>
                    <a:pt x="132461" y="65532"/>
                  </a:lnTo>
                  <a:lnTo>
                    <a:pt x="133985" y="64008"/>
                  </a:lnTo>
                  <a:lnTo>
                    <a:pt x="132461" y="64008"/>
                  </a:lnTo>
                  <a:lnTo>
                    <a:pt x="155321" y="51816"/>
                  </a:lnTo>
                  <a:lnTo>
                    <a:pt x="167513" y="45720"/>
                  </a:lnTo>
                  <a:lnTo>
                    <a:pt x="178181" y="41148"/>
                  </a:lnTo>
                  <a:lnTo>
                    <a:pt x="179705" y="39624"/>
                  </a:lnTo>
                  <a:lnTo>
                    <a:pt x="178181" y="39624"/>
                  </a:lnTo>
                  <a:lnTo>
                    <a:pt x="190373" y="35052"/>
                  </a:lnTo>
                  <a:lnTo>
                    <a:pt x="202565" y="32004"/>
                  </a:lnTo>
                  <a:lnTo>
                    <a:pt x="216281" y="27432"/>
                  </a:lnTo>
                  <a:lnTo>
                    <a:pt x="228473" y="24384"/>
                  </a:lnTo>
                  <a:lnTo>
                    <a:pt x="242189" y="21336"/>
                  </a:lnTo>
                  <a:lnTo>
                    <a:pt x="255905" y="19812"/>
                  </a:lnTo>
                  <a:lnTo>
                    <a:pt x="269621" y="19812"/>
                  </a:lnTo>
                  <a:lnTo>
                    <a:pt x="283337" y="18288"/>
                  </a:lnTo>
                  <a:lnTo>
                    <a:pt x="297053" y="19812"/>
                  </a:lnTo>
                  <a:lnTo>
                    <a:pt x="298577" y="19812"/>
                  </a:lnTo>
                  <a:lnTo>
                    <a:pt x="310769" y="19812"/>
                  </a:lnTo>
                  <a:lnTo>
                    <a:pt x="324485" y="21336"/>
                  </a:lnTo>
                  <a:lnTo>
                    <a:pt x="338201" y="24384"/>
                  </a:lnTo>
                  <a:lnTo>
                    <a:pt x="350393" y="27432"/>
                  </a:lnTo>
                  <a:lnTo>
                    <a:pt x="362585" y="32004"/>
                  </a:lnTo>
                  <a:lnTo>
                    <a:pt x="374777" y="35052"/>
                  </a:lnTo>
                  <a:lnTo>
                    <a:pt x="388493" y="39624"/>
                  </a:lnTo>
                  <a:lnTo>
                    <a:pt x="400685" y="45720"/>
                  </a:lnTo>
                  <a:lnTo>
                    <a:pt x="409829" y="51816"/>
                  </a:lnTo>
                  <a:lnTo>
                    <a:pt x="423545" y="57912"/>
                  </a:lnTo>
                  <a:lnTo>
                    <a:pt x="434213" y="64008"/>
                  </a:lnTo>
                  <a:lnTo>
                    <a:pt x="432689" y="64008"/>
                  </a:lnTo>
                  <a:lnTo>
                    <a:pt x="434213" y="65532"/>
                  </a:lnTo>
                  <a:lnTo>
                    <a:pt x="444881" y="71628"/>
                  </a:lnTo>
                  <a:lnTo>
                    <a:pt x="443357" y="71628"/>
                  </a:lnTo>
                  <a:lnTo>
                    <a:pt x="444881" y="73152"/>
                  </a:lnTo>
                  <a:lnTo>
                    <a:pt x="454025" y="80772"/>
                  </a:lnTo>
                  <a:lnTo>
                    <a:pt x="464693" y="88392"/>
                  </a:lnTo>
                  <a:lnTo>
                    <a:pt x="463169" y="88392"/>
                  </a:lnTo>
                  <a:lnTo>
                    <a:pt x="464693" y="89916"/>
                  </a:lnTo>
                  <a:lnTo>
                    <a:pt x="473837" y="97536"/>
                  </a:lnTo>
                  <a:lnTo>
                    <a:pt x="472313" y="97536"/>
                  </a:lnTo>
                  <a:lnTo>
                    <a:pt x="473837" y="99060"/>
                  </a:lnTo>
                  <a:lnTo>
                    <a:pt x="481457" y="106680"/>
                  </a:lnTo>
                  <a:lnTo>
                    <a:pt x="490601" y="117348"/>
                  </a:lnTo>
                  <a:lnTo>
                    <a:pt x="524129" y="170688"/>
                  </a:lnTo>
                  <a:lnTo>
                    <a:pt x="539369" y="207264"/>
                  </a:lnTo>
                  <a:lnTo>
                    <a:pt x="543941" y="220980"/>
                  </a:lnTo>
                  <a:lnTo>
                    <a:pt x="543941" y="219456"/>
                  </a:lnTo>
                  <a:lnTo>
                    <a:pt x="546989" y="233172"/>
                  </a:lnTo>
                  <a:lnTo>
                    <a:pt x="545465" y="233172"/>
                  </a:lnTo>
                  <a:lnTo>
                    <a:pt x="546989" y="237744"/>
                  </a:lnTo>
                  <a:lnTo>
                    <a:pt x="547243" y="239268"/>
                  </a:lnTo>
                  <a:lnTo>
                    <a:pt x="566140" y="239268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6181344" y="3442715"/>
              <a:ext cx="364490" cy="208915"/>
            </a:xfrm>
            <a:custGeom>
              <a:avLst/>
              <a:gdLst/>
              <a:ahLst/>
              <a:cxnLst/>
              <a:rect l="l" t="t" r="r" b="b"/>
              <a:pathLst>
                <a:path w="364490" h="208914">
                  <a:moveTo>
                    <a:pt x="364235" y="0"/>
                  </a:moveTo>
                  <a:lnTo>
                    <a:pt x="324611" y="0"/>
                  </a:lnTo>
                  <a:lnTo>
                    <a:pt x="30479" y="172212"/>
                  </a:lnTo>
                  <a:lnTo>
                    <a:pt x="19811" y="155448"/>
                  </a:lnTo>
                  <a:lnTo>
                    <a:pt x="0" y="202692"/>
                  </a:lnTo>
                  <a:lnTo>
                    <a:pt x="22859" y="205739"/>
                  </a:lnTo>
                  <a:lnTo>
                    <a:pt x="51815" y="208787"/>
                  </a:lnTo>
                  <a:lnTo>
                    <a:pt x="41147" y="190500"/>
                  </a:lnTo>
                  <a:lnTo>
                    <a:pt x="364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6835603" y="3656075"/>
              <a:ext cx="548005" cy="230504"/>
            </a:xfrm>
            <a:custGeom>
              <a:avLst/>
              <a:gdLst/>
              <a:ahLst/>
              <a:cxnLst/>
              <a:rect l="l" t="t" r="r" b="b"/>
              <a:pathLst>
                <a:path w="548004" h="230504">
                  <a:moveTo>
                    <a:pt x="273856" y="0"/>
                  </a:moveTo>
                  <a:lnTo>
                    <a:pt x="235756" y="1524"/>
                  </a:lnTo>
                  <a:lnTo>
                    <a:pt x="165652" y="21336"/>
                  </a:lnTo>
                  <a:lnTo>
                    <a:pt x="103168" y="57912"/>
                  </a:lnTo>
                  <a:lnTo>
                    <a:pt x="52876" y="108203"/>
                  </a:lnTo>
                  <a:lnTo>
                    <a:pt x="17824" y="169163"/>
                  </a:lnTo>
                  <a:lnTo>
                    <a:pt x="0" y="230124"/>
                  </a:lnTo>
                  <a:lnTo>
                    <a:pt x="547712" y="230124"/>
                  </a:lnTo>
                  <a:lnTo>
                    <a:pt x="529888" y="169163"/>
                  </a:lnTo>
                  <a:lnTo>
                    <a:pt x="493312" y="108203"/>
                  </a:lnTo>
                  <a:lnTo>
                    <a:pt x="443020" y="57912"/>
                  </a:lnTo>
                  <a:lnTo>
                    <a:pt x="382060" y="21336"/>
                  </a:lnTo>
                  <a:lnTo>
                    <a:pt x="311956" y="1524"/>
                  </a:lnTo>
                  <a:lnTo>
                    <a:pt x="27385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6824749" y="3646931"/>
              <a:ext cx="568325" cy="239395"/>
            </a:xfrm>
            <a:custGeom>
              <a:avLst/>
              <a:gdLst/>
              <a:ahLst/>
              <a:cxnLst/>
              <a:rect l="l" t="t" r="r" b="b"/>
              <a:pathLst>
                <a:path w="568325" h="239395">
                  <a:moveTo>
                    <a:pt x="298426" y="0"/>
                  </a:moveTo>
                  <a:lnTo>
                    <a:pt x="269470" y="0"/>
                  </a:lnTo>
                  <a:lnTo>
                    <a:pt x="243562" y="1523"/>
                  </a:lnTo>
                  <a:lnTo>
                    <a:pt x="190222" y="13715"/>
                  </a:lnTo>
                  <a:lnTo>
                    <a:pt x="139930" y="36575"/>
                  </a:lnTo>
                  <a:lnTo>
                    <a:pt x="94210" y="68579"/>
                  </a:lnTo>
                  <a:lnTo>
                    <a:pt x="56110" y="109727"/>
                  </a:lnTo>
                  <a:lnTo>
                    <a:pt x="24106" y="161543"/>
                  </a:lnTo>
                  <a:lnTo>
                    <a:pt x="2770" y="224027"/>
                  </a:lnTo>
                  <a:lnTo>
                    <a:pt x="0" y="239267"/>
                  </a:lnTo>
                  <a:lnTo>
                    <a:pt x="20381" y="239267"/>
                  </a:lnTo>
                  <a:lnTo>
                    <a:pt x="21058" y="233171"/>
                  </a:lnTo>
                  <a:lnTo>
                    <a:pt x="24106" y="219455"/>
                  </a:lnTo>
                  <a:lnTo>
                    <a:pt x="24445" y="219455"/>
                  </a:lnTo>
                  <a:lnTo>
                    <a:pt x="27154" y="207263"/>
                  </a:lnTo>
                  <a:lnTo>
                    <a:pt x="33250" y="195071"/>
                  </a:lnTo>
                  <a:lnTo>
                    <a:pt x="37822" y="182879"/>
                  </a:lnTo>
                  <a:lnTo>
                    <a:pt x="42394" y="172212"/>
                  </a:lnTo>
                  <a:lnTo>
                    <a:pt x="43918" y="170687"/>
                  </a:lnTo>
                  <a:lnTo>
                    <a:pt x="42394" y="170687"/>
                  </a:lnTo>
                  <a:lnTo>
                    <a:pt x="54586" y="149351"/>
                  </a:lnTo>
                  <a:lnTo>
                    <a:pt x="56110" y="147827"/>
                  </a:lnTo>
                  <a:lnTo>
                    <a:pt x="54586" y="147827"/>
                  </a:lnTo>
                  <a:lnTo>
                    <a:pt x="77446" y="115823"/>
                  </a:lnTo>
                  <a:lnTo>
                    <a:pt x="78535" y="115823"/>
                  </a:lnTo>
                  <a:lnTo>
                    <a:pt x="85066" y="106679"/>
                  </a:lnTo>
                  <a:lnTo>
                    <a:pt x="103354" y="88391"/>
                  </a:lnTo>
                  <a:lnTo>
                    <a:pt x="114022" y="80771"/>
                  </a:lnTo>
                  <a:lnTo>
                    <a:pt x="123166" y="71627"/>
                  </a:lnTo>
                  <a:lnTo>
                    <a:pt x="133834" y="65531"/>
                  </a:lnTo>
                  <a:lnTo>
                    <a:pt x="135358" y="64007"/>
                  </a:lnTo>
                  <a:lnTo>
                    <a:pt x="133834" y="64007"/>
                  </a:lnTo>
                  <a:lnTo>
                    <a:pt x="156694" y="51815"/>
                  </a:lnTo>
                  <a:lnTo>
                    <a:pt x="167362" y="45719"/>
                  </a:lnTo>
                  <a:lnTo>
                    <a:pt x="179554" y="41147"/>
                  </a:lnTo>
                  <a:lnTo>
                    <a:pt x="181078" y="39623"/>
                  </a:lnTo>
                  <a:lnTo>
                    <a:pt x="179554" y="39623"/>
                  </a:lnTo>
                  <a:lnTo>
                    <a:pt x="191746" y="35051"/>
                  </a:lnTo>
                  <a:lnTo>
                    <a:pt x="203938" y="32003"/>
                  </a:lnTo>
                  <a:lnTo>
                    <a:pt x="216130" y="27431"/>
                  </a:lnTo>
                  <a:lnTo>
                    <a:pt x="243562" y="21335"/>
                  </a:lnTo>
                  <a:lnTo>
                    <a:pt x="257278" y="19812"/>
                  </a:lnTo>
                  <a:lnTo>
                    <a:pt x="269470" y="19812"/>
                  </a:lnTo>
                  <a:lnTo>
                    <a:pt x="284710" y="18287"/>
                  </a:lnTo>
                  <a:lnTo>
                    <a:pt x="384740" y="18287"/>
                  </a:lnTo>
                  <a:lnTo>
                    <a:pt x="351766" y="7619"/>
                  </a:lnTo>
                  <a:lnTo>
                    <a:pt x="298426" y="0"/>
                  </a:lnTo>
                  <a:close/>
                </a:path>
                <a:path w="568325" h="239395">
                  <a:moveTo>
                    <a:pt x="552934" y="219455"/>
                  </a:moveTo>
                  <a:lnTo>
                    <a:pt x="543790" y="219455"/>
                  </a:lnTo>
                  <a:lnTo>
                    <a:pt x="546838" y="233171"/>
                  </a:lnTo>
                  <a:lnTo>
                    <a:pt x="546838" y="237743"/>
                  </a:lnTo>
                  <a:lnTo>
                    <a:pt x="547346" y="239267"/>
                  </a:lnTo>
                  <a:lnTo>
                    <a:pt x="552934" y="239267"/>
                  </a:lnTo>
                  <a:lnTo>
                    <a:pt x="552934" y="219455"/>
                  </a:lnTo>
                  <a:close/>
                </a:path>
                <a:path w="568325" h="239395">
                  <a:moveTo>
                    <a:pt x="552934" y="184403"/>
                  </a:moveTo>
                  <a:lnTo>
                    <a:pt x="552934" y="239267"/>
                  </a:lnTo>
                  <a:lnTo>
                    <a:pt x="567897" y="239267"/>
                  </a:lnTo>
                  <a:lnTo>
                    <a:pt x="565126" y="224027"/>
                  </a:lnTo>
                  <a:lnTo>
                    <a:pt x="555982" y="192023"/>
                  </a:lnTo>
                  <a:lnTo>
                    <a:pt x="552934" y="184403"/>
                  </a:lnTo>
                  <a:close/>
                </a:path>
                <a:path w="568325" h="239395">
                  <a:moveTo>
                    <a:pt x="24445" y="219455"/>
                  </a:moveTo>
                  <a:lnTo>
                    <a:pt x="24106" y="219455"/>
                  </a:lnTo>
                  <a:lnTo>
                    <a:pt x="24106" y="220979"/>
                  </a:lnTo>
                  <a:lnTo>
                    <a:pt x="24445" y="219455"/>
                  </a:lnTo>
                  <a:close/>
                </a:path>
                <a:path w="568325" h="239395">
                  <a:moveTo>
                    <a:pt x="384740" y="18287"/>
                  </a:moveTo>
                  <a:lnTo>
                    <a:pt x="284710" y="18287"/>
                  </a:lnTo>
                  <a:lnTo>
                    <a:pt x="298426" y="19812"/>
                  </a:lnTo>
                  <a:lnTo>
                    <a:pt x="312142" y="19812"/>
                  </a:lnTo>
                  <a:lnTo>
                    <a:pt x="324334" y="21335"/>
                  </a:lnTo>
                  <a:lnTo>
                    <a:pt x="339574" y="24383"/>
                  </a:lnTo>
                  <a:lnTo>
                    <a:pt x="351766" y="27431"/>
                  </a:lnTo>
                  <a:lnTo>
                    <a:pt x="363958" y="32003"/>
                  </a:lnTo>
                  <a:lnTo>
                    <a:pt x="376150" y="35051"/>
                  </a:lnTo>
                  <a:lnTo>
                    <a:pt x="388342" y="39623"/>
                  </a:lnTo>
                  <a:lnTo>
                    <a:pt x="400534" y="45719"/>
                  </a:lnTo>
                  <a:lnTo>
                    <a:pt x="411202" y="51815"/>
                  </a:lnTo>
                  <a:lnTo>
                    <a:pt x="435586" y="64007"/>
                  </a:lnTo>
                  <a:lnTo>
                    <a:pt x="434062" y="64007"/>
                  </a:lnTo>
                  <a:lnTo>
                    <a:pt x="435586" y="65531"/>
                  </a:lnTo>
                  <a:lnTo>
                    <a:pt x="444730" y="71627"/>
                  </a:lnTo>
                  <a:lnTo>
                    <a:pt x="444730" y="73151"/>
                  </a:lnTo>
                  <a:lnTo>
                    <a:pt x="453874" y="80771"/>
                  </a:lnTo>
                  <a:lnTo>
                    <a:pt x="464542" y="88391"/>
                  </a:lnTo>
                  <a:lnTo>
                    <a:pt x="463018" y="88391"/>
                  </a:lnTo>
                  <a:lnTo>
                    <a:pt x="464542" y="89915"/>
                  </a:lnTo>
                  <a:lnTo>
                    <a:pt x="473686" y="97535"/>
                  </a:lnTo>
                  <a:lnTo>
                    <a:pt x="473686" y="99059"/>
                  </a:lnTo>
                  <a:lnTo>
                    <a:pt x="482830" y="106679"/>
                  </a:lnTo>
                  <a:lnTo>
                    <a:pt x="491974" y="117347"/>
                  </a:lnTo>
                  <a:lnTo>
                    <a:pt x="498070" y="126491"/>
                  </a:lnTo>
                  <a:lnTo>
                    <a:pt x="513310" y="147827"/>
                  </a:lnTo>
                  <a:lnTo>
                    <a:pt x="525502" y="170687"/>
                  </a:lnTo>
                  <a:lnTo>
                    <a:pt x="530074" y="182879"/>
                  </a:lnTo>
                  <a:lnTo>
                    <a:pt x="536170" y="195071"/>
                  </a:lnTo>
                  <a:lnTo>
                    <a:pt x="540742" y="207263"/>
                  </a:lnTo>
                  <a:lnTo>
                    <a:pt x="543790" y="220979"/>
                  </a:lnTo>
                  <a:lnTo>
                    <a:pt x="543790" y="219455"/>
                  </a:lnTo>
                  <a:lnTo>
                    <a:pt x="552934" y="219455"/>
                  </a:lnTo>
                  <a:lnTo>
                    <a:pt x="552934" y="184403"/>
                  </a:lnTo>
                  <a:lnTo>
                    <a:pt x="530074" y="134112"/>
                  </a:lnTo>
                  <a:lnTo>
                    <a:pt x="493498" y="88391"/>
                  </a:lnTo>
                  <a:lnTo>
                    <a:pt x="450826" y="51815"/>
                  </a:lnTo>
                  <a:lnTo>
                    <a:pt x="403582" y="24383"/>
                  </a:lnTo>
                  <a:lnTo>
                    <a:pt x="384740" y="18287"/>
                  </a:lnTo>
                  <a:close/>
                </a:path>
                <a:path w="568325" h="239395">
                  <a:moveTo>
                    <a:pt x="78535" y="115823"/>
                  </a:moveTo>
                  <a:lnTo>
                    <a:pt x="77446" y="115823"/>
                  </a:lnTo>
                  <a:lnTo>
                    <a:pt x="77446" y="117347"/>
                  </a:lnTo>
                  <a:lnTo>
                    <a:pt x="78535" y="115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7763322" y="3656075"/>
              <a:ext cx="547370" cy="230504"/>
            </a:xfrm>
            <a:custGeom>
              <a:avLst/>
              <a:gdLst/>
              <a:ahLst/>
              <a:cxnLst/>
              <a:rect l="l" t="t" r="r" b="b"/>
              <a:pathLst>
                <a:path w="547370" h="230504">
                  <a:moveTo>
                    <a:pt x="274253" y="0"/>
                  </a:moveTo>
                  <a:lnTo>
                    <a:pt x="236153" y="1524"/>
                  </a:lnTo>
                  <a:lnTo>
                    <a:pt x="164525" y="21336"/>
                  </a:lnTo>
                  <a:lnTo>
                    <a:pt x="103565" y="57912"/>
                  </a:lnTo>
                  <a:lnTo>
                    <a:pt x="53273" y="108203"/>
                  </a:lnTo>
                  <a:lnTo>
                    <a:pt x="16697" y="169163"/>
                  </a:lnTo>
                  <a:lnTo>
                    <a:pt x="0" y="230124"/>
                  </a:lnTo>
                  <a:lnTo>
                    <a:pt x="546983" y="230124"/>
                  </a:lnTo>
                  <a:lnTo>
                    <a:pt x="530285" y="169163"/>
                  </a:lnTo>
                  <a:lnTo>
                    <a:pt x="493709" y="108203"/>
                  </a:lnTo>
                  <a:lnTo>
                    <a:pt x="443417" y="57912"/>
                  </a:lnTo>
                  <a:lnTo>
                    <a:pt x="382457" y="21336"/>
                  </a:lnTo>
                  <a:lnTo>
                    <a:pt x="310829" y="1524"/>
                  </a:lnTo>
                  <a:lnTo>
                    <a:pt x="27425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7752715" y="3646931"/>
              <a:ext cx="566420" cy="239395"/>
            </a:xfrm>
            <a:custGeom>
              <a:avLst/>
              <a:gdLst/>
              <a:ahLst/>
              <a:cxnLst/>
              <a:rect l="l" t="t" r="r" b="b"/>
              <a:pathLst>
                <a:path w="566420" h="239395">
                  <a:moveTo>
                    <a:pt x="566140" y="239268"/>
                  </a:moveTo>
                  <a:lnTo>
                    <a:pt x="563753" y="222504"/>
                  </a:lnTo>
                  <a:lnTo>
                    <a:pt x="562838" y="219456"/>
                  </a:lnTo>
                  <a:lnTo>
                    <a:pt x="554609" y="192024"/>
                  </a:lnTo>
                  <a:lnTo>
                    <a:pt x="511937" y="109728"/>
                  </a:lnTo>
                  <a:lnTo>
                    <a:pt x="473837" y="68580"/>
                  </a:lnTo>
                  <a:lnTo>
                    <a:pt x="426593" y="36576"/>
                  </a:lnTo>
                  <a:lnTo>
                    <a:pt x="387578" y="18288"/>
                  </a:lnTo>
                  <a:lnTo>
                    <a:pt x="377825" y="13716"/>
                  </a:lnTo>
                  <a:lnTo>
                    <a:pt x="324485" y="1524"/>
                  </a:lnTo>
                  <a:lnTo>
                    <a:pt x="269621" y="0"/>
                  </a:lnTo>
                  <a:lnTo>
                    <a:pt x="242189" y="1524"/>
                  </a:lnTo>
                  <a:lnTo>
                    <a:pt x="190373" y="13716"/>
                  </a:lnTo>
                  <a:lnTo>
                    <a:pt x="140081" y="36576"/>
                  </a:lnTo>
                  <a:lnTo>
                    <a:pt x="94361" y="68580"/>
                  </a:lnTo>
                  <a:lnTo>
                    <a:pt x="54737" y="109728"/>
                  </a:lnTo>
                  <a:lnTo>
                    <a:pt x="24257" y="161544"/>
                  </a:lnTo>
                  <a:lnTo>
                    <a:pt x="2921" y="222504"/>
                  </a:lnTo>
                  <a:lnTo>
                    <a:pt x="0" y="239268"/>
                  </a:lnTo>
                  <a:lnTo>
                    <a:pt x="20523" y="239268"/>
                  </a:lnTo>
                  <a:lnTo>
                    <a:pt x="21209" y="233172"/>
                  </a:lnTo>
                  <a:lnTo>
                    <a:pt x="24257" y="219456"/>
                  </a:lnTo>
                  <a:lnTo>
                    <a:pt x="24257" y="220980"/>
                  </a:lnTo>
                  <a:lnTo>
                    <a:pt x="24587" y="219456"/>
                  </a:lnTo>
                  <a:lnTo>
                    <a:pt x="27305" y="207264"/>
                  </a:lnTo>
                  <a:lnTo>
                    <a:pt x="36449" y="182880"/>
                  </a:lnTo>
                  <a:lnTo>
                    <a:pt x="42545" y="172212"/>
                  </a:lnTo>
                  <a:lnTo>
                    <a:pt x="42545" y="170688"/>
                  </a:lnTo>
                  <a:lnTo>
                    <a:pt x="54737" y="149352"/>
                  </a:lnTo>
                  <a:lnTo>
                    <a:pt x="54737" y="147828"/>
                  </a:lnTo>
                  <a:lnTo>
                    <a:pt x="60833" y="137160"/>
                  </a:lnTo>
                  <a:lnTo>
                    <a:pt x="69977" y="126492"/>
                  </a:lnTo>
                  <a:lnTo>
                    <a:pt x="77597" y="115824"/>
                  </a:lnTo>
                  <a:lnTo>
                    <a:pt x="77597" y="117348"/>
                  </a:lnTo>
                  <a:lnTo>
                    <a:pt x="78676" y="115824"/>
                  </a:lnTo>
                  <a:lnTo>
                    <a:pt x="85217" y="106680"/>
                  </a:lnTo>
                  <a:lnTo>
                    <a:pt x="103505" y="88392"/>
                  </a:lnTo>
                  <a:lnTo>
                    <a:pt x="112649" y="80772"/>
                  </a:lnTo>
                  <a:lnTo>
                    <a:pt x="123317" y="71628"/>
                  </a:lnTo>
                  <a:lnTo>
                    <a:pt x="133985" y="65532"/>
                  </a:lnTo>
                  <a:lnTo>
                    <a:pt x="133985" y="64008"/>
                  </a:lnTo>
                  <a:lnTo>
                    <a:pt x="156845" y="51816"/>
                  </a:lnTo>
                  <a:lnTo>
                    <a:pt x="167513" y="45720"/>
                  </a:lnTo>
                  <a:lnTo>
                    <a:pt x="178181" y="41148"/>
                  </a:lnTo>
                  <a:lnTo>
                    <a:pt x="179705" y="39624"/>
                  </a:lnTo>
                  <a:lnTo>
                    <a:pt x="178181" y="39624"/>
                  </a:lnTo>
                  <a:lnTo>
                    <a:pt x="191897" y="35052"/>
                  </a:lnTo>
                  <a:lnTo>
                    <a:pt x="204089" y="32004"/>
                  </a:lnTo>
                  <a:lnTo>
                    <a:pt x="216281" y="27432"/>
                  </a:lnTo>
                  <a:lnTo>
                    <a:pt x="229997" y="24384"/>
                  </a:lnTo>
                  <a:lnTo>
                    <a:pt x="242189" y="21336"/>
                  </a:lnTo>
                  <a:lnTo>
                    <a:pt x="255905" y="19812"/>
                  </a:lnTo>
                  <a:lnTo>
                    <a:pt x="269621" y="19812"/>
                  </a:lnTo>
                  <a:lnTo>
                    <a:pt x="283337" y="18288"/>
                  </a:lnTo>
                  <a:lnTo>
                    <a:pt x="297053" y="19812"/>
                  </a:lnTo>
                  <a:lnTo>
                    <a:pt x="298577" y="19812"/>
                  </a:lnTo>
                  <a:lnTo>
                    <a:pt x="310769" y="19812"/>
                  </a:lnTo>
                  <a:lnTo>
                    <a:pt x="312293" y="19812"/>
                  </a:lnTo>
                  <a:lnTo>
                    <a:pt x="324485" y="21336"/>
                  </a:lnTo>
                  <a:lnTo>
                    <a:pt x="338201" y="24384"/>
                  </a:lnTo>
                  <a:lnTo>
                    <a:pt x="350393" y="27432"/>
                  </a:lnTo>
                  <a:lnTo>
                    <a:pt x="364109" y="32004"/>
                  </a:lnTo>
                  <a:lnTo>
                    <a:pt x="376301" y="35052"/>
                  </a:lnTo>
                  <a:lnTo>
                    <a:pt x="388493" y="39624"/>
                  </a:lnTo>
                  <a:lnTo>
                    <a:pt x="400685" y="45720"/>
                  </a:lnTo>
                  <a:lnTo>
                    <a:pt x="411353" y="51816"/>
                  </a:lnTo>
                  <a:lnTo>
                    <a:pt x="423545" y="57912"/>
                  </a:lnTo>
                  <a:lnTo>
                    <a:pt x="434213" y="64008"/>
                  </a:lnTo>
                  <a:lnTo>
                    <a:pt x="434213" y="65532"/>
                  </a:lnTo>
                  <a:lnTo>
                    <a:pt x="444881" y="71628"/>
                  </a:lnTo>
                  <a:lnTo>
                    <a:pt x="444881" y="73152"/>
                  </a:lnTo>
                  <a:lnTo>
                    <a:pt x="454025" y="80772"/>
                  </a:lnTo>
                  <a:lnTo>
                    <a:pt x="464693" y="88392"/>
                  </a:lnTo>
                  <a:lnTo>
                    <a:pt x="464693" y="89916"/>
                  </a:lnTo>
                  <a:lnTo>
                    <a:pt x="473837" y="97536"/>
                  </a:lnTo>
                  <a:lnTo>
                    <a:pt x="473837" y="99060"/>
                  </a:lnTo>
                  <a:lnTo>
                    <a:pt x="481457" y="106680"/>
                  </a:lnTo>
                  <a:lnTo>
                    <a:pt x="513461" y="147828"/>
                  </a:lnTo>
                  <a:lnTo>
                    <a:pt x="539369" y="207264"/>
                  </a:lnTo>
                  <a:lnTo>
                    <a:pt x="543941" y="220980"/>
                  </a:lnTo>
                  <a:lnTo>
                    <a:pt x="543941" y="219456"/>
                  </a:lnTo>
                  <a:lnTo>
                    <a:pt x="546989" y="233172"/>
                  </a:lnTo>
                  <a:lnTo>
                    <a:pt x="546989" y="237744"/>
                  </a:lnTo>
                  <a:lnTo>
                    <a:pt x="547243" y="239268"/>
                  </a:lnTo>
                  <a:lnTo>
                    <a:pt x="566140" y="239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1876" y="3692651"/>
              <a:ext cx="91440" cy="7162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71816" y="3442715"/>
              <a:ext cx="628015" cy="441959"/>
            </a:xfrm>
            <a:custGeom>
              <a:avLst/>
              <a:gdLst/>
              <a:ahLst/>
              <a:cxnLst/>
              <a:rect l="l" t="t" r="r" b="b"/>
              <a:pathLst>
                <a:path w="628015" h="441960">
                  <a:moveTo>
                    <a:pt x="365760" y="202692"/>
                  </a:moveTo>
                  <a:lnTo>
                    <a:pt x="345948" y="155448"/>
                  </a:lnTo>
                  <a:lnTo>
                    <a:pt x="335280" y="172212"/>
                  </a:lnTo>
                  <a:lnTo>
                    <a:pt x="41148" y="0"/>
                  </a:lnTo>
                  <a:lnTo>
                    <a:pt x="0" y="0"/>
                  </a:lnTo>
                  <a:lnTo>
                    <a:pt x="324612" y="190500"/>
                  </a:lnTo>
                  <a:lnTo>
                    <a:pt x="313944" y="208788"/>
                  </a:lnTo>
                  <a:lnTo>
                    <a:pt x="342900" y="205740"/>
                  </a:lnTo>
                  <a:lnTo>
                    <a:pt x="365760" y="202692"/>
                  </a:lnTo>
                  <a:close/>
                </a:path>
                <a:path w="628015" h="441960">
                  <a:moveTo>
                    <a:pt x="627888" y="437388"/>
                  </a:moveTo>
                  <a:lnTo>
                    <a:pt x="626364" y="437388"/>
                  </a:lnTo>
                  <a:lnTo>
                    <a:pt x="627888" y="441960"/>
                  </a:lnTo>
                  <a:lnTo>
                    <a:pt x="627888" y="4373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2028" y="3442715"/>
              <a:ext cx="59435" cy="20573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903976" y="3886199"/>
              <a:ext cx="556260" cy="326390"/>
            </a:xfrm>
            <a:custGeom>
              <a:avLst/>
              <a:gdLst/>
              <a:ahLst/>
              <a:cxnLst/>
              <a:rect l="l" t="t" r="r" b="b"/>
              <a:pathLst>
                <a:path w="556260" h="326389">
                  <a:moveTo>
                    <a:pt x="551224" y="0"/>
                  </a:moveTo>
                  <a:lnTo>
                    <a:pt x="3511" y="0"/>
                  </a:lnTo>
                  <a:lnTo>
                    <a:pt x="1524" y="9144"/>
                  </a:lnTo>
                  <a:lnTo>
                    <a:pt x="0" y="47244"/>
                  </a:lnTo>
                  <a:lnTo>
                    <a:pt x="1524" y="85344"/>
                  </a:lnTo>
                  <a:lnTo>
                    <a:pt x="21336" y="155448"/>
                  </a:lnTo>
                  <a:lnTo>
                    <a:pt x="57912" y="217932"/>
                  </a:lnTo>
                  <a:lnTo>
                    <a:pt x="108203" y="268224"/>
                  </a:lnTo>
                  <a:lnTo>
                    <a:pt x="169163" y="303275"/>
                  </a:lnTo>
                  <a:lnTo>
                    <a:pt x="240791" y="323088"/>
                  </a:lnTo>
                  <a:lnTo>
                    <a:pt x="277368" y="326136"/>
                  </a:lnTo>
                  <a:lnTo>
                    <a:pt x="315468" y="323088"/>
                  </a:lnTo>
                  <a:lnTo>
                    <a:pt x="385572" y="303275"/>
                  </a:lnTo>
                  <a:lnTo>
                    <a:pt x="448056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3212" y="85344"/>
                  </a:lnTo>
                  <a:lnTo>
                    <a:pt x="556260" y="47244"/>
                  </a:lnTo>
                  <a:lnTo>
                    <a:pt x="553212" y="9144"/>
                  </a:lnTo>
                  <a:lnTo>
                    <a:pt x="55122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5893308" y="3886199"/>
              <a:ext cx="577850" cy="335280"/>
            </a:xfrm>
            <a:custGeom>
              <a:avLst/>
              <a:gdLst/>
              <a:ahLst/>
              <a:cxnLst/>
              <a:rect l="l" t="t" r="r" b="b"/>
              <a:pathLst>
                <a:path w="577850" h="335279">
                  <a:moveTo>
                    <a:pt x="577596" y="47244"/>
                  </a:moveTo>
                  <a:lnTo>
                    <a:pt x="573671" y="19812"/>
                  </a:lnTo>
                  <a:lnTo>
                    <a:pt x="571715" y="6096"/>
                  </a:lnTo>
                  <a:lnTo>
                    <a:pt x="570839" y="0"/>
                  </a:lnTo>
                  <a:lnTo>
                    <a:pt x="551942" y="0"/>
                  </a:lnTo>
                  <a:lnTo>
                    <a:pt x="553212" y="7620"/>
                  </a:lnTo>
                  <a:lnTo>
                    <a:pt x="553212" y="6096"/>
                  </a:lnTo>
                  <a:lnTo>
                    <a:pt x="554736" y="21336"/>
                  </a:lnTo>
                  <a:lnTo>
                    <a:pt x="554736" y="19812"/>
                  </a:lnTo>
                  <a:lnTo>
                    <a:pt x="556260" y="35052"/>
                  </a:lnTo>
                  <a:lnTo>
                    <a:pt x="556260" y="60960"/>
                  </a:lnTo>
                  <a:lnTo>
                    <a:pt x="553212" y="88392"/>
                  </a:lnTo>
                  <a:lnTo>
                    <a:pt x="550164" y="102108"/>
                  </a:lnTo>
                  <a:lnTo>
                    <a:pt x="551688" y="100584"/>
                  </a:lnTo>
                  <a:lnTo>
                    <a:pt x="548640" y="114300"/>
                  </a:lnTo>
                  <a:lnTo>
                    <a:pt x="544068" y="128016"/>
                  </a:lnTo>
                  <a:lnTo>
                    <a:pt x="544068" y="126492"/>
                  </a:lnTo>
                  <a:lnTo>
                    <a:pt x="539496" y="140208"/>
                  </a:lnTo>
                  <a:lnTo>
                    <a:pt x="534924" y="152400"/>
                  </a:lnTo>
                  <a:lnTo>
                    <a:pt x="528828" y="164592"/>
                  </a:lnTo>
                  <a:lnTo>
                    <a:pt x="528828" y="163068"/>
                  </a:lnTo>
                  <a:lnTo>
                    <a:pt x="516636" y="187452"/>
                  </a:lnTo>
                  <a:lnTo>
                    <a:pt x="516636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3776" y="217932"/>
                  </a:lnTo>
                  <a:lnTo>
                    <a:pt x="495300" y="217932"/>
                  </a:lnTo>
                  <a:lnTo>
                    <a:pt x="486156" y="228600"/>
                  </a:lnTo>
                  <a:lnTo>
                    <a:pt x="477012" y="237744"/>
                  </a:lnTo>
                  <a:lnTo>
                    <a:pt x="478536" y="237744"/>
                  </a:lnTo>
                  <a:lnTo>
                    <a:pt x="469392" y="245592"/>
                  </a:lnTo>
                  <a:lnTo>
                    <a:pt x="469392" y="245364"/>
                  </a:lnTo>
                  <a:lnTo>
                    <a:pt x="458724" y="254508"/>
                  </a:lnTo>
                  <a:lnTo>
                    <a:pt x="448056" y="262128"/>
                  </a:lnTo>
                  <a:lnTo>
                    <a:pt x="449580" y="262128"/>
                  </a:lnTo>
                  <a:lnTo>
                    <a:pt x="437388" y="269748"/>
                  </a:lnTo>
                  <a:lnTo>
                    <a:pt x="438912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4528" y="283464"/>
                  </a:lnTo>
                  <a:lnTo>
                    <a:pt x="414528" y="284226"/>
                  </a:lnTo>
                  <a:lnTo>
                    <a:pt x="403860" y="289560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79476" y="300228"/>
                  </a:lnTo>
                  <a:lnTo>
                    <a:pt x="379476" y="298704"/>
                  </a:lnTo>
                  <a:lnTo>
                    <a:pt x="355092" y="307848"/>
                  </a:lnTo>
                  <a:lnTo>
                    <a:pt x="341376" y="310896"/>
                  </a:lnTo>
                  <a:lnTo>
                    <a:pt x="342900" y="310896"/>
                  </a:lnTo>
                  <a:lnTo>
                    <a:pt x="315468" y="313944"/>
                  </a:lnTo>
                  <a:lnTo>
                    <a:pt x="301752" y="315468"/>
                  </a:lnTo>
                  <a:lnTo>
                    <a:pt x="274320" y="315468"/>
                  </a:lnTo>
                  <a:lnTo>
                    <a:pt x="233172" y="310896"/>
                  </a:lnTo>
                  <a:lnTo>
                    <a:pt x="234696" y="310896"/>
                  </a:lnTo>
                  <a:lnTo>
                    <a:pt x="220980" y="307848"/>
                  </a:lnTo>
                  <a:lnTo>
                    <a:pt x="207264" y="303276"/>
                  </a:lnTo>
                  <a:lnTo>
                    <a:pt x="199123" y="300228"/>
                  </a:lnTo>
                  <a:lnTo>
                    <a:pt x="195072" y="298704"/>
                  </a:lnTo>
                  <a:lnTo>
                    <a:pt x="195072" y="300228"/>
                  </a:lnTo>
                  <a:lnTo>
                    <a:pt x="182880" y="294132"/>
                  </a:lnTo>
                  <a:lnTo>
                    <a:pt x="184404" y="294132"/>
                  </a:lnTo>
                  <a:lnTo>
                    <a:pt x="172212" y="289560"/>
                  </a:lnTo>
                  <a:lnTo>
                    <a:pt x="160020" y="283464"/>
                  </a:lnTo>
                  <a:lnTo>
                    <a:pt x="137160" y="269748"/>
                  </a:lnTo>
                  <a:lnTo>
                    <a:pt x="138684" y="269748"/>
                  </a:lnTo>
                  <a:lnTo>
                    <a:pt x="117348" y="254508"/>
                  </a:lnTo>
                  <a:lnTo>
                    <a:pt x="118872" y="25450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80772" y="217932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5532" y="196596"/>
                  </a:lnTo>
                  <a:lnTo>
                    <a:pt x="65532" y="198120"/>
                  </a:lnTo>
                  <a:lnTo>
                    <a:pt x="57912" y="185928"/>
                  </a:lnTo>
                  <a:lnTo>
                    <a:pt x="59436" y="187452"/>
                  </a:lnTo>
                  <a:lnTo>
                    <a:pt x="51816" y="175260"/>
                  </a:lnTo>
                  <a:lnTo>
                    <a:pt x="45720" y="163068"/>
                  </a:lnTo>
                  <a:lnTo>
                    <a:pt x="47244" y="164592"/>
                  </a:lnTo>
                  <a:lnTo>
                    <a:pt x="46482" y="163068"/>
                  </a:lnTo>
                  <a:lnTo>
                    <a:pt x="41148" y="152400"/>
                  </a:lnTo>
                  <a:lnTo>
                    <a:pt x="36576" y="140208"/>
                  </a:lnTo>
                  <a:lnTo>
                    <a:pt x="32512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2860" y="88392"/>
                  </a:lnTo>
                  <a:lnTo>
                    <a:pt x="19812" y="60960"/>
                  </a:lnTo>
                  <a:lnTo>
                    <a:pt x="19812" y="35052"/>
                  </a:lnTo>
                  <a:lnTo>
                    <a:pt x="21336" y="19812"/>
                  </a:lnTo>
                  <a:lnTo>
                    <a:pt x="21336" y="21336"/>
                  </a:lnTo>
                  <a:lnTo>
                    <a:pt x="21488" y="19812"/>
                  </a:lnTo>
                  <a:lnTo>
                    <a:pt x="22860" y="6096"/>
                  </a:lnTo>
                  <a:lnTo>
                    <a:pt x="22860" y="7620"/>
                  </a:lnTo>
                  <a:lnTo>
                    <a:pt x="23190" y="6096"/>
                  </a:lnTo>
                  <a:lnTo>
                    <a:pt x="24549" y="0"/>
                  </a:lnTo>
                  <a:lnTo>
                    <a:pt x="4699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6096" y="106680"/>
                  </a:lnTo>
                  <a:lnTo>
                    <a:pt x="19812" y="155448"/>
                  </a:lnTo>
                  <a:lnTo>
                    <a:pt x="45720" y="204216"/>
                  </a:lnTo>
                  <a:lnTo>
                    <a:pt x="71628" y="237744"/>
                  </a:lnTo>
                  <a:lnTo>
                    <a:pt x="117348" y="280416"/>
                  </a:lnTo>
                  <a:lnTo>
                    <a:pt x="126492" y="286512"/>
                  </a:lnTo>
                  <a:lnTo>
                    <a:pt x="137160" y="294132"/>
                  </a:lnTo>
                  <a:lnTo>
                    <a:pt x="158496" y="304800"/>
                  </a:lnTo>
                  <a:lnTo>
                    <a:pt x="182880" y="315468"/>
                  </a:lnTo>
                  <a:lnTo>
                    <a:pt x="192024" y="320040"/>
                  </a:lnTo>
                  <a:lnTo>
                    <a:pt x="220980" y="327660"/>
                  </a:lnTo>
                  <a:lnTo>
                    <a:pt x="227076" y="330708"/>
                  </a:lnTo>
                  <a:lnTo>
                    <a:pt x="233172" y="330708"/>
                  </a:lnTo>
                  <a:lnTo>
                    <a:pt x="265176" y="335280"/>
                  </a:lnTo>
                  <a:lnTo>
                    <a:pt x="303276" y="335280"/>
                  </a:lnTo>
                  <a:lnTo>
                    <a:pt x="315468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2900" y="330708"/>
                  </a:lnTo>
                  <a:lnTo>
                    <a:pt x="371856" y="324612"/>
                  </a:lnTo>
                  <a:lnTo>
                    <a:pt x="405384" y="310896"/>
                  </a:lnTo>
                  <a:lnTo>
                    <a:pt x="414528" y="306324"/>
                  </a:lnTo>
                  <a:lnTo>
                    <a:pt x="428244" y="300228"/>
                  </a:lnTo>
                  <a:lnTo>
                    <a:pt x="438912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5300" y="248412"/>
                  </a:lnTo>
                  <a:lnTo>
                    <a:pt x="502920" y="240792"/>
                  </a:lnTo>
                  <a:lnTo>
                    <a:pt x="525780" y="210312"/>
                  </a:lnTo>
                  <a:lnTo>
                    <a:pt x="526669" y="208788"/>
                  </a:lnTo>
                  <a:lnTo>
                    <a:pt x="532980" y="198120"/>
                  </a:lnTo>
                  <a:lnTo>
                    <a:pt x="539280" y="187452"/>
                  </a:lnTo>
                  <a:lnTo>
                    <a:pt x="545592" y="176784"/>
                  </a:lnTo>
                  <a:lnTo>
                    <a:pt x="551688" y="164592"/>
                  </a:lnTo>
                  <a:lnTo>
                    <a:pt x="556260" y="152400"/>
                  </a:lnTo>
                  <a:lnTo>
                    <a:pt x="560832" y="141732"/>
                  </a:lnTo>
                  <a:lnTo>
                    <a:pt x="571500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035414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A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818107" y="3429000"/>
            <a:ext cx="1940859" cy="309282"/>
            <a:chOff x="5847588" y="3886200"/>
            <a:chExt cx="2199640" cy="350520"/>
          </a:xfrm>
        </p:grpSpPr>
        <p:sp>
          <p:nvSpPr>
            <p:cNvPr id="33" name="object 33"/>
            <p:cNvSpPr/>
            <p:nvPr/>
          </p:nvSpPr>
          <p:spPr>
            <a:xfrm>
              <a:off x="5847588" y="4133087"/>
              <a:ext cx="344805" cy="104139"/>
            </a:xfrm>
            <a:custGeom>
              <a:avLst/>
              <a:gdLst/>
              <a:ahLst/>
              <a:cxnLst/>
              <a:rect l="l" t="t" r="r" b="b"/>
              <a:pathLst>
                <a:path w="344804" h="104139">
                  <a:moveTo>
                    <a:pt x="143256" y="16764"/>
                  </a:moveTo>
                  <a:lnTo>
                    <a:pt x="131064" y="0"/>
                  </a:lnTo>
                  <a:lnTo>
                    <a:pt x="0" y="103632"/>
                  </a:lnTo>
                  <a:lnTo>
                    <a:pt x="33528" y="103632"/>
                  </a:lnTo>
                  <a:lnTo>
                    <a:pt x="143256" y="16764"/>
                  </a:lnTo>
                  <a:close/>
                </a:path>
                <a:path w="344804" h="104139">
                  <a:moveTo>
                    <a:pt x="344424" y="89916"/>
                  </a:moveTo>
                  <a:lnTo>
                    <a:pt x="323088" y="89916"/>
                  </a:lnTo>
                  <a:lnTo>
                    <a:pt x="323088" y="103632"/>
                  </a:lnTo>
                  <a:lnTo>
                    <a:pt x="344424" y="103632"/>
                  </a:lnTo>
                  <a:lnTo>
                    <a:pt x="344424" y="899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6830568" y="3886200"/>
              <a:ext cx="558165" cy="326390"/>
            </a:xfrm>
            <a:custGeom>
              <a:avLst/>
              <a:gdLst/>
              <a:ahLst/>
              <a:cxnLst/>
              <a:rect l="l" t="t" r="r" b="b"/>
              <a:pathLst>
                <a:path w="558165" h="326389">
                  <a:moveTo>
                    <a:pt x="552748" y="0"/>
                  </a:moveTo>
                  <a:lnTo>
                    <a:pt x="5035" y="0"/>
                  </a:lnTo>
                  <a:lnTo>
                    <a:pt x="3048" y="9144"/>
                  </a:lnTo>
                  <a:lnTo>
                    <a:pt x="0" y="47244"/>
                  </a:lnTo>
                  <a:lnTo>
                    <a:pt x="3048" y="85344"/>
                  </a:lnTo>
                  <a:lnTo>
                    <a:pt x="22859" y="155448"/>
                  </a:lnTo>
                  <a:lnTo>
                    <a:pt x="57911" y="217932"/>
                  </a:lnTo>
                  <a:lnTo>
                    <a:pt x="108203" y="268224"/>
                  </a:lnTo>
                  <a:lnTo>
                    <a:pt x="170687" y="303275"/>
                  </a:lnTo>
                  <a:lnTo>
                    <a:pt x="240791" y="323088"/>
                  </a:lnTo>
                  <a:lnTo>
                    <a:pt x="278891" y="326136"/>
                  </a:lnTo>
                  <a:lnTo>
                    <a:pt x="316991" y="323088"/>
                  </a:lnTo>
                  <a:lnTo>
                    <a:pt x="387096" y="303275"/>
                  </a:lnTo>
                  <a:lnTo>
                    <a:pt x="448055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4735" y="85344"/>
                  </a:lnTo>
                  <a:lnTo>
                    <a:pt x="557783" y="47244"/>
                  </a:lnTo>
                  <a:lnTo>
                    <a:pt x="554735" y="9144"/>
                  </a:lnTo>
                  <a:lnTo>
                    <a:pt x="55274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6819900" y="3886199"/>
              <a:ext cx="1226820" cy="350520"/>
            </a:xfrm>
            <a:custGeom>
              <a:avLst/>
              <a:gdLst/>
              <a:ahLst/>
              <a:cxnLst/>
              <a:rect l="l" t="t" r="r" b="b"/>
              <a:pathLst>
                <a:path w="1226820" h="350520">
                  <a:moveTo>
                    <a:pt x="577596" y="47244"/>
                  </a:moveTo>
                  <a:lnTo>
                    <a:pt x="576224" y="21336"/>
                  </a:lnTo>
                  <a:lnTo>
                    <a:pt x="576148" y="19812"/>
                  </a:lnTo>
                  <a:lnTo>
                    <a:pt x="576072" y="18288"/>
                  </a:lnTo>
                  <a:lnTo>
                    <a:pt x="572744" y="0"/>
                  </a:lnTo>
                  <a:lnTo>
                    <a:pt x="557784" y="0"/>
                  </a:lnTo>
                  <a:lnTo>
                    <a:pt x="552196" y="0"/>
                  </a:lnTo>
                  <a:lnTo>
                    <a:pt x="554736" y="7620"/>
                  </a:lnTo>
                  <a:lnTo>
                    <a:pt x="554736" y="19812"/>
                  </a:lnTo>
                  <a:lnTo>
                    <a:pt x="557784" y="35052"/>
                  </a:lnTo>
                  <a:lnTo>
                    <a:pt x="557784" y="60960"/>
                  </a:lnTo>
                  <a:lnTo>
                    <a:pt x="554736" y="74676"/>
                  </a:lnTo>
                  <a:lnTo>
                    <a:pt x="554736" y="88392"/>
                  </a:lnTo>
                  <a:lnTo>
                    <a:pt x="551688" y="102108"/>
                  </a:lnTo>
                  <a:lnTo>
                    <a:pt x="551688" y="100584"/>
                  </a:lnTo>
                  <a:lnTo>
                    <a:pt x="545592" y="128016"/>
                  </a:lnTo>
                  <a:lnTo>
                    <a:pt x="545592" y="126492"/>
                  </a:lnTo>
                  <a:lnTo>
                    <a:pt x="541020" y="140208"/>
                  </a:lnTo>
                  <a:lnTo>
                    <a:pt x="534924" y="152400"/>
                  </a:lnTo>
                  <a:lnTo>
                    <a:pt x="530352" y="164592"/>
                  </a:lnTo>
                  <a:lnTo>
                    <a:pt x="530352" y="163068"/>
                  </a:lnTo>
                  <a:lnTo>
                    <a:pt x="518160" y="187452"/>
                  </a:lnTo>
                  <a:lnTo>
                    <a:pt x="518160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5300" y="217932"/>
                  </a:lnTo>
                  <a:lnTo>
                    <a:pt x="496824" y="217932"/>
                  </a:lnTo>
                  <a:lnTo>
                    <a:pt x="487680" y="228600"/>
                  </a:lnTo>
                  <a:lnTo>
                    <a:pt x="478536" y="237744"/>
                  </a:lnTo>
                  <a:lnTo>
                    <a:pt x="467868" y="246888"/>
                  </a:lnTo>
                  <a:lnTo>
                    <a:pt x="467614" y="246888"/>
                  </a:lnTo>
                  <a:lnTo>
                    <a:pt x="458724" y="254508"/>
                  </a:lnTo>
                  <a:lnTo>
                    <a:pt x="449580" y="262128"/>
                  </a:lnTo>
                  <a:lnTo>
                    <a:pt x="438912" y="269748"/>
                  </a:lnTo>
                  <a:lnTo>
                    <a:pt x="440436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6052" y="283464"/>
                  </a:lnTo>
                  <a:lnTo>
                    <a:pt x="417576" y="283464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81000" y="300228"/>
                  </a:lnTo>
                  <a:lnTo>
                    <a:pt x="381000" y="298704"/>
                  </a:lnTo>
                  <a:lnTo>
                    <a:pt x="356616" y="307848"/>
                  </a:lnTo>
                  <a:lnTo>
                    <a:pt x="342900" y="310896"/>
                  </a:lnTo>
                  <a:lnTo>
                    <a:pt x="344424" y="310896"/>
                  </a:lnTo>
                  <a:lnTo>
                    <a:pt x="329184" y="312420"/>
                  </a:lnTo>
                  <a:lnTo>
                    <a:pt x="315468" y="313944"/>
                  </a:lnTo>
                  <a:lnTo>
                    <a:pt x="316992" y="313944"/>
                  </a:lnTo>
                  <a:lnTo>
                    <a:pt x="303276" y="315468"/>
                  </a:lnTo>
                  <a:lnTo>
                    <a:pt x="274320" y="315468"/>
                  </a:lnTo>
                  <a:lnTo>
                    <a:pt x="262128" y="313944"/>
                  </a:lnTo>
                  <a:lnTo>
                    <a:pt x="234696" y="310896"/>
                  </a:lnTo>
                  <a:lnTo>
                    <a:pt x="236220" y="310896"/>
                  </a:lnTo>
                  <a:lnTo>
                    <a:pt x="220980" y="307848"/>
                  </a:lnTo>
                  <a:lnTo>
                    <a:pt x="222504" y="307848"/>
                  </a:lnTo>
                  <a:lnTo>
                    <a:pt x="208788" y="303276"/>
                  </a:lnTo>
                  <a:lnTo>
                    <a:pt x="200660" y="300228"/>
                  </a:lnTo>
                  <a:lnTo>
                    <a:pt x="196596" y="298704"/>
                  </a:lnTo>
                  <a:lnTo>
                    <a:pt x="196596" y="300228"/>
                  </a:lnTo>
                  <a:lnTo>
                    <a:pt x="184404" y="294132"/>
                  </a:lnTo>
                  <a:lnTo>
                    <a:pt x="185928" y="294132"/>
                  </a:lnTo>
                  <a:lnTo>
                    <a:pt x="172212" y="289560"/>
                  </a:lnTo>
                  <a:lnTo>
                    <a:pt x="161544" y="283464"/>
                  </a:lnTo>
                  <a:lnTo>
                    <a:pt x="138684" y="269748"/>
                  </a:lnTo>
                  <a:lnTo>
                    <a:pt x="140208" y="269748"/>
                  </a:lnTo>
                  <a:lnTo>
                    <a:pt x="128016" y="262128"/>
                  </a:lnTo>
                  <a:lnTo>
                    <a:pt x="118872" y="254508"/>
                  </a:lnTo>
                  <a:lnTo>
                    <a:pt x="109982" y="24688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75755" y="208788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8008" y="198120"/>
                  </a:lnTo>
                  <a:lnTo>
                    <a:pt x="67056" y="196596"/>
                  </a:lnTo>
                  <a:lnTo>
                    <a:pt x="67056" y="198120"/>
                  </a:lnTo>
                  <a:lnTo>
                    <a:pt x="59436" y="185928"/>
                  </a:lnTo>
                  <a:lnTo>
                    <a:pt x="60960" y="187452"/>
                  </a:lnTo>
                  <a:lnTo>
                    <a:pt x="59994" y="185928"/>
                  </a:lnTo>
                  <a:lnTo>
                    <a:pt x="53340" y="175260"/>
                  </a:lnTo>
                  <a:lnTo>
                    <a:pt x="47244" y="163068"/>
                  </a:lnTo>
                  <a:lnTo>
                    <a:pt x="48768" y="164592"/>
                  </a:lnTo>
                  <a:lnTo>
                    <a:pt x="48006" y="163068"/>
                  </a:lnTo>
                  <a:lnTo>
                    <a:pt x="42672" y="152400"/>
                  </a:lnTo>
                  <a:lnTo>
                    <a:pt x="38100" y="140208"/>
                  </a:lnTo>
                  <a:lnTo>
                    <a:pt x="32677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1336" y="60960"/>
                  </a:lnTo>
                  <a:lnTo>
                    <a:pt x="21336" y="35052"/>
                  </a:lnTo>
                  <a:lnTo>
                    <a:pt x="22860" y="19812"/>
                  </a:lnTo>
                  <a:lnTo>
                    <a:pt x="22860" y="21336"/>
                  </a:lnTo>
                  <a:lnTo>
                    <a:pt x="23012" y="19812"/>
                  </a:lnTo>
                  <a:lnTo>
                    <a:pt x="24384" y="6096"/>
                  </a:lnTo>
                  <a:lnTo>
                    <a:pt x="24384" y="7620"/>
                  </a:lnTo>
                  <a:lnTo>
                    <a:pt x="24549" y="6096"/>
                  </a:lnTo>
                  <a:lnTo>
                    <a:pt x="25222" y="0"/>
                  </a:lnTo>
                  <a:lnTo>
                    <a:pt x="4838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7620" y="106680"/>
                  </a:lnTo>
                  <a:lnTo>
                    <a:pt x="21336" y="155448"/>
                  </a:lnTo>
                  <a:lnTo>
                    <a:pt x="47244" y="204216"/>
                  </a:lnTo>
                  <a:lnTo>
                    <a:pt x="73152" y="237744"/>
                  </a:lnTo>
                  <a:lnTo>
                    <a:pt x="118872" y="280416"/>
                  </a:lnTo>
                  <a:lnTo>
                    <a:pt x="128016" y="286512"/>
                  </a:lnTo>
                  <a:lnTo>
                    <a:pt x="138684" y="294132"/>
                  </a:lnTo>
                  <a:lnTo>
                    <a:pt x="160020" y="304800"/>
                  </a:lnTo>
                  <a:lnTo>
                    <a:pt x="184404" y="315468"/>
                  </a:lnTo>
                  <a:lnTo>
                    <a:pt x="193548" y="320040"/>
                  </a:lnTo>
                  <a:lnTo>
                    <a:pt x="228600" y="330708"/>
                  </a:lnTo>
                  <a:lnTo>
                    <a:pt x="265176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4424" y="330708"/>
                  </a:lnTo>
                  <a:lnTo>
                    <a:pt x="373380" y="324612"/>
                  </a:lnTo>
                  <a:lnTo>
                    <a:pt x="394716" y="315468"/>
                  </a:lnTo>
                  <a:lnTo>
                    <a:pt x="405384" y="310896"/>
                  </a:lnTo>
                  <a:lnTo>
                    <a:pt x="409956" y="309372"/>
                  </a:lnTo>
                  <a:lnTo>
                    <a:pt x="428244" y="300228"/>
                  </a:lnTo>
                  <a:lnTo>
                    <a:pt x="440436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6824" y="248412"/>
                  </a:lnTo>
                  <a:lnTo>
                    <a:pt x="527304" y="210312"/>
                  </a:lnTo>
                  <a:lnTo>
                    <a:pt x="528193" y="208788"/>
                  </a:lnTo>
                  <a:lnTo>
                    <a:pt x="534504" y="198120"/>
                  </a:lnTo>
                  <a:lnTo>
                    <a:pt x="540804" y="187452"/>
                  </a:lnTo>
                  <a:lnTo>
                    <a:pt x="547116" y="176784"/>
                  </a:lnTo>
                  <a:lnTo>
                    <a:pt x="551688" y="164592"/>
                  </a:lnTo>
                  <a:lnTo>
                    <a:pt x="557784" y="152400"/>
                  </a:lnTo>
                  <a:lnTo>
                    <a:pt x="562356" y="141732"/>
                  </a:lnTo>
                  <a:lnTo>
                    <a:pt x="566039" y="128016"/>
                  </a:lnTo>
                  <a:lnTo>
                    <a:pt x="573024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  <a:path w="1226820" h="350520">
                  <a:moveTo>
                    <a:pt x="1226820" y="336804"/>
                  </a:moveTo>
                  <a:lnTo>
                    <a:pt x="1207008" y="336804"/>
                  </a:lnTo>
                  <a:lnTo>
                    <a:pt x="1207008" y="350520"/>
                  </a:lnTo>
                  <a:lnTo>
                    <a:pt x="1226820" y="350520"/>
                  </a:lnTo>
                  <a:lnTo>
                    <a:pt x="1226820" y="3368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854500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B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922111" y="3429000"/>
            <a:ext cx="1082488" cy="309282"/>
            <a:chOff x="7098792" y="3886200"/>
            <a:chExt cx="1226820" cy="350520"/>
          </a:xfrm>
        </p:grpSpPr>
        <p:sp>
          <p:nvSpPr>
            <p:cNvPr id="38" name="object 38"/>
            <p:cNvSpPr/>
            <p:nvPr/>
          </p:nvSpPr>
          <p:spPr>
            <a:xfrm>
              <a:off x="7098792" y="4223004"/>
              <a:ext cx="21590" cy="13970"/>
            </a:xfrm>
            <a:custGeom>
              <a:avLst/>
              <a:gdLst/>
              <a:ahLst/>
              <a:cxnLst/>
              <a:rect l="l" t="t" r="r" b="b"/>
              <a:pathLst>
                <a:path w="21590" h="13970">
                  <a:moveTo>
                    <a:pt x="21335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21335" y="13716"/>
                  </a:lnTo>
                  <a:lnTo>
                    <a:pt x="213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7758684" y="3886200"/>
              <a:ext cx="556260" cy="326390"/>
            </a:xfrm>
            <a:custGeom>
              <a:avLst/>
              <a:gdLst/>
              <a:ahLst/>
              <a:cxnLst/>
              <a:rect l="l" t="t" r="r" b="b"/>
              <a:pathLst>
                <a:path w="556259" h="326389">
                  <a:moveTo>
                    <a:pt x="551621" y="0"/>
                  </a:moveTo>
                  <a:lnTo>
                    <a:pt x="4638" y="0"/>
                  </a:lnTo>
                  <a:lnTo>
                    <a:pt x="3048" y="9144"/>
                  </a:lnTo>
                  <a:lnTo>
                    <a:pt x="0" y="47244"/>
                  </a:lnTo>
                  <a:lnTo>
                    <a:pt x="3048" y="85344"/>
                  </a:lnTo>
                  <a:lnTo>
                    <a:pt x="21336" y="155448"/>
                  </a:lnTo>
                  <a:lnTo>
                    <a:pt x="57912" y="217932"/>
                  </a:lnTo>
                  <a:lnTo>
                    <a:pt x="108204" y="268224"/>
                  </a:lnTo>
                  <a:lnTo>
                    <a:pt x="169164" y="303275"/>
                  </a:lnTo>
                  <a:lnTo>
                    <a:pt x="240792" y="323088"/>
                  </a:lnTo>
                  <a:lnTo>
                    <a:pt x="278892" y="326136"/>
                  </a:lnTo>
                  <a:lnTo>
                    <a:pt x="315468" y="323088"/>
                  </a:lnTo>
                  <a:lnTo>
                    <a:pt x="387096" y="303275"/>
                  </a:lnTo>
                  <a:lnTo>
                    <a:pt x="448056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3212" y="85344"/>
                  </a:lnTo>
                  <a:lnTo>
                    <a:pt x="556260" y="47244"/>
                  </a:lnTo>
                  <a:lnTo>
                    <a:pt x="553212" y="9144"/>
                  </a:lnTo>
                  <a:lnTo>
                    <a:pt x="55162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7748016" y="3886199"/>
              <a:ext cx="577850" cy="335280"/>
            </a:xfrm>
            <a:custGeom>
              <a:avLst/>
              <a:gdLst/>
              <a:ahLst/>
              <a:cxnLst/>
              <a:rect l="l" t="t" r="r" b="b"/>
              <a:pathLst>
                <a:path w="577850" h="335279">
                  <a:moveTo>
                    <a:pt x="577596" y="47244"/>
                  </a:moveTo>
                  <a:lnTo>
                    <a:pt x="573671" y="19812"/>
                  </a:lnTo>
                  <a:lnTo>
                    <a:pt x="571715" y="6096"/>
                  </a:lnTo>
                  <a:lnTo>
                    <a:pt x="570839" y="0"/>
                  </a:lnTo>
                  <a:lnTo>
                    <a:pt x="551942" y="0"/>
                  </a:lnTo>
                  <a:lnTo>
                    <a:pt x="553212" y="7620"/>
                  </a:lnTo>
                  <a:lnTo>
                    <a:pt x="553212" y="6096"/>
                  </a:lnTo>
                  <a:lnTo>
                    <a:pt x="554736" y="21336"/>
                  </a:lnTo>
                  <a:lnTo>
                    <a:pt x="554736" y="19812"/>
                  </a:lnTo>
                  <a:lnTo>
                    <a:pt x="556260" y="35052"/>
                  </a:lnTo>
                  <a:lnTo>
                    <a:pt x="556260" y="60960"/>
                  </a:lnTo>
                  <a:lnTo>
                    <a:pt x="553212" y="88392"/>
                  </a:lnTo>
                  <a:lnTo>
                    <a:pt x="550164" y="102108"/>
                  </a:lnTo>
                  <a:lnTo>
                    <a:pt x="551688" y="100584"/>
                  </a:lnTo>
                  <a:lnTo>
                    <a:pt x="548640" y="114300"/>
                  </a:lnTo>
                  <a:lnTo>
                    <a:pt x="544068" y="128016"/>
                  </a:lnTo>
                  <a:lnTo>
                    <a:pt x="544068" y="126492"/>
                  </a:lnTo>
                  <a:lnTo>
                    <a:pt x="539496" y="140208"/>
                  </a:lnTo>
                  <a:lnTo>
                    <a:pt x="530352" y="164592"/>
                  </a:lnTo>
                  <a:lnTo>
                    <a:pt x="530352" y="163068"/>
                  </a:lnTo>
                  <a:lnTo>
                    <a:pt x="518160" y="187452"/>
                  </a:lnTo>
                  <a:lnTo>
                    <a:pt x="518160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5300" y="217932"/>
                  </a:lnTo>
                  <a:lnTo>
                    <a:pt x="486156" y="228600"/>
                  </a:lnTo>
                  <a:lnTo>
                    <a:pt x="477012" y="237744"/>
                  </a:lnTo>
                  <a:lnTo>
                    <a:pt x="478536" y="237744"/>
                  </a:lnTo>
                  <a:lnTo>
                    <a:pt x="469392" y="245592"/>
                  </a:lnTo>
                  <a:lnTo>
                    <a:pt x="469392" y="245364"/>
                  </a:lnTo>
                  <a:lnTo>
                    <a:pt x="458724" y="254508"/>
                  </a:lnTo>
                  <a:lnTo>
                    <a:pt x="448056" y="262128"/>
                  </a:lnTo>
                  <a:lnTo>
                    <a:pt x="449580" y="262128"/>
                  </a:lnTo>
                  <a:lnTo>
                    <a:pt x="437388" y="269748"/>
                  </a:lnTo>
                  <a:lnTo>
                    <a:pt x="438912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6052" y="283464"/>
                  </a:lnTo>
                  <a:lnTo>
                    <a:pt x="403860" y="289560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81000" y="300228"/>
                  </a:lnTo>
                  <a:lnTo>
                    <a:pt x="381000" y="298704"/>
                  </a:lnTo>
                  <a:lnTo>
                    <a:pt x="368808" y="303276"/>
                  </a:lnTo>
                  <a:lnTo>
                    <a:pt x="355092" y="307848"/>
                  </a:lnTo>
                  <a:lnTo>
                    <a:pt x="342900" y="310896"/>
                  </a:lnTo>
                  <a:lnTo>
                    <a:pt x="315468" y="313944"/>
                  </a:lnTo>
                  <a:lnTo>
                    <a:pt x="316992" y="313944"/>
                  </a:lnTo>
                  <a:lnTo>
                    <a:pt x="301752" y="315468"/>
                  </a:lnTo>
                  <a:lnTo>
                    <a:pt x="275844" y="315468"/>
                  </a:lnTo>
                  <a:lnTo>
                    <a:pt x="274320" y="315468"/>
                  </a:lnTo>
                  <a:lnTo>
                    <a:pt x="246888" y="312420"/>
                  </a:lnTo>
                  <a:lnTo>
                    <a:pt x="234696" y="310896"/>
                  </a:lnTo>
                  <a:lnTo>
                    <a:pt x="220980" y="307848"/>
                  </a:lnTo>
                  <a:lnTo>
                    <a:pt x="200660" y="300228"/>
                  </a:lnTo>
                  <a:lnTo>
                    <a:pt x="196596" y="298704"/>
                  </a:lnTo>
                  <a:lnTo>
                    <a:pt x="196596" y="300228"/>
                  </a:lnTo>
                  <a:lnTo>
                    <a:pt x="182880" y="294132"/>
                  </a:lnTo>
                  <a:lnTo>
                    <a:pt x="184404" y="294132"/>
                  </a:lnTo>
                  <a:lnTo>
                    <a:pt x="172212" y="289560"/>
                  </a:lnTo>
                  <a:lnTo>
                    <a:pt x="161544" y="283464"/>
                  </a:lnTo>
                  <a:lnTo>
                    <a:pt x="138684" y="269748"/>
                  </a:lnTo>
                  <a:lnTo>
                    <a:pt x="117348" y="254508"/>
                  </a:lnTo>
                  <a:lnTo>
                    <a:pt x="118872" y="25450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5532" y="196596"/>
                  </a:lnTo>
                  <a:lnTo>
                    <a:pt x="65532" y="198120"/>
                  </a:lnTo>
                  <a:lnTo>
                    <a:pt x="59436" y="185928"/>
                  </a:lnTo>
                  <a:lnTo>
                    <a:pt x="59436" y="187452"/>
                  </a:lnTo>
                  <a:lnTo>
                    <a:pt x="47244" y="163068"/>
                  </a:lnTo>
                  <a:lnTo>
                    <a:pt x="47244" y="164592"/>
                  </a:lnTo>
                  <a:lnTo>
                    <a:pt x="41148" y="152400"/>
                  </a:lnTo>
                  <a:lnTo>
                    <a:pt x="36576" y="140208"/>
                  </a:lnTo>
                  <a:lnTo>
                    <a:pt x="32512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4384" y="88392"/>
                  </a:lnTo>
                  <a:lnTo>
                    <a:pt x="21336" y="74676"/>
                  </a:lnTo>
                  <a:lnTo>
                    <a:pt x="21336" y="21336"/>
                  </a:lnTo>
                  <a:lnTo>
                    <a:pt x="21640" y="19812"/>
                  </a:lnTo>
                  <a:lnTo>
                    <a:pt x="24384" y="6096"/>
                  </a:lnTo>
                  <a:lnTo>
                    <a:pt x="24384" y="7620"/>
                  </a:lnTo>
                  <a:lnTo>
                    <a:pt x="24549" y="6096"/>
                  </a:lnTo>
                  <a:lnTo>
                    <a:pt x="25222" y="0"/>
                  </a:lnTo>
                  <a:lnTo>
                    <a:pt x="4699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6096" y="106680"/>
                  </a:lnTo>
                  <a:lnTo>
                    <a:pt x="15240" y="143256"/>
                  </a:lnTo>
                  <a:lnTo>
                    <a:pt x="21336" y="155448"/>
                  </a:lnTo>
                  <a:lnTo>
                    <a:pt x="30480" y="176784"/>
                  </a:lnTo>
                  <a:lnTo>
                    <a:pt x="47244" y="204216"/>
                  </a:lnTo>
                  <a:lnTo>
                    <a:pt x="50292" y="208788"/>
                  </a:lnTo>
                  <a:lnTo>
                    <a:pt x="59436" y="220980"/>
                  </a:lnTo>
                  <a:lnTo>
                    <a:pt x="71628" y="237744"/>
                  </a:lnTo>
                  <a:lnTo>
                    <a:pt x="117348" y="280416"/>
                  </a:lnTo>
                  <a:lnTo>
                    <a:pt x="158496" y="304800"/>
                  </a:lnTo>
                  <a:lnTo>
                    <a:pt x="193548" y="320040"/>
                  </a:lnTo>
                  <a:lnTo>
                    <a:pt x="220980" y="327660"/>
                  </a:lnTo>
                  <a:lnTo>
                    <a:pt x="228600" y="330708"/>
                  </a:lnTo>
                  <a:lnTo>
                    <a:pt x="234696" y="330708"/>
                  </a:lnTo>
                  <a:lnTo>
                    <a:pt x="265176" y="335280"/>
                  </a:lnTo>
                  <a:lnTo>
                    <a:pt x="303276" y="335280"/>
                  </a:lnTo>
                  <a:lnTo>
                    <a:pt x="316992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2900" y="330708"/>
                  </a:lnTo>
                  <a:lnTo>
                    <a:pt x="371856" y="324612"/>
                  </a:lnTo>
                  <a:lnTo>
                    <a:pt x="405384" y="310896"/>
                  </a:lnTo>
                  <a:lnTo>
                    <a:pt x="409956" y="309372"/>
                  </a:lnTo>
                  <a:lnTo>
                    <a:pt x="416052" y="306324"/>
                  </a:lnTo>
                  <a:lnTo>
                    <a:pt x="428244" y="300228"/>
                  </a:lnTo>
                  <a:lnTo>
                    <a:pt x="438912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5300" y="248412"/>
                  </a:lnTo>
                  <a:lnTo>
                    <a:pt x="502920" y="240792"/>
                  </a:lnTo>
                  <a:lnTo>
                    <a:pt x="527304" y="210312"/>
                  </a:lnTo>
                  <a:lnTo>
                    <a:pt x="528129" y="208788"/>
                  </a:lnTo>
                  <a:lnTo>
                    <a:pt x="533946" y="198120"/>
                  </a:lnTo>
                  <a:lnTo>
                    <a:pt x="539762" y="187452"/>
                  </a:lnTo>
                  <a:lnTo>
                    <a:pt x="545592" y="176784"/>
                  </a:lnTo>
                  <a:lnTo>
                    <a:pt x="551688" y="164592"/>
                  </a:lnTo>
                  <a:lnTo>
                    <a:pt x="556260" y="152400"/>
                  </a:lnTo>
                  <a:lnTo>
                    <a:pt x="562356" y="141732"/>
                  </a:lnTo>
                  <a:lnTo>
                    <a:pt x="571500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673407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C</a:t>
            </a:r>
            <a:endParaRPr sz="1412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976399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30426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9</a:t>
            </a:r>
            <a:endParaRPr sz="1279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467084" y="4055249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612838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286043" y="4055249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1</a:t>
            </a:r>
            <a:endParaRPr sz="1279">
              <a:latin typeface="Arial"/>
              <a:cs typeface="Arial"/>
            </a:endParaRPr>
          </a:p>
        </p:txBody>
      </p:sp>
      <p:pic>
        <p:nvPicPr>
          <p:cNvPr id="47" name="object 4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04921" y="3739627"/>
            <a:ext cx="2799678" cy="701936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7040860" y="4157349"/>
            <a:ext cx="143996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E</a:t>
            </a:r>
            <a:endParaRPr sz="1412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381887" y="4157349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D</a:t>
            </a:r>
            <a:endParaRPr sz="1412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682846" y="4157349"/>
            <a:ext cx="133350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F</a:t>
            </a:r>
            <a:endParaRPr sz="1412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765663" y="3736698"/>
            <a:ext cx="333375" cy="691706"/>
          </a:xfrm>
          <a:prstGeom prst="rect">
            <a:avLst/>
          </a:prstGeom>
        </p:spPr>
        <p:txBody>
          <a:bodyPr vert="horz" wrap="square" lIns="0" tIns="58271" rIns="0" bIns="0" rtlCol="0">
            <a:spAutoFit/>
          </a:bodyPr>
          <a:lstStyle/>
          <a:p>
            <a:pPr marL="40343">
              <a:spcBef>
                <a:spcPts val="459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  <a:p>
            <a:pPr marL="94134">
              <a:lnSpc>
                <a:spcPts val="1579"/>
              </a:lnSpc>
              <a:spcBef>
                <a:spcPts val="415"/>
              </a:spcBef>
            </a:pPr>
            <a:r>
              <a:rPr sz="1412" b="1" spc="-44" dirty="0">
                <a:latin typeface="Arial"/>
                <a:cs typeface="Arial"/>
              </a:rPr>
              <a:t>G</a:t>
            </a:r>
            <a:endParaRPr sz="1412">
              <a:latin typeface="Arial"/>
              <a:cs typeface="Arial"/>
            </a:endParaRPr>
          </a:p>
          <a:p>
            <a:pPr marL="11206">
              <a:lnSpc>
                <a:spcPts val="1421"/>
              </a:lnSpc>
            </a:pPr>
            <a:r>
              <a:rPr sz="1279" spc="-18" dirty="0">
                <a:solidFill>
                  <a:srgbClr val="FFFFFF"/>
                </a:solidFill>
                <a:latin typeface="Microsoft Sans Serif"/>
                <a:cs typeface="Microsoft Sans Serif"/>
              </a:rPr>
              <a:t>goal</a:t>
            </a:r>
            <a:endParaRPr sz="1279">
              <a:latin typeface="Microsoft Sans Serif"/>
              <a:cs typeface="Microsoft Sans Serif"/>
            </a:endParaRPr>
          </a:p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3307079" y="2762025"/>
          <a:ext cx="2511239" cy="2018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4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27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b="1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expnd. </a:t>
                      </a:r>
                      <a:r>
                        <a:rPr sz="1300" b="1" spc="-20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b="1" spc="-10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Frontier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7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{S}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713"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{A,B,C}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41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B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281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C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</a:t>
                      </a:r>
                      <a:r>
                        <a:rPr sz="1300" spc="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721">
                <a:tc>
                  <a:txBody>
                    <a:bodyPr/>
                    <a:lstStyle/>
                    <a:p>
                      <a:pPr marL="75565">
                        <a:lnSpc>
                          <a:spcPts val="1735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{A,B,C}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281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6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{D,E,B,C}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6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841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D</a:t>
                      </a:r>
                      <a:r>
                        <a:rPr sz="1300" spc="3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sz="1300" spc="2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goal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{E,B,C}</a:t>
                      </a:r>
                      <a:r>
                        <a:rPr sz="1300" spc="1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300" spc="25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expand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53" name="object 53"/>
          <p:cNvGrpSpPr/>
          <p:nvPr/>
        </p:nvGrpSpPr>
        <p:grpSpPr>
          <a:xfrm>
            <a:off x="6253331" y="4438873"/>
            <a:ext cx="2701738" cy="105335"/>
            <a:chOff x="5207508" y="5030723"/>
            <a:chExt cx="3061970" cy="119380"/>
          </a:xfrm>
        </p:grpSpPr>
        <p:sp>
          <p:nvSpPr>
            <p:cNvPr id="54" name="object 54"/>
            <p:cNvSpPr/>
            <p:nvPr/>
          </p:nvSpPr>
          <p:spPr>
            <a:xfrm>
              <a:off x="5961888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89" h="108585">
                  <a:moveTo>
                    <a:pt x="440436" y="0"/>
                  </a:moveTo>
                  <a:lnTo>
                    <a:pt x="0" y="0"/>
                  </a:lnTo>
                  <a:lnTo>
                    <a:pt x="22860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19456" y="108203"/>
                  </a:lnTo>
                  <a:lnTo>
                    <a:pt x="257556" y="106680"/>
                  </a:lnTo>
                  <a:lnTo>
                    <a:pt x="327660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9696" y="5030723"/>
              <a:ext cx="464819" cy="11887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219700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89" h="108585">
                  <a:moveTo>
                    <a:pt x="440436" y="0"/>
                  </a:moveTo>
                  <a:lnTo>
                    <a:pt x="0" y="0"/>
                  </a:lnTo>
                  <a:lnTo>
                    <a:pt x="22860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19455" y="108203"/>
                  </a:lnTo>
                  <a:lnTo>
                    <a:pt x="257555" y="106680"/>
                  </a:lnTo>
                  <a:lnTo>
                    <a:pt x="327660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7" name="object 5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07508" y="5030723"/>
              <a:ext cx="464819" cy="118871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7816596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90" h="108585">
                  <a:moveTo>
                    <a:pt x="440435" y="0"/>
                  </a:moveTo>
                  <a:lnTo>
                    <a:pt x="0" y="0"/>
                  </a:lnTo>
                  <a:lnTo>
                    <a:pt x="22859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20979" y="108203"/>
                  </a:lnTo>
                  <a:lnTo>
                    <a:pt x="257555" y="106680"/>
                  </a:lnTo>
                  <a:lnTo>
                    <a:pt x="329183" y="86868"/>
                  </a:lnTo>
                  <a:lnTo>
                    <a:pt x="390144" y="50292"/>
                  </a:lnTo>
                  <a:lnTo>
                    <a:pt x="44043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9" name="object 5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04404" y="5030723"/>
              <a:ext cx="464820" cy="118871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888480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90" h="108585">
                  <a:moveTo>
                    <a:pt x="440436" y="0"/>
                  </a:moveTo>
                  <a:lnTo>
                    <a:pt x="0" y="0"/>
                  </a:lnTo>
                  <a:lnTo>
                    <a:pt x="24384" y="27431"/>
                  </a:lnTo>
                  <a:lnTo>
                    <a:pt x="80772" y="70103"/>
                  </a:lnTo>
                  <a:lnTo>
                    <a:pt x="146303" y="99059"/>
                  </a:lnTo>
                  <a:lnTo>
                    <a:pt x="220979" y="108203"/>
                  </a:lnTo>
                  <a:lnTo>
                    <a:pt x="259079" y="106680"/>
                  </a:lnTo>
                  <a:lnTo>
                    <a:pt x="329184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1" name="object 6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76288" y="5030723"/>
              <a:ext cx="466343" cy="118871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6203576" y="4854388"/>
            <a:ext cx="509868" cy="286871"/>
            <a:chOff x="5151120" y="5501640"/>
            <a:chExt cx="577850" cy="325120"/>
          </a:xfrm>
        </p:grpSpPr>
        <p:sp>
          <p:nvSpPr>
            <p:cNvPr id="63" name="object 63"/>
            <p:cNvSpPr/>
            <p:nvPr/>
          </p:nvSpPr>
          <p:spPr>
            <a:xfrm>
              <a:off x="5161788" y="5510784"/>
              <a:ext cx="556260" cy="315595"/>
            </a:xfrm>
            <a:custGeom>
              <a:avLst/>
              <a:gdLst/>
              <a:ahLst/>
              <a:cxnLst/>
              <a:rect l="l" t="t" r="r" b="b"/>
              <a:pathLst>
                <a:path w="556260" h="315595">
                  <a:moveTo>
                    <a:pt x="277367" y="0"/>
                  </a:moveTo>
                  <a:lnTo>
                    <a:pt x="204215" y="9144"/>
                  </a:lnTo>
                  <a:lnTo>
                    <a:pt x="137160" y="38100"/>
                  </a:lnTo>
                  <a:lnTo>
                    <a:pt x="80772" y="80772"/>
                  </a:lnTo>
                  <a:lnTo>
                    <a:pt x="38100" y="137160"/>
                  </a:lnTo>
                  <a:lnTo>
                    <a:pt x="9144" y="204216"/>
                  </a:lnTo>
                  <a:lnTo>
                    <a:pt x="0" y="277368"/>
                  </a:lnTo>
                  <a:lnTo>
                    <a:pt x="3048" y="315468"/>
                  </a:lnTo>
                  <a:lnTo>
                    <a:pt x="553212" y="315468"/>
                  </a:lnTo>
                  <a:lnTo>
                    <a:pt x="556260" y="277368"/>
                  </a:lnTo>
                  <a:lnTo>
                    <a:pt x="547115" y="204216"/>
                  </a:lnTo>
                  <a:lnTo>
                    <a:pt x="518160" y="137160"/>
                  </a:lnTo>
                  <a:lnTo>
                    <a:pt x="473963" y="80772"/>
                  </a:lnTo>
                  <a:lnTo>
                    <a:pt x="419100" y="38100"/>
                  </a:lnTo>
                  <a:lnTo>
                    <a:pt x="352044" y="9144"/>
                  </a:lnTo>
                  <a:lnTo>
                    <a:pt x="277367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5151120" y="5501640"/>
              <a:ext cx="577850" cy="325120"/>
            </a:xfrm>
            <a:custGeom>
              <a:avLst/>
              <a:gdLst/>
              <a:ahLst/>
              <a:cxnLst/>
              <a:rect l="l" t="t" r="r" b="b"/>
              <a:pathLst>
                <a:path w="577850" h="325120">
                  <a:moveTo>
                    <a:pt x="577596" y="286512"/>
                  </a:moveTo>
                  <a:lnTo>
                    <a:pt x="569976" y="224028"/>
                  </a:lnTo>
                  <a:lnTo>
                    <a:pt x="548640" y="161544"/>
                  </a:lnTo>
                  <a:lnTo>
                    <a:pt x="526986" y="126492"/>
                  </a:lnTo>
                  <a:lnTo>
                    <a:pt x="516636" y="109728"/>
                  </a:lnTo>
                  <a:lnTo>
                    <a:pt x="478536" y="68580"/>
                  </a:lnTo>
                  <a:lnTo>
                    <a:pt x="432816" y="36576"/>
                  </a:lnTo>
                  <a:lnTo>
                    <a:pt x="429221" y="35052"/>
                  </a:lnTo>
                  <a:lnTo>
                    <a:pt x="393293" y="19812"/>
                  </a:lnTo>
                  <a:lnTo>
                    <a:pt x="382524" y="15240"/>
                  </a:lnTo>
                  <a:lnTo>
                    <a:pt x="329184" y="3048"/>
                  </a:lnTo>
                  <a:lnTo>
                    <a:pt x="303276" y="0"/>
                  </a:lnTo>
                  <a:lnTo>
                    <a:pt x="274320" y="0"/>
                  </a:lnTo>
                  <a:lnTo>
                    <a:pt x="220980" y="7620"/>
                  </a:lnTo>
                  <a:lnTo>
                    <a:pt x="169164" y="24384"/>
                  </a:lnTo>
                  <a:lnTo>
                    <a:pt x="121920" y="51816"/>
                  </a:lnTo>
                  <a:lnTo>
                    <a:pt x="79248" y="88392"/>
                  </a:lnTo>
                  <a:lnTo>
                    <a:pt x="44196" y="135636"/>
                  </a:lnTo>
                  <a:lnTo>
                    <a:pt x="16764" y="192024"/>
                  </a:lnTo>
                  <a:lnTo>
                    <a:pt x="1524" y="257556"/>
                  </a:lnTo>
                  <a:lnTo>
                    <a:pt x="0" y="286512"/>
                  </a:lnTo>
                  <a:lnTo>
                    <a:pt x="0" y="301752"/>
                  </a:lnTo>
                  <a:lnTo>
                    <a:pt x="1524" y="316992"/>
                  </a:lnTo>
                  <a:lnTo>
                    <a:pt x="3048" y="324612"/>
                  </a:lnTo>
                  <a:lnTo>
                    <a:pt x="21336" y="324612"/>
                  </a:lnTo>
                  <a:lnTo>
                    <a:pt x="22860" y="324612"/>
                  </a:lnTo>
                  <a:lnTo>
                    <a:pt x="22860" y="315468"/>
                  </a:lnTo>
                  <a:lnTo>
                    <a:pt x="21336" y="300228"/>
                  </a:lnTo>
                  <a:lnTo>
                    <a:pt x="21336" y="274320"/>
                  </a:lnTo>
                  <a:lnTo>
                    <a:pt x="24384" y="246888"/>
                  </a:lnTo>
                  <a:lnTo>
                    <a:pt x="25908" y="236220"/>
                  </a:lnTo>
                  <a:lnTo>
                    <a:pt x="25908" y="233172"/>
                  </a:lnTo>
                  <a:lnTo>
                    <a:pt x="28956" y="220980"/>
                  </a:lnTo>
                  <a:lnTo>
                    <a:pt x="32004" y="207264"/>
                  </a:lnTo>
                  <a:lnTo>
                    <a:pt x="36576" y="195072"/>
                  </a:lnTo>
                  <a:lnTo>
                    <a:pt x="42672" y="182880"/>
                  </a:lnTo>
                  <a:lnTo>
                    <a:pt x="47244" y="172212"/>
                  </a:lnTo>
                  <a:lnTo>
                    <a:pt x="47244" y="170688"/>
                  </a:lnTo>
                  <a:lnTo>
                    <a:pt x="59436" y="149352"/>
                  </a:lnTo>
                  <a:lnTo>
                    <a:pt x="59436" y="147828"/>
                  </a:lnTo>
                  <a:lnTo>
                    <a:pt x="65532" y="138684"/>
                  </a:lnTo>
                  <a:lnTo>
                    <a:pt x="74676" y="126492"/>
                  </a:lnTo>
                  <a:lnTo>
                    <a:pt x="82296" y="117348"/>
                  </a:lnTo>
                  <a:lnTo>
                    <a:pt x="89916" y="106680"/>
                  </a:lnTo>
                  <a:lnTo>
                    <a:pt x="99060" y="99060"/>
                  </a:lnTo>
                  <a:lnTo>
                    <a:pt x="99060" y="97536"/>
                  </a:lnTo>
                  <a:lnTo>
                    <a:pt x="108204" y="88392"/>
                  </a:lnTo>
                  <a:lnTo>
                    <a:pt x="117348" y="80772"/>
                  </a:lnTo>
                  <a:lnTo>
                    <a:pt x="149352" y="57912"/>
                  </a:lnTo>
                  <a:lnTo>
                    <a:pt x="161544" y="51816"/>
                  </a:lnTo>
                  <a:lnTo>
                    <a:pt x="172212" y="45720"/>
                  </a:lnTo>
                  <a:lnTo>
                    <a:pt x="184404" y="41148"/>
                  </a:lnTo>
                  <a:lnTo>
                    <a:pt x="184404" y="39624"/>
                  </a:lnTo>
                  <a:lnTo>
                    <a:pt x="196596" y="35052"/>
                  </a:lnTo>
                  <a:lnTo>
                    <a:pt x="196596" y="36576"/>
                  </a:lnTo>
                  <a:lnTo>
                    <a:pt x="200660" y="35052"/>
                  </a:lnTo>
                  <a:lnTo>
                    <a:pt x="220980" y="27432"/>
                  </a:lnTo>
                  <a:lnTo>
                    <a:pt x="234696" y="24384"/>
                  </a:lnTo>
                  <a:lnTo>
                    <a:pt x="248412" y="22860"/>
                  </a:lnTo>
                  <a:lnTo>
                    <a:pt x="260604" y="21336"/>
                  </a:lnTo>
                  <a:lnTo>
                    <a:pt x="274320" y="19812"/>
                  </a:lnTo>
                  <a:lnTo>
                    <a:pt x="316992" y="19812"/>
                  </a:lnTo>
                  <a:lnTo>
                    <a:pt x="329184" y="22860"/>
                  </a:lnTo>
                  <a:lnTo>
                    <a:pt x="342900" y="24384"/>
                  </a:lnTo>
                  <a:lnTo>
                    <a:pt x="356616" y="27432"/>
                  </a:lnTo>
                  <a:lnTo>
                    <a:pt x="381000" y="36576"/>
                  </a:lnTo>
                  <a:lnTo>
                    <a:pt x="381000" y="35052"/>
                  </a:lnTo>
                  <a:lnTo>
                    <a:pt x="393192" y="39624"/>
                  </a:lnTo>
                  <a:lnTo>
                    <a:pt x="393192" y="41148"/>
                  </a:lnTo>
                  <a:lnTo>
                    <a:pt x="405384" y="45720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49580" y="73152"/>
                  </a:lnTo>
                  <a:lnTo>
                    <a:pt x="458724" y="80772"/>
                  </a:lnTo>
                  <a:lnTo>
                    <a:pt x="469392" y="88392"/>
                  </a:lnTo>
                  <a:lnTo>
                    <a:pt x="478536" y="97536"/>
                  </a:lnTo>
                  <a:lnTo>
                    <a:pt x="478536" y="99060"/>
                  </a:lnTo>
                  <a:lnTo>
                    <a:pt x="487680" y="106680"/>
                  </a:lnTo>
                  <a:lnTo>
                    <a:pt x="487680" y="108204"/>
                  </a:lnTo>
                  <a:lnTo>
                    <a:pt x="495300" y="117348"/>
                  </a:lnTo>
                  <a:lnTo>
                    <a:pt x="502920" y="128016"/>
                  </a:lnTo>
                  <a:lnTo>
                    <a:pt x="502920" y="126492"/>
                  </a:lnTo>
                  <a:lnTo>
                    <a:pt x="510540" y="138684"/>
                  </a:lnTo>
                  <a:lnTo>
                    <a:pt x="510540" y="137160"/>
                  </a:lnTo>
                  <a:lnTo>
                    <a:pt x="518160" y="147828"/>
                  </a:lnTo>
                  <a:lnTo>
                    <a:pt x="518160" y="149352"/>
                  </a:lnTo>
                  <a:lnTo>
                    <a:pt x="530352" y="170688"/>
                  </a:lnTo>
                  <a:lnTo>
                    <a:pt x="530352" y="172212"/>
                  </a:lnTo>
                  <a:lnTo>
                    <a:pt x="534924" y="182880"/>
                  </a:lnTo>
                  <a:lnTo>
                    <a:pt x="541020" y="195072"/>
                  </a:lnTo>
                  <a:lnTo>
                    <a:pt x="544068" y="207264"/>
                  </a:lnTo>
                  <a:lnTo>
                    <a:pt x="548640" y="220980"/>
                  </a:lnTo>
                  <a:lnTo>
                    <a:pt x="551688" y="233172"/>
                  </a:lnTo>
                  <a:lnTo>
                    <a:pt x="551688" y="236220"/>
                  </a:lnTo>
                  <a:lnTo>
                    <a:pt x="553212" y="246888"/>
                  </a:lnTo>
                  <a:lnTo>
                    <a:pt x="556260" y="274320"/>
                  </a:lnTo>
                  <a:lnTo>
                    <a:pt x="556260" y="324612"/>
                  </a:lnTo>
                  <a:lnTo>
                    <a:pt x="574548" y="324612"/>
                  </a:lnTo>
                  <a:lnTo>
                    <a:pt x="577596" y="301752"/>
                  </a:lnTo>
                  <a:lnTo>
                    <a:pt x="577596" y="2865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5" name="object 6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33416" y="5553456"/>
              <a:ext cx="79248" cy="65531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44312" y="5541264"/>
              <a:ext cx="102108" cy="77724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704332" y="5801868"/>
              <a:ext cx="3175" cy="24765"/>
            </a:xfrm>
            <a:custGeom>
              <a:avLst/>
              <a:gdLst/>
              <a:ahLst/>
              <a:cxnLst/>
              <a:rect l="l" t="t" r="r" b="b"/>
              <a:pathLst>
                <a:path w="3175" h="24764">
                  <a:moveTo>
                    <a:pt x="3048" y="0"/>
                  </a:moveTo>
                  <a:lnTo>
                    <a:pt x="1524" y="15240"/>
                  </a:lnTo>
                  <a:lnTo>
                    <a:pt x="1524" y="13716"/>
                  </a:lnTo>
                  <a:lnTo>
                    <a:pt x="0" y="24384"/>
                  </a:lnTo>
                  <a:lnTo>
                    <a:pt x="3048" y="24384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6321494" y="4601057"/>
            <a:ext cx="214032" cy="623447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7</a:t>
            </a:r>
            <a:endParaRPr sz="1279">
              <a:latin typeface="Arial"/>
              <a:cs typeface="Arial"/>
            </a:endParaRPr>
          </a:p>
          <a:p>
            <a:pPr>
              <a:spcBef>
                <a:spcPts val="9"/>
              </a:spcBef>
            </a:pPr>
            <a:endParaRPr sz="1279">
              <a:latin typeface="Arial"/>
              <a:cs typeface="Arial"/>
            </a:endParaRPr>
          </a:p>
          <a:p>
            <a:pPr marL="71161"/>
            <a:r>
              <a:rPr sz="1412" b="1" spc="-44" dirty="0">
                <a:latin typeface="Arial"/>
                <a:cs typeface="Arial"/>
              </a:rPr>
              <a:t>H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6206265" y="5140811"/>
            <a:ext cx="504265" cy="220756"/>
            <a:chOff x="5154167" y="5826252"/>
            <a:chExt cx="571500" cy="250190"/>
          </a:xfrm>
        </p:grpSpPr>
        <p:sp>
          <p:nvSpPr>
            <p:cNvPr id="70" name="object 70"/>
            <p:cNvSpPr/>
            <p:nvPr/>
          </p:nvSpPr>
          <p:spPr>
            <a:xfrm>
              <a:off x="5164835" y="5826252"/>
              <a:ext cx="550545" cy="241300"/>
            </a:xfrm>
            <a:custGeom>
              <a:avLst/>
              <a:gdLst/>
              <a:ahLst/>
              <a:cxnLst/>
              <a:rect l="l" t="t" r="r" b="b"/>
              <a:pathLst>
                <a:path w="550545" h="241300">
                  <a:moveTo>
                    <a:pt x="550163" y="0"/>
                  </a:moveTo>
                  <a:lnTo>
                    <a:pt x="0" y="0"/>
                  </a:lnTo>
                  <a:lnTo>
                    <a:pt x="6096" y="36575"/>
                  </a:lnTo>
                  <a:lnTo>
                    <a:pt x="35051" y="103631"/>
                  </a:lnTo>
                  <a:lnTo>
                    <a:pt x="77724" y="160020"/>
                  </a:lnTo>
                  <a:lnTo>
                    <a:pt x="134112" y="202692"/>
                  </a:lnTo>
                  <a:lnTo>
                    <a:pt x="201167" y="230124"/>
                  </a:lnTo>
                  <a:lnTo>
                    <a:pt x="274319" y="240792"/>
                  </a:lnTo>
                  <a:lnTo>
                    <a:pt x="312419" y="237744"/>
                  </a:lnTo>
                  <a:lnTo>
                    <a:pt x="382524" y="219456"/>
                  </a:lnTo>
                  <a:lnTo>
                    <a:pt x="445008" y="182880"/>
                  </a:lnTo>
                  <a:lnTo>
                    <a:pt x="495300" y="132587"/>
                  </a:lnTo>
                  <a:lnTo>
                    <a:pt x="531876" y="71628"/>
                  </a:lnTo>
                  <a:lnTo>
                    <a:pt x="55016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1" name="object 71"/>
            <p:cNvSpPr/>
            <p:nvPr/>
          </p:nvSpPr>
          <p:spPr>
            <a:xfrm>
              <a:off x="5154168" y="5826252"/>
              <a:ext cx="571500" cy="250190"/>
            </a:xfrm>
            <a:custGeom>
              <a:avLst/>
              <a:gdLst/>
              <a:ahLst/>
              <a:cxnLst/>
              <a:rect l="l" t="t" r="r" b="b"/>
              <a:pathLst>
                <a:path w="571500" h="250189">
                  <a:moveTo>
                    <a:pt x="571500" y="0"/>
                  </a:moveTo>
                  <a:lnTo>
                    <a:pt x="550164" y="0"/>
                  </a:lnTo>
                  <a:lnTo>
                    <a:pt x="550164" y="3048"/>
                  </a:lnTo>
                  <a:lnTo>
                    <a:pt x="548640" y="16764"/>
                  </a:lnTo>
                  <a:lnTo>
                    <a:pt x="545592" y="30480"/>
                  </a:lnTo>
                  <a:lnTo>
                    <a:pt x="545592" y="28956"/>
                  </a:lnTo>
                  <a:lnTo>
                    <a:pt x="541020" y="42672"/>
                  </a:lnTo>
                  <a:lnTo>
                    <a:pt x="537972" y="54864"/>
                  </a:lnTo>
                  <a:lnTo>
                    <a:pt x="531876" y="67056"/>
                  </a:lnTo>
                  <a:lnTo>
                    <a:pt x="527304" y="79248"/>
                  </a:lnTo>
                  <a:lnTo>
                    <a:pt x="521208" y="89916"/>
                  </a:lnTo>
                  <a:lnTo>
                    <a:pt x="515112" y="102108"/>
                  </a:lnTo>
                  <a:lnTo>
                    <a:pt x="499872" y="123444"/>
                  </a:lnTo>
                  <a:lnTo>
                    <a:pt x="499872" y="121920"/>
                  </a:lnTo>
                  <a:lnTo>
                    <a:pt x="492252" y="132588"/>
                  </a:lnTo>
                  <a:lnTo>
                    <a:pt x="483108" y="143256"/>
                  </a:lnTo>
                  <a:lnTo>
                    <a:pt x="484632" y="143256"/>
                  </a:lnTo>
                  <a:lnTo>
                    <a:pt x="475488" y="152400"/>
                  </a:lnTo>
                  <a:lnTo>
                    <a:pt x="466344" y="161544"/>
                  </a:lnTo>
                  <a:lnTo>
                    <a:pt x="455676" y="169164"/>
                  </a:lnTo>
                  <a:lnTo>
                    <a:pt x="446532" y="178308"/>
                  </a:lnTo>
                  <a:lnTo>
                    <a:pt x="446532" y="176784"/>
                  </a:lnTo>
                  <a:lnTo>
                    <a:pt x="435864" y="184404"/>
                  </a:lnTo>
                  <a:lnTo>
                    <a:pt x="423672" y="192024"/>
                  </a:lnTo>
                  <a:lnTo>
                    <a:pt x="425196" y="192024"/>
                  </a:lnTo>
                  <a:lnTo>
                    <a:pt x="413004" y="198120"/>
                  </a:lnTo>
                  <a:lnTo>
                    <a:pt x="400812" y="204216"/>
                  </a:lnTo>
                  <a:lnTo>
                    <a:pt x="402336" y="204216"/>
                  </a:lnTo>
                  <a:lnTo>
                    <a:pt x="390144" y="210312"/>
                  </a:lnTo>
                  <a:lnTo>
                    <a:pt x="377952" y="214884"/>
                  </a:lnTo>
                  <a:lnTo>
                    <a:pt x="377952" y="213360"/>
                  </a:lnTo>
                  <a:lnTo>
                    <a:pt x="364236" y="217932"/>
                  </a:lnTo>
                  <a:lnTo>
                    <a:pt x="365760" y="217932"/>
                  </a:lnTo>
                  <a:lnTo>
                    <a:pt x="352044" y="222504"/>
                  </a:lnTo>
                  <a:lnTo>
                    <a:pt x="353568" y="222504"/>
                  </a:lnTo>
                  <a:lnTo>
                    <a:pt x="339852" y="225552"/>
                  </a:lnTo>
                  <a:lnTo>
                    <a:pt x="326136" y="227076"/>
                  </a:lnTo>
                  <a:lnTo>
                    <a:pt x="312420" y="230124"/>
                  </a:lnTo>
                  <a:lnTo>
                    <a:pt x="257556" y="230124"/>
                  </a:lnTo>
                  <a:lnTo>
                    <a:pt x="245364" y="227076"/>
                  </a:lnTo>
                  <a:lnTo>
                    <a:pt x="231648" y="225552"/>
                  </a:lnTo>
                  <a:lnTo>
                    <a:pt x="217932" y="222504"/>
                  </a:lnTo>
                  <a:lnTo>
                    <a:pt x="219456" y="222504"/>
                  </a:lnTo>
                  <a:lnTo>
                    <a:pt x="205740" y="217932"/>
                  </a:lnTo>
                  <a:lnTo>
                    <a:pt x="193548" y="213360"/>
                  </a:lnTo>
                  <a:lnTo>
                    <a:pt x="193548" y="214884"/>
                  </a:lnTo>
                  <a:lnTo>
                    <a:pt x="181356" y="210312"/>
                  </a:lnTo>
                  <a:lnTo>
                    <a:pt x="158496" y="198894"/>
                  </a:lnTo>
                  <a:lnTo>
                    <a:pt x="158496" y="198120"/>
                  </a:lnTo>
                  <a:lnTo>
                    <a:pt x="146304" y="192024"/>
                  </a:lnTo>
                  <a:lnTo>
                    <a:pt x="147828" y="192024"/>
                  </a:lnTo>
                  <a:lnTo>
                    <a:pt x="135636" y="184404"/>
                  </a:lnTo>
                  <a:lnTo>
                    <a:pt x="124968" y="176784"/>
                  </a:lnTo>
                  <a:lnTo>
                    <a:pt x="124968" y="178308"/>
                  </a:lnTo>
                  <a:lnTo>
                    <a:pt x="114300" y="169164"/>
                  </a:lnTo>
                  <a:lnTo>
                    <a:pt x="115824" y="169164"/>
                  </a:lnTo>
                  <a:lnTo>
                    <a:pt x="105156" y="161544"/>
                  </a:lnTo>
                  <a:lnTo>
                    <a:pt x="96012" y="152400"/>
                  </a:lnTo>
                  <a:lnTo>
                    <a:pt x="86868" y="143256"/>
                  </a:lnTo>
                  <a:lnTo>
                    <a:pt x="79248" y="132588"/>
                  </a:lnTo>
                  <a:lnTo>
                    <a:pt x="72707" y="123444"/>
                  </a:lnTo>
                  <a:lnTo>
                    <a:pt x="71628" y="121920"/>
                  </a:lnTo>
                  <a:lnTo>
                    <a:pt x="71628" y="123444"/>
                  </a:lnTo>
                  <a:lnTo>
                    <a:pt x="62484" y="112776"/>
                  </a:lnTo>
                  <a:lnTo>
                    <a:pt x="64008" y="112776"/>
                  </a:lnTo>
                  <a:lnTo>
                    <a:pt x="56388" y="102108"/>
                  </a:lnTo>
                  <a:lnTo>
                    <a:pt x="50292" y="89916"/>
                  </a:lnTo>
                  <a:lnTo>
                    <a:pt x="44196" y="79248"/>
                  </a:lnTo>
                  <a:lnTo>
                    <a:pt x="39624" y="67056"/>
                  </a:lnTo>
                  <a:lnTo>
                    <a:pt x="33528" y="54864"/>
                  </a:lnTo>
                  <a:lnTo>
                    <a:pt x="28956" y="42672"/>
                  </a:lnTo>
                  <a:lnTo>
                    <a:pt x="26238" y="30480"/>
                  </a:lnTo>
                  <a:lnTo>
                    <a:pt x="25908" y="28956"/>
                  </a:lnTo>
                  <a:lnTo>
                    <a:pt x="25908" y="30480"/>
                  </a:lnTo>
                  <a:lnTo>
                    <a:pt x="22860" y="16764"/>
                  </a:lnTo>
                  <a:lnTo>
                    <a:pt x="21501" y="4572"/>
                  </a:lnTo>
                  <a:lnTo>
                    <a:pt x="21336" y="3048"/>
                  </a:lnTo>
                  <a:lnTo>
                    <a:pt x="21336" y="4572"/>
                  </a:lnTo>
                  <a:lnTo>
                    <a:pt x="19812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3048" y="21336"/>
                  </a:lnTo>
                  <a:lnTo>
                    <a:pt x="13716" y="57912"/>
                  </a:lnTo>
                  <a:lnTo>
                    <a:pt x="22860" y="80772"/>
                  </a:lnTo>
                  <a:lnTo>
                    <a:pt x="27432" y="92964"/>
                  </a:lnTo>
                  <a:lnTo>
                    <a:pt x="44196" y="120396"/>
                  </a:lnTo>
                  <a:lnTo>
                    <a:pt x="47244" y="124968"/>
                  </a:lnTo>
                  <a:lnTo>
                    <a:pt x="56388" y="137160"/>
                  </a:lnTo>
                  <a:lnTo>
                    <a:pt x="62484" y="146304"/>
                  </a:lnTo>
                  <a:lnTo>
                    <a:pt x="68580" y="153924"/>
                  </a:lnTo>
                  <a:lnTo>
                    <a:pt x="79248" y="163068"/>
                  </a:lnTo>
                  <a:lnTo>
                    <a:pt x="96012" y="179832"/>
                  </a:lnTo>
                  <a:lnTo>
                    <a:pt x="105156" y="187452"/>
                  </a:lnTo>
                  <a:lnTo>
                    <a:pt x="114300" y="195072"/>
                  </a:lnTo>
                  <a:lnTo>
                    <a:pt x="124968" y="201168"/>
                  </a:lnTo>
                  <a:lnTo>
                    <a:pt x="124968" y="202692"/>
                  </a:lnTo>
                  <a:lnTo>
                    <a:pt x="135636" y="208788"/>
                  </a:lnTo>
                  <a:lnTo>
                    <a:pt x="146304" y="214884"/>
                  </a:lnTo>
                  <a:lnTo>
                    <a:pt x="155448" y="220980"/>
                  </a:lnTo>
                  <a:lnTo>
                    <a:pt x="158496" y="220980"/>
                  </a:lnTo>
                  <a:lnTo>
                    <a:pt x="181356" y="231648"/>
                  </a:lnTo>
                  <a:lnTo>
                    <a:pt x="217932" y="243840"/>
                  </a:lnTo>
                  <a:lnTo>
                    <a:pt x="225552" y="245364"/>
                  </a:lnTo>
                  <a:lnTo>
                    <a:pt x="231648" y="245364"/>
                  </a:lnTo>
                  <a:lnTo>
                    <a:pt x="262128" y="249936"/>
                  </a:lnTo>
                  <a:lnTo>
                    <a:pt x="300228" y="249936"/>
                  </a:lnTo>
                  <a:lnTo>
                    <a:pt x="313944" y="249936"/>
                  </a:lnTo>
                  <a:lnTo>
                    <a:pt x="315468" y="249936"/>
                  </a:lnTo>
                  <a:lnTo>
                    <a:pt x="329184" y="248412"/>
                  </a:lnTo>
                  <a:lnTo>
                    <a:pt x="339852" y="245364"/>
                  </a:lnTo>
                  <a:lnTo>
                    <a:pt x="353568" y="242316"/>
                  </a:lnTo>
                  <a:lnTo>
                    <a:pt x="365760" y="239268"/>
                  </a:lnTo>
                  <a:lnTo>
                    <a:pt x="368808" y="239268"/>
                  </a:lnTo>
                  <a:lnTo>
                    <a:pt x="390144" y="231648"/>
                  </a:lnTo>
                  <a:lnTo>
                    <a:pt x="402336" y="227076"/>
                  </a:lnTo>
                  <a:lnTo>
                    <a:pt x="406908" y="225552"/>
                  </a:lnTo>
                  <a:lnTo>
                    <a:pt x="413004" y="220980"/>
                  </a:lnTo>
                  <a:lnTo>
                    <a:pt x="425196" y="214884"/>
                  </a:lnTo>
                  <a:lnTo>
                    <a:pt x="435864" y="208788"/>
                  </a:lnTo>
                  <a:lnTo>
                    <a:pt x="440436" y="205740"/>
                  </a:lnTo>
                  <a:lnTo>
                    <a:pt x="446532" y="202692"/>
                  </a:lnTo>
                  <a:lnTo>
                    <a:pt x="455676" y="195072"/>
                  </a:lnTo>
                  <a:lnTo>
                    <a:pt x="466344" y="187452"/>
                  </a:lnTo>
                  <a:lnTo>
                    <a:pt x="472440" y="182880"/>
                  </a:lnTo>
                  <a:lnTo>
                    <a:pt x="475488" y="179832"/>
                  </a:lnTo>
                  <a:lnTo>
                    <a:pt x="484632" y="170688"/>
                  </a:lnTo>
                  <a:lnTo>
                    <a:pt x="492252" y="163068"/>
                  </a:lnTo>
                  <a:lnTo>
                    <a:pt x="499872" y="155448"/>
                  </a:lnTo>
                  <a:lnTo>
                    <a:pt x="515112" y="137160"/>
                  </a:lnTo>
                  <a:lnTo>
                    <a:pt x="524256" y="124968"/>
                  </a:lnTo>
                  <a:lnTo>
                    <a:pt x="527304" y="118872"/>
                  </a:lnTo>
                  <a:lnTo>
                    <a:pt x="544068" y="91440"/>
                  </a:lnTo>
                  <a:lnTo>
                    <a:pt x="548640" y="80772"/>
                  </a:lnTo>
                  <a:lnTo>
                    <a:pt x="559308" y="56388"/>
                  </a:lnTo>
                  <a:lnTo>
                    <a:pt x="568452" y="18288"/>
                  </a:lnTo>
                  <a:lnTo>
                    <a:pt x="570738" y="4572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3" name="object 73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12</a:t>
            </a:fld>
            <a:endParaRPr spc="-2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639788"/>
            <a:ext cx="6825545" cy="534378"/>
          </a:xfrm>
          <a:prstGeom prst="rect">
            <a:avLst/>
          </a:prstGeom>
        </p:spPr>
        <p:txBody>
          <a:bodyPr vert="horz" wrap="square" lIns="0" tIns="92139" rIns="0" bIns="0" rtlCol="0" anchor="ctr">
            <a:spAutoFit/>
          </a:bodyPr>
          <a:lstStyle/>
          <a:p>
            <a:pPr marL="1290986">
              <a:lnSpc>
                <a:spcPct val="100000"/>
              </a:lnSpc>
              <a:spcBef>
                <a:spcPts val="79"/>
              </a:spcBef>
            </a:pPr>
            <a:r>
              <a:rPr sz="2868" spc="-141" dirty="0"/>
              <a:t>Iterative‐Deepening</a:t>
            </a:r>
            <a:r>
              <a:rPr sz="2868" spc="-124" dirty="0"/>
              <a:t> </a:t>
            </a:r>
            <a:r>
              <a:rPr sz="2868" spc="-84" dirty="0"/>
              <a:t>Search(IDS)</a:t>
            </a:r>
            <a:endParaRPr sz="2868"/>
          </a:p>
        </p:txBody>
      </p:sp>
      <p:sp>
        <p:nvSpPr>
          <p:cNvPr id="3" name="object 3"/>
          <p:cNvSpPr txBox="1"/>
          <p:nvPr/>
        </p:nvSpPr>
        <p:spPr>
          <a:xfrm>
            <a:off x="3320113" y="2216549"/>
            <a:ext cx="3314140" cy="538998"/>
          </a:xfrm>
          <a:prstGeom prst="rect">
            <a:avLst/>
          </a:prstGeom>
        </p:spPr>
        <p:txBody>
          <a:bodyPr vert="horz" wrap="square" lIns="0" tIns="72838" rIns="0" bIns="0" rtlCol="0">
            <a:spAutoFit/>
          </a:bodyPr>
          <a:lstStyle/>
          <a:p>
            <a:pPr marL="11206">
              <a:spcBef>
                <a:spcPts val="574"/>
              </a:spcBef>
            </a:pPr>
            <a:r>
              <a:rPr sz="1412" b="1" spc="-9" dirty="0">
                <a:solidFill>
                  <a:srgbClr val="CC3300"/>
                </a:solidFill>
                <a:latin typeface="Courier New"/>
                <a:cs typeface="Courier New"/>
              </a:rPr>
              <a:t>deepeningSearch(problem)</a:t>
            </a:r>
            <a:endParaRPr sz="1412">
              <a:latin typeface="Courier New"/>
              <a:cs typeface="Courier New"/>
            </a:endParaRPr>
          </a:p>
          <a:p>
            <a:pPr marL="11206">
              <a:spcBef>
                <a:spcPts val="441"/>
              </a:spcBef>
            </a:pP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depth:</a:t>
            </a:r>
            <a:r>
              <a:rPr sz="1279" spc="-35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2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# of</a:t>
            </a:r>
            <a:r>
              <a:rPr sz="1279" spc="-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nodes</a:t>
            </a:r>
            <a:r>
              <a:rPr sz="1279" spc="-13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tested:</a:t>
            </a:r>
            <a:r>
              <a:rPr sz="1279" spc="-35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6(2)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-26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expanded:</a:t>
            </a:r>
            <a:r>
              <a:rPr sz="1279" spc="-22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spc="-44" dirty="0">
                <a:latin typeface="Microsoft Sans Serif"/>
                <a:cs typeface="Microsoft Sans Serif"/>
              </a:rPr>
              <a:t>3</a:t>
            </a:r>
            <a:endParaRPr sz="1279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76029" y="2398955"/>
            <a:ext cx="509868" cy="508747"/>
            <a:chOff x="6819900" y="2718816"/>
            <a:chExt cx="577850" cy="576580"/>
          </a:xfrm>
        </p:grpSpPr>
        <p:sp>
          <p:nvSpPr>
            <p:cNvPr id="5" name="object 5"/>
            <p:cNvSpPr/>
            <p:nvPr/>
          </p:nvSpPr>
          <p:spPr>
            <a:xfrm>
              <a:off x="6830567" y="2727960"/>
              <a:ext cx="558165" cy="556260"/>
            </a:xfrm>
            <a:custGeom>
              <a:avLst/>
              <a:gdLst/>
              <a:ahLst/>
              <a:cxnLst/>
              <a:rect l="l" t="t" r="r" b="b"/>
              <a:pathLst>
                <a:path w="558165" h="556260">
                  <a:moveTo>
                    <a:pt x="278891" y="0"/>
                  </a:moveTo>
                  <a:lnTo>
                    <a:pt x="240791" y="3048"/>
                  </a:lnTo>
                  <a:lnTo>
                    <a:pt x="170687" y="21336"/>
                  </a:lnTo>
                  <a:lnTo>
                    <a:pt x="108203" y="57912"/>
                  </a:lnTo>
                  <a:lnTo>
                    <a:pt x="57911" y="108203"/>
                  </a:lnTo>
                  <a:lnTo>
                    <a:pt x="22859" y="170687"/>
                  </a:lnTo>
                  <a:lnTo>
                    <a:pt x="3048" y="240791"/>
                  </a:lnTo>
                  <a:lnTo>
                    <a:pt x="0" y="278891"/>
                  </a:lnTo>
                  <a:lnTo>
                    <a:pt x="3048" y="315467"/>
                  </a:lnTo>
                  <a:lnTo>
                    <a:pt x="22859" y="387095"/>
                  </a:lnTo>
                  <a:lnTo>
                    <a:pt x="57911" y="448055"/>
                  </a:lnTo>
                  <a:lnTo>
                    <a:pt x="108203" y="498348"/>
                  </a:lnTo>
                  <a:lnTo>
                    <a:pt x="170687" y="534924"/>
                  </a:lnTo>
                  <a:lnTo>
                    <a:pt x="240791" y="553212"/>
                  </a:lnTo>
                  <a:lnTo>
                    <a:pt x="278891" y="556260"/>
                  </a:lnTo>
                  <a:lnTo>
                    <a:pt x="316991" y="553212"/>
                  </a:lnTo>
                  <a:lnTo>
                    <a:pt x="387096" y="534924"/>
                  </a:lnTo>
                  <a:lnTo>
                    <a:pt x="448055" y="498348"/>
                  </a:lnTo>
                  <a:lnTo>
                    <a:pt x="498348" y="448055"/>
                  </a:lnTo>
                  <a:lnTo>
                    <a:pt x="534924" y="387095"/>
                  </a:lnTo>
                  <a:lnTo>
                    <a:pt x="554735" y="315467"/>
                  </a:lnTo>
                  <a:lnTo>
                    <a:pt x="557783" y="278891"/>
                  </a:lnTo>
                  <a:lnTo>
                    <a:pt x="554735" y="240791"/>
                  </a:lnTo>
                  <a:lnTo>
                    <a:pt x="534924" y="170687"/>
                  </a:lnTo>
                  <a:lnTo>
                    <a:pt x="498348" y="108203"/>
                  </a:lnTo>
                  <a:lnTo>
                    <a:pt x="448055" y="57912"/>
                  </a:lnTo>
                  <a:lnTo>
                    <a:pt x="387096" y="21336"/>
                  </a:lnTo>
                  <a:lnTo>
                    <a:pt x="316991" y="3048"/>
                  </a:lnTo>
                  <a:lnTo>
                    <a:pt x="27889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6819900" y="2718815"/>
              <a:ext cx="577850" cy="576580"/>
            </a:xfrm>
            <a:custGeom>
              <a:avLst/>
              <a:gdLst/>
              <a:ahLst/>
              <a:cxnLst/>
              <a:rect l="l" t="t" r="r" b="b"/>
              <a:pathLst>
                <a:path w="577850" h="576579">
                  <a:moveTo>
                    <a:pt x="577596" y="288036"/>
                  </a:moveTo>
                  <a:lnTo>
                    <a:pt x="569976" y="224028"/>
                  </a:lnTo>
                  <a:lnTo>
                    <a:pt x="565175" y="207264"/>
                  </a:lnTo>
                  <a:lnTo>
                    <a:pt x="560832" y="192024"/>
                  </a:lnTo>
                  <a:lnTo>
                    <a:pt x="557784" y="184797"/>
                  </a:lnTo>
                  <a:lnTo>
                    <a:pt x="557784" y="274320"/>
                  </a:lnTo>
                  <a:lnTo>
                    <a:pt x="557784" y="300228"/>
                  </a:lnTo>
                  <a:lnTo>
                    <a:pt x="554736" y="315468"/>
                  </a:lnTo>
                  <a:lnTo>
                    <a:pt x="554736" y="327660"/>
                  </a:lnTo>
                  <a:lnTo>
                    <a:pt x="551688" y="341376"/>
                  </a:lnTo>
                  <a:lnTo>
                    <a:pt x="548640" y="355092"/>
                  </a:lnTo>
                  <a:lnTo>
                    <a:pt x="548640" y="353568"/>
                  </a:lnTo>
                  <a:lnTo>
                    <a:pt x="545592" y="367284"/>
                  </a:lnTo>
                  <a:lnTo>
                    <a:pt x="541020" y="379476"/>
                  </a:lnTo>
                  <a:lnTo>
                    <a:pt x="534924" y="393192"/>
                  </a:lnTo>
                  <a:lnTo>
                    <a:pt x="534924" y="391668"/>
                  </a:lnTo>
                  <a:lnTo>
                    <a:pt x="530352" y="403860"/>
                  </a:lnTo>
                  <a:lnTo>
                    <a:pt x="518160" y="426720"/>
                  </a:lnTo>
                  <a:lnTo>
                    <a:pt x="495300" y="458724"/>
                  </a:lnTo>
                  <a:lnTo>
                    <a:pt x="496824" y="458724"/>
                  </a:lnTo>
                  <a:lnTo>
                    <a:pt x="478536" y="477012"/>
                  </a:lnTo>
                  <a:lnTo>
                    <a:pt x="467868" y="486156"/>
                  </a:lnTo>
                  <a:lnTo>
                    <a:pt x="469392" y="486156"/>
                  </a:lnTo>
                  <a:lnTo>
                    <a:pt x="458724" y="493776"/>
                  </a:lnTo>
                  <a:lnTo>
                    <a:pt x="449580" y="502920"/>
                  </a:lnTo>
                  <a:lnTo>
                    <a:pt x="449580" y="501396"/>
                  </a:lnTo>
                  <a:lnTo>
                    <a:pt x="438912" y="510540"/>
                  </a:lnTo>
                  <a:lnTo>
                    <a:pt x="440436" y="510540"/>
                  </a:lnTo>
                  <a:lnTo>
                    <a:pt x="426720" y="516636"/>
                  </a:lnTo>
                  <a:lnTo>
                    <a:pt x="428244" y="516636"/>
                  </a:lnTo>
                  <a:lnTo>
                    <a:pt x="416052" y="524256"/>
                  </a:lnTo>
                  <a:lnTo>
                    <a:pt x="417576" y="522732"/>
                  </a:lnTo>
                  <a:lnTo>
                    <a:pt x="405384" y="528828"/>
                  </a:lnTo>
                  <a:lnTo>
                    <a:pt x="393192" y="534924"/>
                  </a:lnTo>
                  <a:lnTo>
                    <a:pt x="368808" y="544068"/>
                  </a:lnTo>
                  <a:lnTo>
                    <a:pt x="356616" y="547116"/>
                  </a:lnTo>
                  <a:lnTo>
                    <a:pt x="342900" y="550164"/>
                  </a:lnTo>
                  <a:lnTo>
                    <a:pt x="344424" y="550164"/>
                  </a:lnTo>
                  <a:lnTo>
                    <a:pt x="329184" y="553212"/>
                  </a:lnTo>
                  <a:lnTo>
                    <a:pt x="315468" y="554736"/>
                  </a:lnTo>
                  <a:lnTo>
                    <a:pt x="303276" y="554736"/>
                  </a:lnTo>
                  <a:lnTo>
                    <a:pt x="289560" y="556260"/>
                  </a:lnTo>
                  <a:lnTo>
                    <a:pt x="274320" y="554736"/>
                  </a:lnTo>
                  <a:lnTo>
                    <a:pt x="262128" y="554736"/>
                  </a:lnTo>
                  <a:lnTo>
                    <a:pt x="248412" y="553212"/>
                  </a:lnTo>
                  <a:lnTo>
                    <a:pt x="234696" y="550164"/>
                  </a:lnTo>
                  <a:lnTo>
                    <a:pt x="236220" y="550164"/>
                  </a:lnTo>
                  <a:lnTo>
                    <a:pt x="220980" y="547116"/>
                  </a:lnTo>
                  <a:lnTo>
                    <a:pt x="222504" y="547116"/>
                  </a:lnTo>
                  <a:lnTo>
                    <a:pt x="208788" y="544068"/>
                  </a:lnTo>
                  <a:lnTo>
                    <a:pt x="184404" y="534924"/>
                  </a:lnTo>
                  <a:lnTo>
                    <a:pt x="185928" y="534924"/>
                  </a:lnTo>
                  <a:lnTo>
                    <a:pt x="172212" y="528828"/>
                  </a:lnTo>
                  <a:lnTo>
                    <a:pt x="161544" y="522732"/>
                  </a:lnTo>
                  <a:lnTo>
                    <a:pt x="161544" y="524256"/>
                  </a:lnTo>
                  <a:lnTo>
                    <a:pt x="138684" y="510540"/>
                  </a:lnTo>
                  <a:lnTo>
                    <a:pt x="140208" y="510540"/>
                  </a:lnTo>
                  <a:lnTo>
                    <a:pt x="128016" y="501396"/>
                  </a:lnTo>
                  <a:lnTo>
                    <a:pt x="128016" y="502920"/>
                  </a:lnTo>
                  <a:lnTo>
                    <a:pt x="118872" y="493776"/>
                  </a:lnTo>
                  <a:lnTo>
                    <a:pt x="108204" y="486156"/>
                  </a:lnTo>
                  <a:lnTo>
                    <a:pt x="89916" y="467868"/>
                  </a:lnTo>
                  <a:lnTo>
                    <a:pt x="82296" y="458724"/>
                  </a:lnTo>
                  <a:lnTo>
                    <a:pt x="59436" y="426720"/>
                  </a:lnTo>
                  <a:lnTo>
                    <a:pt x="60960" y="426720"/>
                  </a:lnTo>
                  <a:lnTo>
                    <a:pt x="53340" y="416052"/>
                  </a:lnTo>
                  <a:lnTo>
                    <a:pt x="47244" y="403860"/>
                  </a:lnTo>
                  <a:lnTo>
                    <a:pt x="48768" y="403860"/>
                  </a:lnTo>
                  <a:lnTo>
                    <a:pt x="43434" y="393192"/>
                  </a:lnTo>
                  <a:lnTo>
                    <a:pt x="42672" y="391668"/>
                  </a:lnTo>
                  <a:lnTo>
                    <a:pt x="42672" y="393192"/>
                  </a:lnTo>
                  <a:lnTo>
                    <a:pt x="38100" y="379476"/>
                  </a:lnTo>
                  <a:lnTo>
                    <a:pt x="32004" y="367284"/>
                  </a:lnTo>
                  <a:lnTo>
                    <a:pt x="29286" y="355092"/>
                  </a:lnTo>
                  <a:lnTo>
                    <a:pt x="28956" y="353568"/>
                  </a:lnTo>
                  <a:lnTo>
                    <a:pt x="28956" y="355092"/>
                  </a:lnTo>
                  <a:lnTo>
                    <a:pt x="25908" y="341376"/>
                  </a:lnTo>
                  <a:lnTo>
                    <a:pt x="24549" y="329184"/>
                  </a:lnTo>
                  <a:lnTo>
                    <a:pt x="24384" y="327660"/>
                  </a:lnTo>
                  <a:lnTo>
                    <a:pt x="24384" y="329184"/>
                  </a:lnTo>
                  <a:lnTo>
                    <a:pt x="23012" y="315468"/>
                  </a:lnTo>
                  <a:lnTo>
                    <a:pt x="22860" y="313944"/>
                  </a:lnTo>
                  <a:lnTo>
                    <a:pt x="22860" y="315468"/>
                  </a:lnTo>
                  <a:lnTo>
                    <a:pt x="21336" y="300228"/>
                  </a:lnTo>
                  <a:lnTo>
                    <a:pt x="21336" y="274320"/>
                  </a:lnTo>
                  <a:lnTo>
                    <a:pt x="25908" y="233172"/>
                  </a:lnTo>
                  <a:lnTo>
                    <a:pt x="25908" y="234696"/>
                  </a:lnTo>
                  <a:lnTo>
                    <a:pt x="26238" y="233172"/>
                  </a:lnTo>
                  <a:lnTo>
                    <a:pt x="32004" y="207264"/>
                  </a:lnTo>
                  <a:lnTo>
                    <a:pt x="32004" y="208788"/>
                  </a:lnTo>
                  <a:lnTo>
                    <a:pt x="32677" y="207264"/>
                  </a:lnTo>
                  <a:lnTo>
                    <a:pt x="38100" y="195072"/>
                  </a:lnTo>
                  <a:lnTo>
                    <a:pt x="42672" y="182880"/>
                  </a:lnTo>
                  <a:lnTo>
                    <a:pt x="47244" y="173736"/>
                  </a:lnTo>
                  <a:lnTo>
                    <a:pt x="48768" y="170688"/>
                  </a:lnTo>
                  <a:lnTo>
                    <a:pt x="47244" y="172212"/>
                  </a:lnTo>
                  <a:lnTo>
                    <a:pt x="53340" y="160020"/>
                  </a:lnTo>
                  <a:lnTo>
                    <a:pt x="59436" y="149352"/>
                  </a:lnTo>
                  <a:lnTo>
                    <a:pt x="67056" y="137160"/>
                  </a:lnTo>
                  <a:lnTo>
                    <a:pt x="67056" y="138684"/>
                  </a:lnTo>
                  <a:lnTo>
                    <a:pt x="68008" y="137160"/>
                  </a:lnTo>
                  <a:lnTo>
                    <a:pt x="74676" y="126492"/>
                  </a:lnTo>
                  <a:lnTo>
                    <a:pt x="82296" y="117348"/>
                  </a:lnTo>
                  <a:lnTo>
                    <a:pt x="89916" y="106680"/>
                  </a:lnTo>
                  <a:lnTo>
                    <a:pt x="108204" y="88392"/>
                  </a:lnTo>
                  <a:lnTo>
                    <a:pt x="108204" y="89916"/>
                  </a:lnTo>
                  <a:lnTo>
                    <a:pt x="110337" y="88392"/>
                  </a:lnTo>
                  <a:lnTo>
                    <a:pt x="118872" y="82296"/>
                  </a:lnTo>
                  <a:lnTo>
                    <a:pt x="118872" y="80772"/>
                  </a:lnTo>
                  <a:lnTo>
                    <a:pt x="128016" y="73152"/>
                  </a:lnTo>
                  <a:lnTo>
                    <a:pt x="138684" y="65532"/>
                  </a:lnTo>
                  <a:lnTo>
                    <a:pt x="161544" y="51816"/>
                  </a:lnTo>
                  <a:lnTo>
                    <a:pt x="172212" y="45720"/>
                  </a:lnTo>
                  <a:lnTo>
                    <a:pt x="184404" y="41148"/>
                  </a:lnTo>
                  <a:lnTo>
                    <a:pt x="196596" y="35052"/>
                  </a:lnTo>
                  <a:lnTo>
                    <a:pt x="196596" y="36576"/>
                  </a:lnTo>
                  <a:lnTo>
                    <a:pt x="200660" y="35052"/>
                  </a:lnTo>
                  <a:lnTo>
                    <a:pt x="208788" y="32004"/>
                  </a:lnTo>
                  <a:lnTo>
                    <a:pt x="220980" y="28956"/>
                  </a:lnTo>
                  <a:lnTo>
                    <a:pt x="234696" y="25908"/>
                  </a:lnTo>
                  <a:lnTo>
                    <a:pt x="248412" y="22860"/>
                  </a:lnTo>
                  <a:lnTo>
                    <a:pt x="262128" y="21336"/>
                  </a:lnTo>
                  <a:lnTo>
                    <a:pt x="274320" y="19812"/>
                  </a:lnTo>
                  <a:lnTo>
                    <a:pt x="303276" y="19812"/>
                  </a:lnTo>
                  <a:lnTo>
                    <a:pt x="344424" y="25908"/>
                  </a:lnTo>
                  <a:lnTo>
                    <a:pt x="381000" y="36576"/>
                  </a:lnTo>
                  <a:lnTo>
                    <a:pt x="381000" y="35052"/>
                  </a:lnTo>
                  <a:lnTo>
                    <a:pt x="393192" y="41148"/>
                  </a:lnTo>
                  <a:lnTo>
                    <a:pt x="405384" y="45720"/>
                  </a:lnTo>
                  <a:lnTo>
                    <a:pt x="405384" y="47244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26720" y="57912"/>
                  </a:lnTo>
                  <a:lnTo>
                    <a:pt x="428244" y="59436"/>
                  </a:lnTo>
                  <a:lnTo>
                    <a:pt x="440436" y="65532"/>
                  </a:lnTo>
                  <a:lnTo>
                    <a:pt x="458724" y="80772"/>
                  </a:lnTo>
                  <a:lnTo>
                    <a:pt x="469392" y="89916"/>
                  </a:lnTo>
                  <a:lnTo>
                    <a:pt x="478536" y="97536"/>
                  </a:lnTo>
                  <a:lnTo>
                    <a:pt x="478536" y="99060"/>
                  </a:lnTo>
                  <a:lnTo>
                    <a:pt x="487680" y="106680"/>
                  </a:lnTo>
                  <a:lnTo>
                    <a:pt x="496824" y="117348"/>
                  </a:lnTo>
                  <a:lnTo>
                    <a:pt x="495300" y="117348"/>
                  </a:lnTo>
                  <a:lnTo>
                    <a:pt x="496824" y="118872"/>
                  </a:lnTo>
                  <a:lnTo>
                    <a:pt x="502920" y="128016"/>
                  </a:lnTo>
                  <a:lnTo>
                    <a:pt x="502920" y="126492"/>
                  </a:lnTo>
                  <a:lnTo>
                    <a:pt x="510540" y="138684"/>
                  </a:lnTo>
                  <a:lnTo>
                    <a:pt x="510540" y="137160"/>
                  </a:lnTo>
                  <a:lnTo>
                    <a:pt x="518160" y="149352"/>
                  </a:lnTo>
                  <a:lnTo>
                    <a:pt x="518160" y="147828"/>
                  </a:lnTo>
                  <a:lnTo>
                    <a:pt x="530352" y="172212"/>
                  </a:lnTo>
                  <a:lnTo>
                    <a:pt x="530352" y="170688"/>
                  </a:lnTo>
                  <a:lnTo>
                    <a:pt x="534924" y="182880"/>
                  </a:lnTo>
                  <a:lnTo>
                    <a:pt x="541020" y="195072"/>
                  </a:lnTo>
                  <a:lnTo>
                    <a:pt x="545592" y="208788"/>
                  </a:lnTo>
                  <a:lnTo>
                    <a:pt x="545592" y="207264"/>
                  </a:lnTo>
                  <a:lnTo>
                    <a:pt x="551688" y="234696"/>
                  </a:lnTo>
                  <a:lnTo>
                    <a:pt x="551688" y="237744"/>
                  </a:lnTo>
                  <a:lnTo>
                    <a:pt x="554736" y="246888"/>
                  </a:lnTo>
                  <a:lnTo>
                    <a:pt x="554736" y="260604"/>
                  </a:lnTo>
                  <a:lnTo>
                    <a:pt x="557784" y="274320"/>
                  </a:lnTo>
                  <a:lnTo>
                    <a:pt x="557784" y="184797"/>
                  </a:lnTo>
                  <a:lnTo>
                    <a:pt x="551840" y="170688"/>
                  </a:lnTo>
                  <a:lnTo>
                    <a:pt x="548640" y="163068"/>
                  </a:lnTo>
                  <a:lnTo>
                    <a:pt x="539216" y="147828"/>
                  </a:lnTo>
                  <a:lnTo>
                    <a:pt x="532638" y="137160"/>
                  </a:lnTo>
                  <a:lnTo>
                    <a:pt x="526046" y="126492"/>
                  </a:lnTo>
                  <a:lnTo>
                    <a:pt x="516636" y="111252"/>
                  </a:lnTo>
                  <a:lnTo>
                    <a:pt x="478536" y="68580"/>
                  </a:lnTo>
                  <a:lnTo>
                    <a:pt x="432816" y="36576"/>
                  </a:lnTo>
                  <a:lnTo>
                    <a:pt x="429221" y="35052"/>
                  </a:lnTo>
                  <a:lnTo>
                    <a:pt x="393293" y="19812"/>
                  </a:lnTo>
                  <a:lnTo>
                    <a:pt x="382524" y="15240"/>
                  </a:lnTo>
                  <a:lnTo>
                    <a:pt x="329184" y="3048"/>
                  </a:lnTo>
                  <a:lnTo>
                    <a:pt x="274320" y="0"/>
                  </a:lnTo>
                  <a:lnTo>
                    <a:pt x="248412" y="3048"/>
                  </a:lnTo>
                  <a:lnTo>
                    <a:pt x="195072" y="15240"/>
                  </a:lnTo>
                  <a:lnTo>
                    <a:pt x="144780" y="36576"/>
                  </a:lnTo>
                  <a:lnTo>
                    <a:pt x="99060" y="68580"/>
                  </a:lnTo>
                  <a:lnTo>
                    <a:pt x="60960" y="111252"/>
                  </a:lnTo>
                  <a:lnTo>
                    <a:pt x="28956" y="163068"/>
                  </a:lnTo>
                  <a:lnTo>
                    <a:pt x="7620" y="224028"/>
                  </a:lnTo>
                  <a:lnTo>
                    <a:pt x="0" y="272796"/>
                  </a:lnTo>
                  <a:lnTo>
                    <a:pt x="0" y="301752"/>
                  </a:lnTo>
                  <a:lnTo>
                    <a:pt x="7620" y="345948"/>
                  </a:lnTo>
                  <a:lnTo>
                    <a:pt x="21336" y="394716"/>
                  </a:lnTo>
                  <a:lnTo>
                    <a:pt x="47244" y="443484"/>
                  </a:lnTo>
                  <a:lnTo>
                    <a:pt x="50292" y="449580"/>
                  </a:lnTo>
                  <a:lnTo>
                    <a:pt x="59436" y="461772"/>
                  </a:lnTo>
                  <a:lnTo>
                    <a:pt x="73152" y="478536"/>
                  </a:lnTo>
                  <a:lnTo>
                    <a:pt x="99060" y="504444"/>
                  </a:lnTo>
                  <a:lnTo>
                    <a:pt x="118872" y="519684"/>
                  </a:lnTo>
                  <a:lnTo>
                    <a:pt x="128016" y="527304"/>
                  </a:lnTo>
                  <a:lnTo>
                    <a:pt x="138684" y="533400"/>
                  </a:lnTo>
                  <a:lnTo>
                    <a:pt x="160020" y="545592"/>
                  </a:lnTo>
                  <a:lnTo>
                    <a:pt x="184404" y="556260"/>
                  </a:lnTo>
                  <a:lnTo>
                    <a:pt x="220980" y="568452"/>
                  </a:lnTo>
                  <a:lnTo>
                    <a:pt x="228600" y="569976"/>
                  </a:lnTo>
                  <a:lnTo>
                    <a:pt x="234696" y="571500"/>
                  </a:lnTo>
                  <a:lnTo>
                    <a:pt x="265176" y="574548"/>
                  </a:lnTo>
                  <a:lnTo>
                    <a:pt x="303276" y="576072"/>
                  </a:lnTo>
                  <a:lnTo>
                    <a:pt x="316992" y="574548"/>
                  </a:lnTo>
                  <a:lnTo>
                    <a:pt x="318516" y="574548"/>
                  </a:lnTo>
                  <a:lnTo>
                    <a:pt x="332232" y="573024"/>
                  </a:lnTo>
                  <a:lnTo>
                    <a:pt x="344424" y="569976"/>
                  </a:lnTo>
                  <a:lnTo>
                    <a:pt x="373380" y="563880"/>
                  </a:lnTo>
                  <a:lnTo>
                    <a:pt x="405384" y="551688"/>
                  </a:lnTo>
                  <a:lnTo>
                    <a:pt x="409956" y="550164"/>
                  </a:lnTo>
                  <a:lnTo>
                    <a:pt x="416052" y="547116"/>
                  </a:lnTo>
                  <a:lnTo>
                    <a:pt x="428244" y="539496"/>
                  </a:lnTo>
                  <a:lnTo>
                    <a:pt x="440436" y="533400"/>
                  </a:lnTo>
                  <a:lnTo>
                    <a:pt x="443484" y="530352"/>
                  </a:lnTo>
                  <a:lnTo>
                    <a:pt x="449580" y="525780"/>
                  </a:lnTo>
                  <a:lnTo>
                    <a:pt x="469392" y="512064"/>
                  </a:lnTo>
                  <a:lnTo>
                    <a:pt x="475488" y="507492"/>
                  </a:lnTo>
                  <a:lnTo>
                    <a:pt x="478536" y="504444"/>
                  </a:lnTo>
                  <a:lnTo>
                    <a:pt x="496824" y="487680"/>
                  </a:lnTo>
                  <a:lnTo>
                    <a:pt x="502920" y="481584"/>
                  </a:lnTo>
                  <a:lnTo>
                    <a:pt x="527304" y="451104"/>
                  </a:lnTo>
                  <a:lnTo>
                    <a:pt x="547116" y="417576"/>
                  </a:lnTo>
                  <a:lnTo>
                    <a:pt x="551688" y="405384"/>
                  </a:lnTo>
                  <a:lnTo>
                    <a:pt x="557784" y="393192"/>
                  </a:lnTo>
                  <a:lnTo>
                    <a:pt x="562356" y="381000"/>
                  </a:lnTo>
                  <a:lnTo>
                    <a:pt x="573024" y="342900"/>
                  </a:lnTo>
                  <a:lnTo>
                    <a:pt x="576072" y="301752"/>
                  </a:lnTo>
                  <a:lnTo>
                    <a:pt x="577596" y="288036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60249" y="2397182"/>
            <a:ext cx="342340" cy="411123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algn="ctr">
              <a:lnSpc>
                <a:spcPts val="1619"/>
              </a:lnSpc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S</a:t>
            </a:r>
            <a:endParaRPr sz="1412">
              <a:latin typeface="Arial"/>
              <a:cs typeface="Arial"/>
            </a:endParaRPr>
          </a:p>
          <a:p>
            <a:pPr algn="ctr">
              <a:lnSpc>
                <a:spcPts val="1460"/>
              </a:lnSpc>
            </a:pPr>
            <a:r>
              <a:rPr sz="1279" spc="-9" dirty="0">
                <a:solidFill>
                  <a:srgbClr val="FFFFFF"/>
                </a:solidFill>
                <a:latin typeface="Microsoft Sans Serif"/>
                <a:cs typeface="Microsoft Sans Serif"/>
              </a:rPr>
              <a:t>start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99021" y="2827916"/>
            <a:ext cx="1065119" cy="210110"/>
          </a:xfrm>
          <a:custGeom>
            <a:avLst/>
            <a:gdLst/>
            <a:ahLst/>
            <a:cxnLst/>
            <a:rect l="l" t="t" r="r" b="b"/>
            <a:pathLst>
              <a:path w="1207134" h="238125">
                <a:moveTo>
                  <a:pt x="411480" y="18288"/>
                </a:moveTo>
                <a:lnTo>
                  <a:pt x="400812" y="0"/>
                </a:lnTo>
                <a:lnTo>
                  <a:pt x="0" y="237744"/>
                </a:lnTo>
                <a:lnTo>
                  <a:pt x="39624" y="237744"/>
                </a:lnTo>
                <a:lnTo>
                  <a:pt x="411480" y="18288"/>
                </a:lnTo>
                <a:close/>
              </a:path>
              <a:path w="1207134" h="238125">
                <a:moveTo>
                  <a:pt x="614172" y="89916"/>
                </a:moveTo>
                <a:lnTo>
                  <a:pt x="592836" y="89916"/>
                </a:lnTo>
                <a:lnTo>
                  <a:pt x="592836" y="237744"/>
                </a:lnTo>
                <a:lnTo>
                  <a:pt x="614172" y="237744"/>
                </a:lnTo>
                <a:lnTo>
                  <a:pt x="614172" y="89916"/>
                </a:lnTo>
                <a:close/>
              </a:path>
              <a:path w="1207134" h="238125">
                <a:moveTo>
                  <a:pt x="1207008" y="237744"/>
                </a:moveTo>
                <a:lnTo>
                  <a:pt x="806196" y="0"/>
                </a:lnTo>
                <a:lnTo>
                  <a:pt x="795528" y="18288"/>
                </a:lnTo>
                <a:lnTo>
                  <a:pt x="1165860" y="237744"/>
                </a:lnTo>
                <a:lnTo>
                  <a:pt x="1207008" y="237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7085331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5</a:t>
            </a:r>
            <a:endParaRPr sz="1279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93880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86043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58448" y="3037690"/>
            <a:ext cx="2140324" cy="687481"/>
            <a:chOff x="5893308" y="3442715"/>
            <a:chExt cx="2425700" cy="779145"/>
          </a:xfrm>
        </p:grpSpPr>
        <p:sp>
          <p:nvSpPr>
            <p:cNvPr id="13" name="object 13"/>
            <p:cNvSpPr/>
            <p:nvPr/>
          </p:nvSpPr>
          <p:spPr>
            <a:xfrm>
              <a:off x="5907487" y="3656075"/>
              <a:ext cx="548005" cy="230504"/>
            </a:xfrm>
            <a:custGeom>
              <a:avLst/>
              <a:gdLst/>
              <a:ahLst/>
              <a:cxnLst/>
              <a:rect l="l" t="t" r="r" b="b"/>
              <a:pathLst>
                <a:path w="548004" h="230504">
                  <a:moveTo>
                    <a:pt x="273856" y="0"/>
                  </a:moveTo>
                  <a:lnTo>
                    <a:pt x="200704" y="9144"/>
                  </a:lnTo>
                  <a:lnTo>
                    <a:pt x="133648" y="38100"/>
                  </a:lnTo>
                  <a:lnTo>
                    <a:pt x="77260" y="80772"/>
                  </a:lnTo>
                  <a:lnTo>
                    <a:pt x="34588" y="137160"/>
                  </a:lnTo>
                  <a:lnTo>
                    <a:pt x="5632" y="204215"/>
                  </a:lnTo>
                  <a:lnTo>
                    <a:pt x="0" y="230124"/>
                  </a:lnTo>
                  <a:lnTo>
                    <a:pt x="547712" y="230124"/>
                  </a:lnTo>
                  <a:lnTo>
                    <a:pt x="531412" y="169163"/>
                  </a:lnTo>
                  <a:lnTo>
                    <a:pt x="494836" y="108203"/>
                  </a:lnTo>
                  <a:lnTo>
                    <a:pt x="444544" y="57912"/>
                  </a:lnTo>
                  <a:lnTo>
                    <a:pt x="382060" y="21336"/>
                  </a:lnTo>
                  <a:lnTo>
                    <a:pt x="311956" y="1524"/>
                  </a:lnTo>
                  <a:lnTo>
                    <a:pt x="27385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5898007" y="3646931"/>
              <a:ext cx="566420" cy="239395"/>
            </a:xfrm>
            <a:custGeom>
              <a:avLst/>
              <a:gdLst/>
              <a:ahLst/>
              <a:cxnLst/>
              <a:rect l="l" t="t" r="r" b="b"/>
              <a:pathLst>
                <a:path w="566420" h="239395">
                  <a:moveTo>
                    <a:pt x="566140" y="239268"/>
                  </a:moveTo>
                  <a:lnTo>
                    <a:pt x="563753" y="222504"/>
                  </a:lnTo>
                  <a:lnTo>
                    <a:pt x="562838" y="219456"/>
                  </a:lnTo>
                  <a:lnTo>
                    <a:pt x="554609" y="192024"/>
                  </a:lnTo>
                  <a:lnTo>
                    <a:pt x="511937" y="109728"/>
                  </a:lnTo>
                  <a:lnTo>
                    <a:pt x="473837" y="68580"/>
                  </a:lnTo>
                  <a:lnTo>
                    <a:pt x="426593" y="36576"/>
                  </a:lnTo>
                  <a:lnTo>
                    <a:pt x="387578" y="18288"/>
                  </a:lnTo>
                  <a:lnTo>
                    <a:pt x="377825" y="13716"/>
                  </a:lnTo>
                  <a:lnTo>
                    <a:pt x="324485" y="1524"/>
                  </a:lnTo>
                  <a:lnTo>
                    <a:pt x="269621" y="0"/>
                  </a:lnTo>
                  <a:lnTo>
                    <a:pt x="242189" y="1524"/>
                  </a:lnTo>
                  <a:lnTo>
                    <a:pt x="190373" y="13716"/>
                  </a:lnTo>
                  <a:lnTo>
                    <a:pt x="140081" y="36576"/>
                  </a:lnTo>
                  <a:lnTo>
                    <a:pt x="94361" y="68580"/>
                  </a:lnTo>
                  <a:lnTo>
                    <a:pt x="54737" y="109728"/>
                  </a:lnTo>
                  <a:lnTo>
                    <a:pt x="24257" y="161544"/>
                  </a:lnTo>
                  <a:lnTo>
                    <a:pt x="2921" y="222504"/>
                  </a:lnTo>
                  <a:lnTo>
                    <a:pt x="0" y="239268"/>
                  </a:lnTo>
                  <a:lnTo>
                    <a:pt x="19850" y="239268"/>
                  </a:lnTo>
                  <a:lnTo>
                    <a:pt x="24257" y="219456"/>
                  </a:lnTo>
                  <a:lnTo>
                    <a:pt x="24257" y="220980"/>
                  </a:lnTo>
                  <a:lnTo>
                    <a:pt x="36449" y="182880"/>
                  </a:lnTo>
                  <a:lnTo>
                    <a:pt x="42545" y="170688"/>
                  </a:lnTo>
                  <a:lnTo>
                    <a:pt x="41021" y="170688"/>
                  </a:lnTo>
                  <a:lnTo>
                    <a:pt x="53213" y="149352"/>
                  </a:lnTo>
                  <a:lnTo>
                    <a:pt x="54737" y="147828"/>
                  </a:lnTo>
                  <a:lnTo>
                    <a:pt x="53213" y="147828"/>
                  </a:lnTo>
                  <a:lnTo>
                    <a:pt x="60833" y="137160"/>
                  </a:lnTo>
                  <a:lnTo>
                    <a:pt x="69977" y="126492"/>
                  </a:lnTo>
                  <a:lnTo>
                    <a:pt x="76073" y="115824"/>
                  </a:lnTo>
                  <a:lnTo>
                    <a:pt x="76073" y="117348"/>
                  </a:lnTo>
                  <a:lnTo>
                    <a:pt x="77368" y="115824"/>
                  </a:lnTo>
                  <a:lnTo>
                    <a:pt x="85217" y="106680"/>
                  </a:lnTo>
                  <a:lnTo>
                    <a:pt x="103505" y="88392"/>
                  </a:lnTo>
                  <a:lnTo>
                    <a:pt x="112649" y="80772"/>
                  </a:lnTo>
                  <a:lnTo>
                    <a:pt x="123317" y="71628"/>
                  </a:lnTo>
                  <a:lnTo>
                    <a:pt x="132461" y="65532"/>
                  </a:lnTo>
                  <a:lnTo>
                    <a:pt x="133985" y="64008"/>
                  </a:lnTo>
                  <a:lnTo>
                    <a:pt x="132461" y="64008"/>
                  </a:lnTo>
                  <a:lnTo>
                    <a:pt x="155321" y="51816"/>
                  </a:lnTo>
                  <a:lnTo>
                    <a:pt x="167513" y="45720"/>
                  </a:lnTo>
                  <a:lnTo>
                    <a:pt x="178181" y="41148"/>
                  </a:lnTo>
                  <a:lnTo>
                    <a:pt x="179705" y="39624"/>
                  </a:lnTo>
                  <a:lnTo>
                    <a:pt x="178181" y="39624"/>
                  </a:lnTo>
                  <a:lnTo>
                    <a:pt x="190373" y="35052"/>
                  </a:lnTo>
                  <a:lnTo>
                    <a:pt x="202565" y="32004"/>
                  </a:lnTo>
                  <a:lnTo>
                    <a:pt x="216281" y="27432"/>
                  </a:lnTo>
                  <a:lnTo>
                    <a:pt x="228473" y="24384"/>
                  </a:lnTo>
                  <a:lnTo>
                    <a:pt x="242189" y="21336"/>
                  </a:lnTo>
                  <a:lnTo>
                    <a:pt x="255905" y="19812"/>
                  </a:lnTo>
                  <a:lnTo>
                    <a:pt x="269621" y="19812"/>
                  </a:lnTo>
                  <a:lnTo>
                    <a:pt x="283337" y="18288"/>
                  </a:lnTo>
                  <a:lnTo>
                    <a:pt x="297053" y="19812"/>
                  </a:lnTo>
                  <a:lnTo>
                    <a:pt x="298577" y="19812"/>
                  </a:lnTo>
                  <a:lnTo>
                    <a:pt x="310769" y="19812"/>
                  </a:lnTo>
                  <a:lnTo>
                    <a:pt x="324485" y="21336"/>
                  </a:lnTo>
                  <a:lnTo>
                    <a:pt x="338201" y="24384"/>
                  </a:lnTo>
                  <a:lnTo>
                    <a:pt x="350393" y="27432"/>
                  </a:lnTo>
                  <a:lnTo>
                    <a:pt x="362585" y="32004"/>
                  </a:lnTo>
                  <a:lnTo>
                    <a:pt x="374777" y="35052"/>
                  </a:lnTo>
                  <a:lnTo>
                    <a:pt x="388493" y="39624"/>
                  </a:lnTo>
                  <a:lnTo>
                    <a:pt x="400685" y="45720"/>
                  </a:lnTo>
                  <a:lnTo>
                    <a:pt x="409829" y="51816"/>
                  </a:lnTo>
                  <a:lnTo>
                    <a:pt x="423545" y="57912"/>
                  </a:lnTo>
                  <a:lnTo>
                    <a:pt x="434213" y="64008"/>
                  </a:lnTo>
                  <a:lnTo>
                    <a:pt x="432689" y="64008"/>
                  </a:lnTo>
                  <a:lnTo>
                    <a:pt x="434213" y="65532"/>
                  </a:lnTo>
                  <a:lnTo>
                    <a:pt x="444881" y="71628"/>
                  </a:lnTo>
                  <a:lnTo>
                    <a:pt x="443357" y="71628"/>
                  </a:lnTo>
                  <a:lnTo>
                    <a:pt x="444881" y="73152"/>
                  </a:lnTo>
                  <a:lnTo>
                    <a:pt x="454025" y="80772"/>
                  </a:lnTo>
                  <a:lnTo>
                    <a:pt x="464693" y="88392"/>
                  </a:lnTo>
                  <a:lnTo>
                    <a:pt x="463169" y="88392"/>
                  </a:lnTo>
                  <a:lnTo>
                    <a:pt x="464693" y="89916"/>
                  </a:lnTo>
                  <a:lnTo>
                    <a:pt x="473837" y="97536"/>
                  </a:lnTo>
                  <a:lnTo>
                    <a:pt x="472313" y="97536"/>
                  </a:lnTo>
                  <a:lnTo>
                    <a:pt x="473837" y="99060"/>
                  </a:lnTo>
                  <a:lnTo>
                    <a:pt x="481457" y="106680"/>
                  </a:lnTo>
                  <a:lnTo>
                    <a:pt x="490601" y="117348"/>
                  </a:lnTo>
                  <a:lnTo>
                    <a:pt x="524129" y="170688"/>
                  </a:lnTo>
                  <a:lnTo>
                    <a:pt x="539369" y="207264"/>
                  </a:lnTo>
                  <a:lnTo>
                    <a:pt x="543941" y="220980"/>
                  </a:lnTo>
                  <a:lnTo>
                    <a:pt x="543941" y="219456"/>
                  </a:lnTo>
                  <a:lnTo>
                    <a:pt x="546989" y="233172"/>
                  </a:lnTo>
                  <a:lnTo>
                    <a:pt x="545465" y="233172"/>
                  </a:lnTo>
                  <a:lnTo>
                    <a:pt x="546989" y="237744"/>
                  </a:lnTo>
                  <a:lnTo>
                    <a:pt x="547243" y="239268"/>
                  </a:lnTo>
                  <a:lnTo>
                    <a:pt x="566140" y="239268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6181344" y="3442715"/>
              <a:ext cx="364490" cy="208915"/>
            </a:xfrm>
            <a:custGeom>
              <a:avLst/>
              <a:gdLst/>
              <a:ahLst/>
              <a:cxnLst/>
              <a:rect l="l" t="t" r="r" b="b"/>
              <a:pathLst>
                <a:path w="364490" h="208914">
                  <a:moveTo>
                    <a:pt x="364235" y="0"/>
                  </a:moveTo>
                  <a:lnTo>
                    <a:pt x="324611" y="0"/>
                  </a:lnTo>
                  <a:lnTo>
                    <a:pt x="30479" y="172212"/>
                  </a:lnTo>
                  <a:lnTo>
                    <a:pt x="19811" y="155448"/>
                  </a:lnTo>
                  <a:lnTo>
                    <a:pt x="0" y="202692"/>
                  </a:lnTo>
                  <a:lnTo>
                    <a:pt x="22859" y="205739"/>
                  </a:lnTo>
                  <a:lnTo>
                    <a:pt x="51815" y="208787"/>
                  </a:lnTo>
                  <a:lnTo>
                    <a:pt x="41147" y="190500"/>
                  </a:lnTo>
                  <a:lnTo>
                    <a:pt x="364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6835603" y="3656075"/>
              <a:ext cx="548005" cy="230504"/>
            </a:xfrm>
            <a:custGeom>
              <a:avLst/>
              <a:gdLst/>
              <a:ahLst/>
              <a:cxnLst/>
              <a:rect l="l" t="t" r="r" b="b"/>
              <a:pathLst>
                <a:path w="548004" h="230504">
                  <a:moveTo>
                    <a:pt x="273856" y="0"/>
                  </a:moveTo>
                  <a:lnTo>
                    <a:pt x="235756" y="1524"/>
                  </a:lnTo>
                  <a:lnTo>
                    <a:pt x="165652" y="21336"/>
                  </a:lnTo>
                  <a:lnTo>
                    <a:pt x="103168" y="57912"/>
                  </a:lnTo>
                  <a:lnTo>
                    <a:pt x="52876" y="108203"/>
                  </a:lnTo>
                  <a:lnTo>
                    <a:pt x="17824" y="169163"/>
                  </a:lnTo>
                  <a:lnTo>
                    <a:pt x="0" y="230124"/>
                  </a:lnTo>
                  <a:lnTo>
                    <a:pt x="547712" y="230124"/>
                  </a:lnTo>
                  <a:lnTo>
                    <a:pt x="529888" y="169163"/>
                  </a:lnTo>
                  <a:lnTo>
                    <a:pt x="493312" y="108203"/>
                  </a:lnTo>
                  <a:lnTo>
                    <a:pt x="443020" y="57912"/>
                  </a:lnTo>
                  <a:lnTo>
                    <a:pt x="382060" y="21336"/>
                  </a:lnTo>
                  <a:lnTo>
                    <a:pt x="311956" y="1524"/>
                  </a:lnTo>
                  <a:lnTo>
                    <a:pt x="27385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6824749" y="3646931"/>
              <a:ext cx="568325" cy="239395"/>
            </a:xfrm>
            <a:custGeom>
              <a:avLst/>
              <a:gdLst/>
              <a:ahLst/>
              <a:cxnLst/>
              <a:rect l="l" t="t" r="r" b="b"/>
              <a:pathLst>
                <a:path w="568325" h="239395">
                  <a:moveTo>
                    <a:pt x="298426" y="0"/>
                  </a:moveTo>
                  <a:lnTo>
                    <a:pt x="269470" y="0"/>
                  </a:lnTo>
                  <a:lnTo>
                    <a:pt x="243562" y="1523"/>
                  </a:lnTo>
                  <a:lnTo>
                    <a:pt x="190222" y="13715"/>
                  </a:lnTo>
                  <a:lnTo>
                    <a:pt x="139930" y="36575"/>
                  </a:lnTo>
                  <a:lnTo>
                    <a:pt x="94210" y="68579"/>
                  </a:lnTo>
                  <a:lnTo>
                    <a:pt x="56110" y="109727"/>
                  </a:lnTo>
                  <a:lnTo>
                    <a:pt x="24106" y="161543"/>
                  </a:lnTo>
                  <a:lnTo>
                    <a:pt x="2770" y="224027"/>
                  </a:lnTo>
                  <a:lnTo>
                    <a:pt x="0" y="239267"/>
                  </a:lnTo>
                  <a:lnTo>
                    <a:pt x="20381" y="239267"/>
                  </a:lnTo>
                  <a:lnTo>
                    <a:pt x="21058" y="233171"/>
                  </a:lnTo>
                  <a:lnTo>
                    <a:pt x="24106" y="219455"/>
                  </a:lnTo>
                  <a:lnTo>
                    <a:pt x="24445" y="219455"/>
                  </a:lnTo>
                  <a:lnTo>
                    <a:pt x="27154" y="207263"/>
                  </a:lnTo>
                  <a:lnTo>
                    <a:pt x="33250" y="195071"/>
                  </a:lnTo>
                  <a:lnTo>
                    <a:pt x="37822" y="182879"/>
                  </a:lnTo>
                  <a:lnTo>
                    <a:pt x="42394" y="172212"/>
                  </a:lnTo>
                  <a:lnTo>
                    <a:pt x="43918" y="170687"/>
                  </a:lnTo>
                  <a:lnTo>
                    <a:pt x="42394" y="170687"/>
                  </a:lnTo>
                  <a:lnTo>
                    <a:pt x="54586" y="149351"/>
                  </a:lnTo>
                  <a:lnTo>
                    <a:pt x="56110" y="147827"/>
                  </a:lnTo>
                  <a:lnTo>
                    <a:pt x="54586" y="147827"/>
                  </a:lnTo>
                  <a:lnTo>
                    <a:pt x="77446" y="115823"/>
                  </a:lnTo>
                  <a:lnTo>
                    <a:pt x="78535" y="115823"/>
                  </a:lnTo>
                  <a:lnTo>
                    <a:pt x="85066" y="106679"/>
                  </a:lnTo>
                  <a:lnTo>
                    <a:pt x="103354" y="88391"/>
                  </a:lnTo>
                  <a:lnTo>
                    <a:pt x="114022" y="80771"/>
                  </a:lnTo>
                  <a:lnTo>
                    <a:pt x="123166" y="71627"/>
                  </a:lnTo>
                  <a:lnTo>
                    <a:pt x="133834" y="65531"/>
                  </a:lnTo>
                  <a:lnTo>
                    <a:pt x="135358" y="64007"/>
                  </a:lnTo>
                  <a:lnTo>
                    <a:pt x="133834" y="64007"/>
                  </a:lnTo>
                  <a:lnTo>
                    <a:pt x="156694" y="51815"/>
                  </a:lnTo>
                  <a:lnTo>
                    <a:pt x="167362" y="45719"/>
                  </a:lnTo>
                  <a:lnTo>
                    <a:pt x="179554" y="41147"/>
                  </a:lnTo>
                  <a:lnTo>
                    <a:pt x="181078" y="39623"/>
                  </a:lnTo>
                  <a:lnTo>
                    <a:pt x="179554" y="39623"/>
                  </a:lnTo>
                  <a:lnTo>
                    <a:pt x="191746" y="35051"/>
                  </a:lnTo>
                  <a:lnTo>
                    <a:pt x="203938" y="32003"/>
                  </a:lnTo>
                  <a:lnTo>
                    <a:pt x="216130" y="27431"/>
                  </a:lnTo>
                  <a:lnTo>
                    <a:pt x="243562" y="21335"/>
                  </a:lnTo>
                  <a:lnTo>
                    <a:pt x="257278" y="19812"/>
                  </a:lnTo>
                  <a:lnTo>
                    <a:pt x="269470" y="19812"/>
                  </a:lnTo>
                  <a:lnTo>
                    <a:pt x="284710" y="18287"/>
                  </a:lnTo>
                  <a:lnTo>
                    <a:pt x="384740" y="18287"/>
                  </a:lnTo>
                  <a:lnTo>
                    <a:pt x="351766" y="7619"/>
                  </a:lnTo>
                  <a:lnTo>
                    <a:pt x="298426" y="0"/>
                  </a:lnTo>
                  <a:close/>
                </a:path>
                <a:path w="568325" h="239395">
                  <a:moveTo>
                    <a:pt x="552934" y="219455"/>
                  </a:moveTo>
                  <a:lnTo>
                    <a:pt x="543790" y="219455"/>
                  </a:lnTo>
                  <a:lnTo>
                    <a:pt x="546838" y="233171"/>
                  </a:lnTo>
                  <a:lnTo>
                    <a:pt x="546838" y="237743"/>
                  </a:lnTo>
                  <a:lnTo>
                    <a:pt x="547346" y="239267"/>
                  </a:lnTo>
                  <a:lnTo>
                    <a:pt x="552934" y="239267"/>
                  </a:lnTo>
                  <a:lnTo>
                    <a:pt x="552934" y="219455"/>
                  </a:lnTo>
                  <a:close/>
                </a:path>
                <a:path w="568325" h="239395">
                  <a:moveTo>
                    <a:pt x="552934" y="184403"/>
                  </a:moveTo>
                  <a:lnTo>
                    <a:pt x="552934" y="239267"/>
                  </a:lnTo>
                  <a:lnTo>
                    <a:pt x="567897" y="239267"/>
                  </a:lnTo>
                  <a:lnTo>
                    <a:pt x="565126" y="224027"/>
                  </a:lnTo>
                  <a:lnTo>
                    <a:pt x="555982" y="192023"/>
                  </a:lnTo>
                  <a:lnTo>
                    <a:pt x="552934" y="184403"/>
                  </a:lnTo>
                  <a:close/>
                </a:path>
                <a:path w="568325" h="239395">
                  <a:moveTo>
                    <a:pt x="24445" y="219455"/>
                  </a:moveTo>
                  <a:lnTo>
                    <a:pt x="24106" y="219455"/>
                  </a:lnTo>
                  <a:lnTo>
                    <a:pt x="24106" y="220979"/>
                  </a:lnTo>
                  <a:lnTo>
                    <a:pt x="24445" y="219455"/>
                  </a:lnTo>
                  <a:close/>
                </a:path>
                <a:path w="568325" h="239395">
                  <a:moveTo>
                    <a:pt x="384740" y="18287"/>
                  </a:moveTo>
                  <a:lnTo>
                    <a:pt x="284710" y="18287"/>
                  </a:lnTo>
                  <a:lnTo>
                    <a:pt x="298426" y="19812"/>
                  </a:lnTo>
                  <a:lnTo>
                    <a:pt x="312142" y="19812"/>
                  </a:lnTo>
                  <a:lnTo>
                    <a:pt x="324334" y="21335"/>
                  </a:lnTo>
                  <a:lnTo>
                    <a:pt x="339574" y="24383"/>
                  </a:lnTo>
                  <a:lnTo>
                    <a:pt x="351766" y="27431"/>
                  </a:lnTo>
                  <a:lnTo>
                    <a:pt x="363958" y="32003"/>
                  </a:lnTo>
                  <a:lnTo>
                    <a:pt x="376150" y="35051"/>
                  </a:lnTo>
                  <a:lnTo>
                    <a:pt x="388342" y="39623"/>
                  </a:lnTo>
                  <a:lnTo>
                    <a:pt x="400534" y="45719"/>
                  </a:lnTo>
                  <a:lnTo>
                    <a:pt x="411202" y="51815"/>
                  </a:lnTo>
                  <a:lnTo>
                    <a:pt x="435586" y="64007"/>
                  </a:lnTo>
                  <a:lnTo>
                    <a:pt x="434062" y="64007"/>
                  </a:lnTo>
                  <a:lnTo>
                    <a:pt x="435586" y="65531"/>
                  </a:lnTo>
                  <a:lnTo>
                    <a:pt x="444730" y="71627"/>
                  </a:lnTo>
                  <a:lnTo>
                    <a:pt x="444730" y="73151"/>
                  </a:lnTo>
                  <a:lnTo>
                    <a:pt x="453874" y="80771"/>
                  </a:lnTo>
                  <a:lnTo>
                    <a:pt x="464542" y="88391"/>
                  </a:lnTo>
                  <a:lnTo>
                    <a:pt x="463018" y="88391"/>
                  </a:lnTo>
                  <a:lnTo>
                    <a:pt x="464542" y="89915"/>
                  </a:lnTo>
                  <a:lnTo>
                    <a:pt x="473686" y="97535"/>
                  </a:lnTo>
                  <a:lnTo>
                    <a:pt x="473686" y="99059"/>
                  </a:lnTo>
                  <a:lnTo>
                    <a:pt x="482830" y="106679"/>
                  </a:lnTo>
                  <a:lnTo>
                    <a:pt x="491974" y="117347"/>
                  </a:lnTo>
                  <a:lnTo>
                    <a:pt x="498070" y="126491"/>
                  </a:lnTo>
                  <a:lnTo>
                    <a:pt x="513310" y="147827"/>
                  </a:lnTo>
                  <a:lnTo>
                    <a:pt x="525502" y="170687"/>
                  </a:lnTo>
                  <a:lnTo>
                    <a:pt x="530074" y="182879"/>
                  </a:lnTo>
                  <a:lnTo>
                    <a:pt x="536170" y="195071"/>
                  </a:lnTo>
                  <a:lnTo>
                    <a:pt x="540742" y="207263"/>
                  </a:lnTo>
                  <a:lnTo>
                    <a:pt x="543790" y="220979"/>
                  </a:lnTo>
                  <a:lnTo>
                    <a:pt x="543790" y="219455"/>
                  </a:lnTo>
                  <a:lnTo>
                    <a:pt x="552934" y="219455"/>
                  </a:lnTo>
                  <a:lnTo>
                    <a:pt x="552934" y="184403"/>
                  </a:lnTo>
                  <a:lnTo>
                    <a:pt x="530074" y="134112"/>
                  </a:lnTo>
                  <a:lnTo>
                    <a:pt x="493498" y="88391"/>
                  </a:lnTo>
                  <a:lnTo>
                    <a:pt x="450826" y="51815"/>
                  </a:lnTo>
                  <a:lnTo>
                    <a:pt x="403582" y="24383"/>
                  </a:lnTo>
                  <a:lnTo>
                    <a:pt x="384740" y="18287"/>
                  </a:lnTo>
                  <a:close/>
                </a:path>
                <a:path w="568325" h="239395">
                  <a:moveTo>
                    <a:pt x="78535" y="115823"/>
                  </a:moveTo>
                  <a:lnTo>
                    <a:pt x="77446" y="115823"/>
                  </a:lnTo>
                  <a:lnTo>
                    <a:pt x="77446" y="117347"/>
                  </a:lnTo>
                  <a:lnTo>
                    <a:pt x="78535" y="115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7763322" y="3656075"/>
              <a:ext cx="547370" cy="230504"/>
            </a:xfrm>
            <a:custGeom>
              <a:avLst/>
              <a:gdLst/>
              <a:ahLst/>
              <a:cxnLst/>
              <a:rect l="l" t="t" r="r" b="b"/>
              <a:pathLst>
                <a:path w="547370" h="230504">
                  <a:moveTo>
                    <a:pt x="274253" y="0"/>
                  </a:moveTo>
                  <a:lnTo>
                    <a:pt x="236153" y="1524"/>
                  </a:lnTo>
                  <a:lnTo>
                    <a:pt x="164525" y="21336"/>
                  </a:lnTo>
                  <a:lnTo>
                    <a:pt x="103565" y="57912"/>
                  </a:lnTo>
                  <a:lnTo>
                    <a:pt x="53273" y="108203"/>
                  </a:lnTo>
                  <a:lnTo>
                    <a:pt x="16697" y="169163"/>
                  </a:lnTo>
                  <a:lnTo>
                    <a:pt x="0" y="230124"/>
                  </a:lnTo>
                  <a:lnTo>
                    <a:pt x="546983" y="230124"/>
                  </a:lnTo>
                  <a:lnTo>
                    <a:pt x="530285" y="169163"/>
                  </a:lnTo>
                  <a:lnTo>
                    <a:pt x="493709" y="108203"/>
                  </a:lnTo>
                  <a:lnTo>
                    <a:pt x="443417" y="57912"/>
                  </a:lnTo>
                  <a:lnTo>
                    <a:pt x="382457" y="21336"/>
                  </a:lnTo>
                  <a:lnTo>
                    <a:pt x="310829" y="1524"/>
                  </a:lnTo>
                  <a:lnTo>
                    <a:pt x="27425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7752715" y="3646931"/>
              <a:ext cx="566420" cy="239395"/>
            </a:xfrm>
            <a:custGeom>
              <a:avLst/>
              <a:gdLst/>
              <a:ahLst/>
              <a:cxnLst/>
              <a:rect l="l" t="t" r="r" b="b"/>
              <a:pathLst>
                <a:path w="566420" h="239395">
                  <a:moveTo>
                    <a:pt x="566140" y="239268"/>
                  </a:moveTo>
                  <a:lnTo>
                    <a:pt x="563753" y="222504"/>
                  </a:lnTo>
                  <a:lnTo>
                    <a:pt x="562838" y="219456"/>
                  </a:lnTo>
                  <a:lnTo>
                    <a:pt x="554609" y="192024"/>
                  </a:lnTo>
                  <a:lnTo>
                    <a:pt x="511937" y="109728"/>
                  </a:lnTo>
                  <a:lnTo>
                    <a:pt x="473837" y="68580"/>
                  </a:lnTo>
                  <a:lnTo>
                    <a:pt x="426593" y="36576"/>
                  </a:lnTo>
                  <a:lnTo>
                    <a:pt x="387578" y="18288"/>
                  </a:lnTo>
                  <a:lnTo>
                    <a:pt x="377825" y="13716"/>
                  </a:lnTo>
                  <a:lnTo>
                    <a:pt x="324485" y="1524"/>
                  </a:lnTo>
                  <a:lnTo>
                    <a:pt x="269621" y="0"/>
                  </a:lnTo>
                  <a:lnTo>
                    <a:pt x="242189" y="1524"/>
                  </a:lnTo>
                  <a:lnTo>
                    <a:pt x="190373" y="13716"/>
                  </a:lnTo>
                  <a:lnTo>
                    <a:pt x="140081" y="36576"/>
                  </a:lnTo>
                  <a:lnTo>
                    <a:pt x="94361" y="68580"/>
                  </a:lnTo>
                  <a:lnTo>
                    <a:pt x="54737" y="109728"/>
                  </a:lnTo>
                  <a:lnTo>
                    <a:pt x="24257" y="161544"/>
                  </a:lnTo>
                  <a:lnTo>
                    <a:pt x="2921" y="222504"/>
                  </a:lnTo>
                  <a:lnTo>
                    <a:pt x="0" y="239268"/>
                  </a:lnTo>
                  <a:lnTo>
                    <a:pt x="20523" y="239268"/>
                  </a:lnTo>
                  <a:lnTo>
                    <a:pt x="21209" y="233172"/>
                  </a:lnTo>
                  <a:lnTo>
                    <a:pt x="24257" y="219456"/>
                  </a:lnTo>
                  <a:lnTo>
                    <a:pt x="24257" y="220980"/>
                  </a:lnTo>
                  <a:lnTo>
                    <a:pt x="24587" y="219456"/>
                  </a:lnTo>
                  <a:lnTo>
                    <a:pt x="27305" y="207264"/>
                  </a:lnTo>
                  <a:lnTo>
                    <a:pt x="36449" y="182880"/>
                  </a:lnTo>
                  <a:lnTo>
                    <a:pt x="42545" y="172212"/>
                  </a:lnTo>
                  <a:lnTo>
                    <a:pt x="42545" y="170688"/>
                  </a:lnTo>
                  <a:lnTo>
                    <a:pt x="54737" y="149352"/>
                  </a:lnTo>
                  <a:lnTo>
                    <a:pt x="54737" y="147828"/>
                  </a:lnTo>
                  <a:lnTo>
                    <a:pt x="60833" y="137160"/>
                  </a:lnTo>
                  <a:lnTo>
                    <a:pt x="69977" y="126492"/>
                  </a:lnTo>
                  <a:lnTo>
                    <a:pt x="77597" y="115824"/>
                  </a:lnTo>
                  <a:lnTo>
                    <a:pt x="77597" y="117348"/>
                  </a:lnTo>
                  <a:lnTo>
                    <a:pt x="78676" y="115824"/>
                  </a:lnTo>
                  <a:lnTo>
                    <a:pt x="85217" y="106680"/>
                  </a:lnTo>
                  <a:lnTo>
                    <a:pt x="103505" y="88392"/>
                  </a:lnTo>
                  <a:lnTo>
                    <a:pt x="112649" y="80772"/>
                  </a:lnTo>
                  <a:lnTo>
                    <a:pt x="123317" y="71628"/>
                  </a:lnTo>
                  <a:lnTo>
                    <a:pt x="133985" y="65532"/>
                  </a:lnTo>
                  <a:lnTo>
                    <a:pt x="133985" y="64008"/>
                  </a:lnTo>
                  <a:lnTo>
                    <a:pt x="156845" y="51816"/>
                  </a:lnTo>
                  <a:lnTo>
                    <a:pt x="167513" y="45720"/>
                  </a:lnTo>
                  <a:lnTo>
                    <a:pt x="178181" y="41148"/>
                  </a:lnTo>
                  <a:lnTo>
                    <a:pt x="179705" y="39624"/>
                  </a:lnTo>
                  <a:lnTo>
                    <a:pt x="178181" y="39624"/>
                  </a:lnTo>
                  <a:lnTo>
                    <a:pt x="191897" y="35052"/>
                  </a:lnTo>
                  <a:lnTo>
                    <a:pt x="204089" y="32004"/>
                  </a:lnTo>
                  <a:lnTo>
                    <a:pt x="216281" y="27432"/>
                  </a:lnTo>
                  <a:lnTo>
                    <a:pt x="229997" y="24384"/>
                  </a:lnTo>
                  <a:lnTo>
                    <a:pt x="242189" y="21336"/>
                  </a:lnTo>
                  <a:lnTo>
                    <a:pt x="255905" y="19812"/>
                  </a:lnTo>
                  <a:lnTo>
                    <a:pt x="269621" y="19812"/>
                  </a:lnTo>
                  <a:lnTo>
                    <a:pt x="283337" y="18288"/>
                  </a:lnTo>
                  <a:lnTo>
                    <a:pt x="297053" y="19812"/>
                  </a:lnTo>
                  <a:lnTo>
                    <a:pt x="298577" y="19812"/>
                  </a:lnTo>
                  <a:lnTo>
                    <a:pt x="310769" y="19812"/>
                  </a:lnTo>
                  <a:lnTo>
                    <a:pt x="312293" y="19812"/>
                  </a:lnTo>
                  <a:lnTo>
                    <a:pt x="324485" y="21336"/>
                  </a:lnTo>
                  <a:lnTo>
                    <a:pt x="338201" y="24384"/>
                  </a:lnTo>
                  <a:lnTo>
                    <a:pt x="350393" y="27432"/>
                  </a:lnTo>
                  <a:lnTo>
                    <a:pt x="364109" y="32004"/>
                  </a:lnTo>
                  <a:lnTo>
                    <a:pt x="376301" y="35052"/>
                  </a:lnTo>
                  <a:lnTo>
                    <a:pt x="388493" y="39624"/>
                  </a:lnTo>
                  <a:lnTo>
                    <a:pt x="400685" y="45720"/>
                  </a:lnTo>
                  <a:lnTo>
                    <a:pt x="411353" y="51816"/>
                  </a:lnTo>
                  <a:lnTo>
                    <a:pt x="423545" y="57912"/>
                  </a:lnTo>
                  <a:lnTo>
                    <a:pt x="434213" y="64008"/>
                  </a:lnTo>
                  <a:lnTo>
                    <a:pt x="434213" y="65532"/>
                  </a:lnTo>
                  <a:lnTo>
                    <a:pt x="444881" y="71628"/>
                  </a:lnTo>
                  <a:lnTo>
                    <a:pt x="444881" y="73152"/>
                  </a:lnTo>
                  <a:lnTo>
                    <a:pt x="454025" y="80772"/>
                  </a:lnTo>
                  <a:lnTo>
                    <a:pt x="464693" y="88392"/>
                  </a:lnTo>
                  <a:lnTo>
                    <a:pt x="464693" y="89916"/>
                  </a:lnTo>
                  <a:lnTo>
                    <a:pt x="473837" y="97536"/>
                  </a:lnTo>
                  <a:lnTo>
                    <a:pt x="473837" y="99060"/>
                  </a:lnTo>
                  <a:lnTo>
                    <a:pt x="481457" y="106680"/>
                  </a:lnTo>
                  <a:lnTo>
                    <a:pt x="513461" y="147828"/>
                  </a:lnTo>
                  <a:lnTo>
                    <a:pt x="539369" y="207264"/>
                  </a:lnTo>
                  <a:lnTo>
                    <a:pt x="543941" y="220980"/>
                  </a:lnTo>
                  <a:lnTo>
                    <a:pt x="543941" y="219456"/>
                  </a:lnTo>
                  <a:lnTo>
                    <a:pt x="546989" y="233172"/>
                  </a:lnTo>
                  <a:lnTo>
                    <a:pt x="546989" y="237744"/>
                  </a:lnTo>
                  <a:lnTo>
                    <a:pt x="547243" y="239268"/>
                  </a:lnTo>
                  <a:lnTo>
                    <a:pt x="566140" y="239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1876" y="3692651"/>
              <a:ext cx="91440" cy="7162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71816" y="3442715"/>
              <a:ext cx="628015" cy="441959"/>
            </a:xfrm>
            <a:custGeom>
              <a:avLst/>
              <a:gdLst/>
              <a:ahLst/>
              <a:cxnLst/>
              <a:rect l="l" t="t" r="r" b="b"/>
              <a:pathLst>
                <a:path w="628015" h="441960">
                  <a:moveTo>
                    <a:pt x="365760" y="202692"/>
                  </a:moveTo>
                  <a:lnTo>
                    <a:pt x="345948" y="155448"/>
                  </a:lnTo>
                  <a:lnTo>
                    <a:pt x="335280" y="172212"/>
                  </a:lnTo>
                  <a:lnTo>
                    <a:pt x="41148" y="0"/>
                  </a:lnTo>
                  <a:lnTo>
                    <a:pt x="0" y="0"/>
                  </a:lnTo>
                  <a:lnTo>
                    <a:pt x="324612" y="190500"/>
                  </a:lnTo>
                  <a:lnTo>
                    <a:pt x="313944" y="208788"/>
                  </a:lnTo>
                  <a:lnTo>
                    <a:pt x="342900" y="205740"/>
                  </a:lnTo>
                  <a:lnTo>
                    <a:pt x="365760" y="202692"/>
                  </a:lnTo>
                  <a:close/>
                </a:path>
                <a:path w="628015" h="441960">
                  <a:moveTo>
                    <a:pt x="627888" y="437388"/>
                  </a:moveTo>
                  <a:lnTo>
                    <a:pt x="626364" y="437388"/>
                  </a:lnTo>
                  <a:lnTo>
                    <a:pt x="627888" y="441960"/>
                  </a:lnTo>
                  <a:lnTo>
                    <a:pt x="627888" y="4373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2028" y="3442715"/>
              <a:ext cx="59435" cy="20573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903976" y="3886199"/>
              <a:ext cx="556260" cy="326390"/>
            </a:xfrm>
            <a:custGeom>
              <a:avLst/>
              <a:gdLst/>
              <a:ahLst/>
              <a:cxnLst/>
              <a:rect l="l" t="t" r="r" b="b"/>
              <a:pathLst>
                <a:path w="556260" h="326389">
                  <a:moveTo>
                    <a:pt x="551224" y="0"/>
                  </a:moveTo>
                  <a:lnTo>
                    <a:pt x="3511" y="0"/>
                  </a:lnTo>
                  <a:lnTo>
                    <a:pt x="1524" y="9144"/>
                  </a:lnTo>
                  <a:lnTo>
                    <a:pt x="0" y="47244"/>
                  </a:lnTo>
                  <a:lnTo>
                    <a:pt x="1524" y="85344"/>
                  </a:lnTo>
                  <a:lnTo>
                    <a:pt x="21336" y="155448"/>
                  </a:lnTo>
                  <a:lnTo>
                    <a:pt x="57912" y="217932"/>
                  </a:lnTo>
                  <a:lnTo>
                    <a:pt x="108203" y="268224"/>
                  </a:lnTo>
                  <a:lnTo>
                    <a:pt x="169163" y="303275"/>
                  </a:lnTo>
                  <a:lnTo>
                    <a:pt x="240791" y="323088"/>
                  </a:lnTo>
                  <a:lnTo>
                    <a:pt x="277368" y="326136"/>
                  </a:lnTo>
                  <a:lnTo>
                    <a:pt x="315468" y="323088"/>
                  </a:lnTo>
                  <a:lnTo>
                    <a:pt x="385572" y="303275"/>
                  </a:lnTo>
                  <a:lnTo>
                    <a:pt x="448056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3212" y="85344"/>
                  </a:lnTo>
                  <a:lnTo>
                    <a:pt x="556260" y="47244"/>
                  </a:lnTo>
                  <a:lnTo>
                    <a:pt x="553212" y="9144"/>
                  </a:lnTo>
                  <a:lnTo>
                    <a:pt x="55122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5893308" y="3886199"/>
              <a:ext cx="577850" cy="335280"/>
            </a:xfrm>
            <a:custGeom>
              <a:avLst/>
              <a:gdLst/>
              <a:ahLst/>
              <a:cxnLst/>
              <a:rect l="l" t="t" r="r" b="b"/>
              <a:pathLst>
                <a:path w="577850" h="335279">
                  <a:moveTo>
                    <a:pt x="577596" y="47244"/>
                  </a:moveTo>
                  <a:lnTo>
                    <a:pt x="573671" y="19812"/>
                  </a:lnTo>
                  <a:lnTo>
                    <a:pt x="571715" y="6096"/>
                  </a:lnTo>
                  <a:lnTo>
                    <a:pt x="570839" y="0"/>
                  </a:lnTo>
                  <a:lnTo>
                    <a:pt x="551942" y="0"/>
                  </a:lnTo>
                  <a:lnTo>
                    <a:pt x="553212" y="7620"/>
                  </a:lnTo>
                  <a:lnTo>
                    <a:pt x="553212" y="6096"/>
                  </a:lnTo>
                  <a:lnTo>
                    <a:pt x="554736" y="21336"/>
                  </a:lnTo>
                  <a:lnTo>
                    <a:pt x="554736" y="19812"/>
                  </a:lnTo>
                  <a:lnTo>
                    <a:pt x="556260" y="35052"/>
                  </a:lnTo>
                  <a:lnTo>
                    <a:pt x="556260" y="60960"/>
                  </a:lnTo>
                  <a:lnTo>
                    <a:pt x="553212" y="88392"/>
                  </a:lnTo>
                  <a:lnTo>
                    <a:pt x="550164" y="102108"/>
                  </a:lnTo>
                  <a:lnTo>
                    <a:pt x="551688" y="100584"/>
                  </a:lnTo>
                  <a:lnTo>
                    <a:pt x="548640" y="114300"/>
                  </a:lnTo>
                  <a:lnTo>
                    <a:pt x="544068" y="128016"/>
                  </a:lnTo>
                  <a:lnTo>
                    <a:pt x="544068" y="126492"/>
                  </a:lnTo>
                  <a:lnTo>
                    <a:pt x="539496" y="140208"/>
                  </a:lnTo>
                  <a:lnTo>
                    <a:pt x="534924" y="152400"/>
                  </a:lnTo>
                  <a:lnTo>
                    <a:pt x="528828" y="164592"/>
                  </a:lnTo>
                  <a:lnTo>
                    <a:pt x="528828" y="163068"/>
                  </a:lnTo>
                  <a:lnTo>
                    <a:pt x="516636" y="187452"/>
                  </a:lnTo>
                  <a:lnTo>
                    <a:pt x="516636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3776" y="217932"/>
                  </a:lnTo>
                  <a:lnTo>
                    <a:pt x="495300" y="217932"/>
                  </a:lnTo>
                  <a:lnTo>
                    <a:pt x="486156" y="228600"/>
                  </a:lnTo>
                  <a:lnTo>
                    <a:pt x="477012" y="237744"/>
                  </a:lnTo>
                  <a:lnTo>
                    <a:pt x="478536" y="237744"/>
                  </a:lnTo>
                  <a:lnTo>
                    <a:pt x="469392" y="245592"/>
                  </a:lnTo>
                  <a:lnTo>
                    <a:pt x="469392" y="245364"/>
                  </a:lnTo>
                  <a:lnTo>
                    <a:pt x="458724" y="254508"/>
                  </a:lnTo>
                  <a:lnTo>
                    <a:pt x="448056" y="262128"/>
                  </a:lnTo>
                  <a:lnTo>
                    <a:pt x="449580" y="262128"/>
                  </a:lnTo>
                  <a:lnTo>
                    <a:pt x="437388" y="269748"/>
                  </a:lnTo>
                  <a:lnTo>
                    <a:pt x="438912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4528" y="283464"/>
                  </a:lnTo>
                  <a:lnTo>
                    <a:pt x="414528" y="284226"/>
                  </a:lnTo>
                  <a:lnTo>
                    <a:pt x="403860" y="289560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79476" y="300228"/>
                  </a:lnTo>
                  <a:lnTo>
                    <a:pt x="379476" y="298704"/>
                  </a:lnTo>
                  <a:lnTo>
                    <a:pt x="355092" y="307848"/>
                  </a:lnTo>
                  <a:lnTo>
                    <a:pt x="341376" y="310896"/>
                  </a:lnTo>
                  <a:lnTo>
                    <a:pt x="342900" y="310896"/>
                  </a:lnTo>
                  <a:lnTo>
                    <a:pt x="315468" y="313944"/>
                  </a:lnTo>
                  <a:lnTo>
                    <a:pt x="301752" y="315468"/>
                  </a:lnTo>
                  <a:lnTo>
                    <a:pt x="274320" y="315468"/>
                  </a:lnTo>
                  <a:lnTo>
                    <a:pt x="233172" y="310896"/>
                  </a:lnTo>
                  <a:lnTo>
                    <a:pt x="234696" y="310896"/>
                  </a:lnTo>
                  <a:lnTo>
                    <a:pt x="220980" y="307848"/>
                  </a:lnTo>
                  <a:lnTo>
                    <a:pt x="207264" y="303276"/>
                  </a:lnTo>
                  <a:lnTo>
                    <a:pt x="199123" y="300228"/>
                  </a:lnTo>
                  <a:lnTo>
                    <a:pt x="195072" y="298704"/>
                  </a:lnTo>
                  <a:lnTo>
                    <a:pt x="195072" y="300228"/>
                  </a:lnTo>
                  <a:lnTo>
                    <a:pt x="182880" y="294132"/>
                  </a:lnTo>
                  <a:lnTo>
                    <a:pt x="184404" y="294132"/>
                  </a:lnTo>
                  <a:lnTo>
                    <a:pt x="172212" y="289560"/>
                  </a:lnTo>
                  <a:lnTo>
                    <a:pt x="160020" y="283464"/>
                  </a:lnTo>
                  <a:lnTo>
                    <a:pt x="137160" y="269748"/>
                  </a:lnTo>
                  <a:lnTo>
                    <a:pt x="138684" y="269748"/>
                  </a:lnTo>
                  <a:lnTo>
                    <a:pt x="117348" y="254508"/>
                  </a:lnTo>
                  <a:lnTo>
                    <a:pt x="118872" y="25450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80772" y="217932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5532" y="196596"/>
                  </a:lnTo>
                  <a:lnTo>
                    <a:pt x="65532" y="198120"/>
                  </a:lnTo>
                  <a:lnTo>
                    <a:pt x="57912" y="185928"/>
                  </a:lnTo>
                  <a:lnTo>
                    <a:pt x="59436" y="187452"/>
                  </a:lnTo>
                  <a:lnTo>
                    <a:pt x="51816" y="175260"/>
                  </a:lnTo>
                  <a:lnTo>
                    <a:pt x="45720" y="163068"/>
                  </a:lnTo>
                  <a:lnTo>
                    <a:pt x="47244" y="164592"/>
                  </a:lnTo>
                  <a:lnTo>
                    <a:pt x="46482" y="163068"/>
                  </a:lnTo>
                  <a:lnTo>
                    <a:pt x="41148" y="152400"/>
                  </a:lnTo>
                  <a:lnTo>
                    <a:pt x="36576" y="140208"/>
                  </a:lnTo>
                  <a:lnTo>
                    <a:pt x="32512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2860" y="88392"/>
                  </a:lnTo>
                  <a:lnTo>
                    <a:pt x="19812" y="60960"/>
                  </a:lnTo>
                  <a:lnTo>
                    <a:pt x="19812" y="35052"/>
                  </a:lnTo>
                  <a:lnTo>
                    <a:pt x="21336" y="19812"/>
                  </a:lnTo>
                  <a:lnTo>
                    <a:pt x="21336" y="21336"/>
                  </a:lnTo>
                  <a:lnTo>
                    <a:pt x="21488" y="19812"/>
                  </a:lnTo>
                  <a:lnTo>
                    <a:pt x="22860" y="6096"/>
                  </a:lnTo>
                  <a:lnTo>
                    <a:pt x="22860" y="7620"/>
                  </a:lnTo>
                  <a:lnTo>
                    <a:pt x="23190" y="6096"/>
                  </a:lnTo>
                  <a:lnTo>
                    <a:pt x="24549" y="0"/>
                  </a:lnTo>
                  <a:lnTo>
                    <a:pt x="4699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6096" y="106680"/>
                  </a:lnTo>
                  <a:lnTo>
                    <a:pt x="19812" y="155448"/>
                  </a:lnTo>
                  <a:lnTo>
                    <a:pt x="45720" y="204216"/>
                  </a:lnTo>
                  <a:lnTo>
                    <a:pt x="71628" y="237744"/>
                  </a:lnTo>
                  <a:lnTo>
                    <a:pt x="117348" y="280416"/>
                  </a:lnTo>
                  <a:lnTo>
                    <a:pt x="126492" y="286512"/>
                  </a:lnTo>
                  <a:lnTo>
                    <a:pt x="137160" y="294132"/>
                  </a:lnTo>
                  <a:lnTo>
                    <a:pt x="158496" y="304800"/>
                  </a:lnTo>
                  <a:lnTo>
                    <a:pt x="182880" y="315468"/>
                  </a:lnTo>
                  <a:lnTo>
                    <a:pt x="192024" y="320040"/>
                  </a:lnTo>
                  <a:lnTo>
                    <a:pt x="220980" y="327660"/>
                  </a:lnTo>
                  <a:lnTo>
                    <a:pt x="227076" y="330708"/>
                  </a:lnTo>
                  <a:lnTo>
                    <a:pt x="233172" y="330708"/>
                  </a:lnTo>
                  <a:lnTo>
                    <a:pt x="265176" y="335280"/>
                  </a:lnTo>
                  <a:lnTo>
                    <a:pt x="303276" y="335280"/>
                  </a:lnTo>
                  <a:lnTo>
                    <a:pt x="315468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2900" y="330708"/>
                  </a:lnTo>
                  <a:lnTo>
                    <a:pt x="371856" y="324612"/>
                  </a:lnTo>
                  <a:lnTo>
                    <a:pt x="405384" y="310896"/>
                  </a:lnTo>
                  <a:lnTo>
                    <a:pt x="414528" y="306324"/>
                  </a:lnTo>
                  <a:lnTo>
                    <a:pt x="428244" y="300228"/>
                  </a:lnTo>
                  <a:lnTo>
                    <a:pt x="438912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5300" y="248412"/>
                  </a:lnTo>
                  <a:lnTo>
                    <a:pt x="502920" y="240792"/>
                  </a:lnTo>
                  <a:lnTo>
                    <a:pt x="525780" y="210312"/>
                  </a:lnTo>
                  <a:lnTo>
                    <a:pt x="526669" y="208788"/>
                  </a:lnTo>
                  <a:lnTo>
                    <a:pt x="532980" y="198120"/>
                  </a:lnTo>
                  <a:lnTo>
                    <a:pt x="539280" y="187452"/>
                  </a:lnTo>
                  <a:lnTo>
                    <a:pt x="545592" y="176784"/>
                  </a:lnTo>
                  <a:lnTo>
                    <a:pt x="551688" y="164592"/>
                  </a:lnTo>
                  <a:lnTo>
                    <a:pt x="556260" y="152400"/>
                  </a:lnTo>
                  <a:lnTo>
                    <a:pt x="560832" y="141732"/>
                  </a:lnTo>
                  <a:lnTo>
                    <a:pt x="571500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035414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A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818107" y="3429000"/>
            <a:ext cx="1940859" cy="309282"/>
            <a:chOff x="5847588" y="3886200"/>
            <a:chExt cx="2199640" cy="350520"/>
          </a:xfrm>
        </p:grpSpPr>
        <p:sp>
          <p:nvSpPr>
            <p:cNvPr id="33" name="object 33"/>
            <p:cNvSpPr/>
            <p:nvPr/>
          </p:nvSpPr>
          <p:spPr>
            <a:xfrm>
              <a:off x="5847588" y="4133087"/>
              <a:ext cx="344805" cy="104139"/>
            </a:xfrm>
            <a:custGeom>
              <a:avLst/>
              <a:gdLst/>
              <a:ahLst/>
              <a:cxnLst/>
              <a:rect l="l" t="t" r="r" b="b"/>
              <a:pathLst>
                <a:path w="344804" h="104139">
                  <a:moveTo>
                    <a:pt x="143256" y="16764"/>
                  </a:moveTo>
                  <a:lnTo>
                    <a:pt x="131064" y="0"/>
                  </a:lnTo>
                  <a:lnTo>
                    <a:pt x="0" y="103632"/>
                  </a:lnTo>
                  <a:lnTo>
                    <a:pt x="33528" y="103632"/>
                  </a:lnTo>
                  <a:lnTo>
                    <a:pt x="143256" y="16764"/>
                  </a:lnTo>
                  <a:close/>
                </a:path>
                <a:path w="344804" h="104139">
                  <a:moveTo>
                    <a:pt x="344424" y="89916"/>
                  </a:moveTo>
                  <a:lnTo>
                    <a:pt x="323088" y="89916"/>
                  </a:lnTo>
                  <a:lnTo>
                    <a:pt x="323088" y="103632"/>
                  </a:lnTo>
                  <a:lnTo>
                    <a:pt x="344424" y="103632"/>
                  </a:lnTo>
                  <a:lnTo>
                    <a:pt x="344424" y="899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6830568" y="3886200"/>
              <a:ext cx="558165" cy="326390"/>
            </a:xfrm>
            <a:custGeom>
              <a:avLst/>
              <a:gdLst/>
              <a:ahLst/>
              <a:cxnLst/>
              <a:rect l="l" t="t" r="r" b="b"/>
              <a:pathLst>
                <a:path w="558165" h="326389">
                  <a:moveTo>
                    <a:pt x="552748" y="0"/>
                  </a:moveTo>
                  <a:lnTo>
                    <a:pt x="5035" y="0"/>
                  </a:lnTo>
                  <a:lnTo>
                    <a:pt x="3048" y="9144"/>
                  </a:lnTo>
                  <a:lnTo>
                    <a:pt x="0" y="47244"/>
                  </a:lnTo>
                  <a:lnTo>
                    <a:pt x="3048" y="85344"/>
                  </a:lnTo>
                  <a:lnTo>
                    <a:pt x="22859" y="155448"/>
                  </a:lnTo>
                  <a:lnTo>
                    <a:pt x="57911" y="217932"/>
                  </a:lnTo>
                  <a:lnTo>
                    <a:pt x="108203" y="268224"/>
                  </a:lnTo>
                  <a:lnTo>
                    <a:pt x="170687" y="303275"/>
                  </a:lnTo>
                  <a:lnTo>
                    <a:pt x="240791" y="323088"/>
                  </a:lnTo>
                  <a:lnTo>
                    <a:pt x="278891" y="326136"/>
                  </a:lnTo>
                  <a:lnTo>
                    <a:pt x="316991" y="323088"/>
                  </a:lnTo>
                  <a:lnTo>
                    <a:pt x="387096" y="303275"/>
                  </a:lnTo>
                  <a:lnTo>
                    <a:pt x="448055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4735" y="85344"/>
                  </a:lnTo>
                  <a:lnTo>
                    <a:pt x="557783" y="47244"/>
                  </a:lnTo>
                  <a:lnTo>
                    <a:pt x="554735" y="9144"/>
                  </a:lnTo>
                  <a:lnTo>
                    <a:pt x="55274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6819900" y="3886199"/>
              <a:ext cx="1226820" cy="350520"/>
            </a:xfrm>
            <a:custGeom>
              <a:avLst/>
              <a:gdLst/>
              <a:ahLst/>
              <a:cxnLst/>
              <a:rect l="l" t="t" r="r" b="b"/>
              <a:pathLst>
                <a:path w="1226820" h="350520">
                  <a:moveTo>
                    <a:pt x="577596" y="47244"/>
                  </a:moveTo>
                  <a:lnTo>
                    <a:pt x="576224" y="21336"/>
                  </a:lnTo>
                  <a:lnTo>
                    <a:pt x="576148" y="19812"/>
                  </a:lnTo>
                  <a:lnTo>
                    <a:pt x="576072" y="18288"/>
                  </a:lnTo>
                  <a:lnTo>
                    <a:pt x="572744" y="0"/>
                  </a:lnTo>
                  <a:lnTo>
                    <a:pt x="557784" y="0"/>
                  </a:lnTo>
                  <a:lnTo>
                    <a:pt x="552196" y="0"/>
                  </a:lnTo>
                  <a:lnTo>
                    <a:pt x="554736" y="7620"/>
                  </a:lnTo>
                  <a:lnTo>
                    <a:pt x="554736" y="19812"/>
                  </a:lnTo>
                  <a:lnTo>
                    <a:pt x="557784" y="35052"/>
                  </a:lnTo>
                  <a:lnTo>
                    <a:pt x="557784" y="60960"/>
                  </a:lnTo>
                  <a:lnTo>
                    <a:pt x="554736" y="74676"/>
                  </a:lnTo>
                  <a:lnTo>
                    <a:pt x="554736" y="88392"/>
                  </a:lnTo>
                  <a:lnTo>
                    <a:pt x="551688" y="102108"/>
                  </a:lnTo>
                  <a:lnTo>
                    <a:pt x="551688" y="100584"/>
                  </a:lnTo>
                  <a:lnTo>
                    <a:pt x="545592" y="128016"/>
                  </a:lnTo>
                  <a:lnTo>
                    <a:pt x="545592" y="126492"/>
                  </a:lnTo>
                  <a:lnTo>
                    <a:pt x="541020" y="140208"/>
                  </a:lnTo>
                  <a:lnTo>
                    <a:pt x="534924" y="152400"/>
                  </a:lnTo>
                  <a:lnTo>
                    <a:pt x="530352" y="164592"/>
                  </a:lnTo>
                  <a:lnTo>
                    <a:pt x="530352" y="163068"/>
                  </a:lnTo>
                  <a:lnTo>
                    <a:pt x="518160" y="187452"/>
                  </a:lnTo>
                  <a:lnTo>
                    <a:pt x="518160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5300" y="217932"/>
                  </a:lnTo>
                  <a:lnTo>
                    <a:pt x="496824" y="217932"/>
                  </a:lnTo>
                  <a:lnTo>
                    <a:pt x="487680" y="228600"/>
                  </a:lnTo>
                  <a:lnTo>
                    <a:pt x="478536" y="237744"/>
                  </a:lnTo>
                  <a:lnTo>
                    <a:pt x="467868" y="246888"/>
                  </a:lnTo>
                  <a:lnTo>
                    <a:pt x="467614" y="246888"/>
                  </a:lnTo>
                  <a:lnTo>
                    <a:pt x="458724" y="254508"/>
                  </a:lnTo>
                  <a:lnTo>
                    <a:pt x="449580" y="262128"/>
                  </a:lnTo>
                  <a:lnTo>
                    <a:pt x="438912" y="269748"/>
                  </a:lnTo>
                  <a:lnTo>
                    <a:pt x="440436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6052" y="283464"/>
                  </a:lnTo>
                  <a:lnTo>
                    <a:pt x="417576" y="283464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81000" y="300228"/>
                  </a:lnTo>
                  <a:lnTo>
                    <a:pt x="381000" y="298704"/>
                  </a:lnTo>
                  <a:lnTo>
                    <a:pt x="356616" y="307848"/>
                  </a:lnTo>
                  <a:lnTo>
                    <a:pt x="342900" y="310896"/>
                  </a:lnTo>
                  <a:lnTo>
                    <a:pt x="344424" y="310896"/>
                  </a:lnTo>
                  <a:lnTo>
                    <a:pt x="329184" y="312420"/>
                  </a:lnTo>
                  <a:lnTo>
                    <a:pt x="315468" y="313944"/>
                  </a:lnTo>
                  <a:lnTo>
                    <a:pt x="316992" y="313944"/>
                  </a:lnTo>
                  <a:lnTo>
                    <a:pt x="303276" y="315468"/>
                  </a:lnTo>
                  <a:lnTo>
                    <a:pt x="274320" y="315468"/>
                  </a:lnTo>
                  <a:lnTo>
                    <a:pt x="262128" y="313944"/>
                  </a:lnTo>
                  <a:lnTo>
                    <a:pt x="234696" y="310896"/>
                  </a:lnTo>
                  <a:lnTo>
                    <a:pt x="236220" y="310896"/>
                  </a:lnTo>
                  <a:lnTo>
                    <a:pt x="220980" y="307848"/>
                  </a:lnTo>
                  <a:lnTo>
                    <a:pt x="222504" y="307848"/>
                  </a:lnTo>
                  <a:lnTo>
                    <a:pt x="208788" y="303276"/>
                  </a:lnTo>
                  <a:lnTo>
                    <a:pt x="200660" y="300228"/>
                  </a:lnTo>
                  <a:lnTo>
                    <a:pt x="196596" y="298704"/>
                  </a:lnTo>
                  <a:lnTo>
                    <a:pt x="196596" y="300228"/>
                  </a:lnTo>
                  <a:lnTo>
                    <a:pt x="184404" y="294132"/>
                  </a:lnTo>
                  <a:lnTo>
                    <a:pt x="185928" y="294132"/>
                  </a:lnTo>
                  <a:lnTo>
                    <a:pt x="172212" y="289560"/>
                  </a:lnTo>
                  <a:lnTo>
                    <a:pt x="161544" y="283464"/>
                  </a:lnTo>
                  <a:lnTo>
                    <a:pt x="138684" y="269748"/>
                  </a:lnTo>
                  <a:lnTo>
                    <a:pt x="140208" y="269748"/>
                  </a:lnTo>
                  <a:lnTo>
                    <a:pt x="128016" y="262128"/>
                  </a:lnTo>
                  <a:lnTo>
                    <a:pt x="118872" y="254508"/>
                  </a:lnTo>
                  <a:lnTo>
                    <a:pt x="109982" y="24688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75755" y="208788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8008" y="198120"/>
                  </a:lnTo>
                  <a:lnTo>
                    <a:pt x="67056" y="196596"/>
                  </a:lnTo>
                  <a:lnTo>
                    <a:pt x="67056" y="198120"/>
                  </a:lnTo>
                  <a:lnTo>
                    <a:pt x="59436" y="185928"/>
                  </a:lnTo>
                  <a:lnTo>
                    <a:pt x="60960" y="187452"/>
                  </a:lnTo>
                  <a:lnTo>
                    <a:pt x="59994" y="185928"/>
                  </a:lnTo>
                  <a:lnTo>
                    <a:pt x="53340" y="175260"/>
                  </a:lnTo>
                  <a:lnTo>
                    <a:pt x="47244" y="163068"/>
                  </a:lnTo>
                  <a:lnTo>
                    <a:pt x="48768" y="164592"/>
                  </a:lnTo>
                  <a:lnTo>
                    <a:pt x="48006" y="163068"/>
                  </a:lnTo>
                  <a:lnTo>
                    <a:pt x="42672" y="152400"/>
                  </a:lnTo>
                  <a:lnTo>
                    <a:pt x="38100" y="140208"/>
                  </a:lnTo>
                  <a:lnTo>
                    <a:pt x="32677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1336" y="60960"/>
                  </a:lnTo>
                  <a:lnTo>
                    <a:pt x="21336" y="35052"/>
                  </a:lnTo>
                  <a:lnTo>
                    <a:pt x="22860" y="19812"/>
                  </a:lnTo>
                  <a:lnTo>
                    <a:pt x="22860" y="21336"/>
                  </a:lnTo>
                  <a:lnTo>
                    <a:pt x="23012" y="19812"/>
                  </a:lnTo>
                  <a:lnTo>
                    <a:pt x="24384" y="6096"/>
                  </a:lnTo>
                  <a:lnTo>
                    <a:pt x="24384" y="7620"/>
                  </a:lnTo>
                  <a:lnTo>
                    <a:pt x="24549" y="6096"/>
                  </a:lnTo>
                  <a:lnTo>
                    <a:pt x="25222" y="0"/>
                  </a:lnTo>
                  <a:lnTo>
                    <a:pt x="4838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7620" y="106680"/>
                  </a:lnTo>
                  <a:lnTo>
                    <a:pt x="21336" y="155448"/>
                  </a:lnTo>
                  <a:lnTo>
                    <a:pt x="47244" y="204216"/>
                  </a:lnTo>
                  <a:lnTo>
                    <a:pt x="73152" y="237744"/>
                  </a:lnTo>
                  <a:lnTo>
                    <a:pt x="118872" y="280416"/>
                  </a:lnTo>
                  <a:lnTo>
                    <a:pt x="128016" y="286512"/>
                  </a:lnTo>
                  <a:lnTo>
                    <a:pt x="138684" y="294132"/>
                  </a:lnTo>
                  <a:lnTo>
                    <a:pt x="160020" y="304800"/>
                  </a:lnTo>
                  <a:lnTo>
                    <a:pt x="184404" y="315468"/>
                  </a:lnTo>
                  <a:lnTo>
                    <a:pt x="193548" y="320040"/>
                  </a:lnTo>
                  <a:lnTo>
                    <a:pt x="228600" y="330708"/>
                  </a:lnTo>
                  <a:lnTo>
                    <a:pt x="265176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4424" y="330708"/>
                  </a:lnTo>
                  <a:lnTo>
                    <a:pt x="373380" y="324612"/>
                  </a:lnTo>
                  <a:lnTo>
                    <a:pt x="394716" y="315468"/>
                  </a:lnTo>
                  <a:lnTo>
                    <a:pt x="405384" y="310896"/>
                  </a:lnTo>
                  <a:lnTo>
                    <a:pt x="409956" y="309372"/>
                  </a:lnTo>
                  <a:lnTo>
                    <a:pt x="428244" y="300228"/>
                  </a:lnTo>
                  <a:lnTo>
                    <a:pt x="440436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6824" y="248412"/>
                  </a:lnTo>
                  <a:lnTo>
                    <a:pt x="527304" y="210312"/>
                  </a:lnTo>
                  <a:lnTo>
                    <a:pt x="528193" y="208788"/>
                  </a:lnTo>
                  <a:lnTo>
                    <a:pt x="534504" y="198120"/>
                  </a:lnTo>
                  <a:lnTo>
                    <a:pt x="540804" y="187452"/>
                  </a:lnTo>
                  <a:lnTo>
                    <a:pt x="547116" y="176784"/>
                  </a:lnTo>
                  <a:lnTo>
                    <a:pt x="551688" y="164592"/>
                  </a:lnTo>
                  <a:lnTo>
                    <a:pt x="557784" y="152400"/>
                  </a:lnTo>
                  <a:lnTo>
                    <a:pt x="562356" y="141732"/>
                  </a:lnTo>
                  <a:lnTo>
                    <a:pt x="566039" y="128016"/>
                  </a:lnTo>
                  <a:lnTo>
                    <a:pt x="573024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  <a:path w="1226820" h="350520">
                  <a:moveTo>
                    <a:pt x="1226820" y="336804"/>
                  </a:moveTo>
                  <a:lnTo>
                    <a:pt x="1207008" y="336804"/>
                  </a:lnTo>
                  <a:lnTo>
                    <a:pt x="1207008" y="350520"/>
                  </a:lnTo>
                  <a:lnTo>
                    <a:pt x="1226820" y="350520"/>
                  </a:lnTo>
                  <a:lnTo>
                    <a:pt x="1226820" y="3368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854500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B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922111" y="3429000"/>
            <a:ext cx="1082488" cy="309282"/>
            <a:chOff x="7098792" y="3886200"/>
            <a:chExt cx="1226820" cy="350520"/>
          </a:xfrm>
        </p:grpSpPr>
        <p:sp>
          <p:nvSpPr>
            <p:cNvPr id="38" name="object 38"/>
            <p:cNvSpPr/>
            <p:nvPr/>
          </p:nvSpPr>
          <p:spPr>
            <a:xfrm>
              <a:off x="7098792" y="4223004"/>
              <a:ext cx="21590" cy="13970"/>
            </a:xfrm>
            <a:custGeom>
              <a:avLst/>
              <a:gdLst/>
              <a:ahLst/>
              <a:cxnLst/>
              <a:rect l="l" t="t" r="r" b="b"/>
              <a:pathLst>
                <a:path w="21590" h="13970">
                  <a:moveTo>
                    <a:pt x="21335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21335" y="13716"/>
                  </a:lnTo>
                  <a:lnTo>
                    <a:pt x="213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7758684" y="3886200"/>
              <a:ext cx="556260" cy="326390"/>
            </a:xfrm>
            <a:custGeom>
              <a:avLst/>
              <a:gdLst/>
              <a:ahLst/>
              <a:cxnLst/>
              <a:rect l="l" t="t" r="r" b="b"/>
              <a:pathLst>
                <a:path w="556259" h="326389">
                  <a:moveTo>
                    <a:pt x="551621" y="0"/>
                  </a:moveTo>
                  <a:lnTo>
                    <a:pt x="4638" y="0"/>
                  </a:lnTo>
                  <a:lnTo>
                    <a:pt x="3048" y="9144"/>
                  </a:lnTo>
                  <a:lnTo>
                    <a:pt x="0" y="47244"/>
                  </a:lnTo>
                  <a:lnTo>
                    <a:pt x="3048" y="85344"/>
                  </a:lnTo>
                  <a:lnTo>
                    <a:pt x="21336" y="155448"/>
                  </a:lnTo>
                  <a:lnTo>
                    <a:pt x="57912" y="217932"/>
                  </a:lnTo>
                  <a:lnTo>
                    <a:pt x="108204" y="268224"/>
                  </a:lnTo>
                  <a:lnTo>
                    <a:pt x="169164" y="303275"/>
                  </a:lnTo>
                  <a:lnTo>
                    <a:pt x="240792" y="323088"/>
                  </a:lnTo>
                  <a:lnTo>
                    <a:pt x="278892" y="326136"/>
                  </a:lnTo>
                  <a:lnTo>
                    <a:pt x="315468" y="323088"/>
                  </a:lnTo>
                  <a:lnTo>
                    <a:pt x="387096" y="303275"/>
                  </a:lnTo>
                  <a:lnTo>
                    <a:pt x="448056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3212" y="85344"/>
                  </a:lnTo>
                  <a:lnTo>
                    <a:pt x="556260" y="47244"/>
                  </a:lnTo>
                  <a:lnTo>
                    <a:pt x="553212" y="9144"/>
                  </a:lnTo>
                  <a:lnTo>
                    <a:pt x="55162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7748016" y="3886199"/>
              <a:ext cx="577850" cy="335280"/>
            </a:xfrm>
            <a:custGeom>
              <a:avLst/>
              <a:gdLst/>
              <a:ahLst/>
              <a:cxnLst/>
              <a:rect l="l" t="t" r="r" b="b"/>
              <a:pathLst>
                <a:path w="577850" h="335279">
                  <a:moveTo>
                    <a:pt x="577596" y="47244"/>
                  </a:moveTo>
                  <a:lnTo>
                    <a:pt x="573671" y="19812"/>
                  </a:lnTo>
                  <a:lnTo>
                    <a:pt x="571715" y="6096"/>
                  </a:lnTo>
                  <a:lnTo>
                    <a:pt x="570839" y="0"/>
                  </a:lnTo>
                  <a:lnTo>
                    <a:pt x="551942" y="0"/>
                  </a:lnTo>
                  <a:lnTo>
                    <a:pt x="553212" y="7620"/>
                  </a:lnTo>
                  <a:lnTo>
                    <a:pt x="553212" y="6096"/>
                  </a:lnTo>
                  <a:lnTo>
                    <a:pt x="554736" y="21336"/>
                  </a:lnTo>
                  <a:lnTo>
                    <a:pt x="554736" y="19812"/>
                  </a:lnTo>
                  <a:lnTo>
                    <a:pt x="556260" y="35052"/>
                  </a:lnTo>
                  <a:lnTo>
                    <a:pt x="556260" y="60960"/>
                  </a:lnTo>
                  <a:lnTo>
                    <a:pt x="553212" y="88392"/>
                  </a:lnTo>
                  <a:lnTo>
                    <a:pt x="550164" y="102108"/>
                  </a:lnTo>
                  <a:lnTo>
                    <a:pt x="551688" y="100584"/>
                  </a:lnTo>
                  <a:lnTo>
                    <a:pt x="548640" y="114300"/>
                  </a:lnTo>
                  <a:lnTo>
                    <a:pt x="544068" y="128016"/>
                  </a:lnTo>
                  <a:lnTo>
                    <a:pt x="544068" y="126492"/>
                  </a:lnTo>
                  <a:lnTo>
                    <a:pt x="539496" y="140208"/>
                  </a:lnTo>
                  <a:lnTo>
                    <a:pt x="530352" y="164592"/>
                  </a:lnTo>
                  <a:lnTo>
                    <a:pt x="530352" y="163068"/>
                  </a:lnTo>
                  <a:lnTo>
                    <a:pt x="518160" y="187452"/>
                  </a:lnTo>
                  <a:lnTo>
                    <a:pt x="518160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5300" y="217932"/>
                  </a:lnTo>
                  <a:lnTo>
                    <a:pt x="486156" y="228600"/>
                  </a:lnTo>
                  <a:lnTo>
                    <a:pt x="477012" y="237744"/>
                  </a:lnTo>
                  <a:lnTo>
                    <a:pt x="478536" y="237744"/>
                  </a:lnTo>
                  <a:lnTo>
                    <a:pt x="469392" y="245592"/>
                  </a:lnTo>
                  <a:lnTo>
                    <a:pt x="469392" y="245364"/>
                  </a:lnTo>
                  <a:lnTo>
                    <a:pt x="458724" y="254508"/>
                  </a:lnTo>
                  <a:lnTo>
                    <a:pt x="448056" y="262128"/>
                  </a:lnTo>
                  <a:lnTo>
                    <a:pt x="449580" y="262128"/>
                  </a:lnTo>
                  <a:lnTo>
                    <a:pt x="437388" y="269748"/>
                  </a:lnTo>
                  <a:lnTo>
                    <a:pt x="438912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6052" y="283464"/>
                  </a:lnTo>
                  <a:lnTo>
                    <a:pt x="403860" y="289560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81000" y="300228"/>
                  </a:lnTo>
                  <a:lnTo>
                    <a:pt x="381000" y="298704"/>
                  </a:lnTo>
                  <a:lnTo>
                    <a:pt x="368808" y="303276"/>
                  </a:lnTo>
                  <a:lnTo>
                    <a:pt x="355092" y="307848"/>
                  </a:lnTo>
                  <a:lnTo>
                    <a:pt x="342900" y="310896"/>
                  </a:lnTo>
                  <a:lnTo>
                    <a:pt x="315468" y="313944"/>
                  </a:lnTo>
                  <a:lnTo>
                    <a:pt x="316992" y="313944"/>
                  </a:lnTo>
                  <a:lnTo>
                    <a:pt x="301752" y="315468"/>
                  </a:lnTo>
                  <a:lnTo>
                    <a:pt x="275844" y="315468"/>
                  </a:lnTo>
                  <a:lnTo>
                    <a:pt x="274320" y="315468"/>
                  </a:lnTo>
                  <a:lnTo>
                    <a:pt x="246888" y="312420"/>
                  </a:lnTo>
                  <a:lnTo>
                    <a:pt x="234696" y="310896"/>
                  </a:lnTo>
                  <a:lnTo>
                    <a:pt x="220980" y="307848"/>
                  </a:lnTo>
                  <a:lnTo>
                    <a:pt x="200660" y="300228"/>
                  </a:lnTo>
                  <a:lnTo>
                    <a:pt x="196596" y="298704"/>
                  </a:lnTo>
                  <a:lnTo>
                    <a:pt x="196596" y="300228"/>
                  </a:lnTo>
                  <a:lnTo>
                    <a:pt x="182880" y="294132"/>
                  </a:lnTo>
                  <a:lnTo>
                    <a:pt x="184404" y="294132"/>
                  </a:lnTo>
                  <a:lnTo>
                    <a:pt x="172212" y="289560"/>
                  </a:lnTo>
                  <a:lnTo>
                    <a:pt x="161544" y="283464"/>
                  </a:lnTo>
                  <a:lnTo>
                    <a:pt x="138684" y="269748"/>
                  </a:lnTo>
                  <a:lnTo>
                    <a:pt x="117348" y="254508"/>
                  </a:lnTo>
                  <a:lnTo>
                    <a:pt x="118872" y="25450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5532" y="196596"/>
                  </a:lnTo>
                  <a:lnTo>
                    <a:pt x="65532" y="198120"/>
                  </a:lnTo>
                  <a:lnTo>
                    <a:pt x="59436" y="185928"/>
                  </a:lnTo>
                  <a:lnTo>
                    <a:pt x="59436" y="187452"/>
                  </a:lnTo>
                  <a:lnTo>
                    <a:pt x="47244" y="163068"/>
                  </a:lnTo>
                  <a:lnTo>
                    <a:pt x="47244" y="164592"/>
                  </a:lnTo>
                  <a:lnTo>
                    <a:pt x="41148" y="152400"/>
                  </a:lnTo>
                  <a:lnTo>
                    <a:pt x="36576" y="140208"/>
                  </a:lnTo>
                  <a:lnTo>
                    <a:pt x="32512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4384" y="88392"/>
                  </a:lnTo>
                  <a:lnTo>
                    <a:pt x="21336" y="74676"/>
                  </a:lnTo>
                  <a:lnTo>
                    <a:pt x="21336" y="21336"/>
                  </a:lnTo>
                  <a:lnTo>
                    <a:pt x="21640" y="19812"/>
                  </a:lnTo>
                  <a:lnTo>
                    <a:pt x="24384" y="6096"/>
                  </a:lnTo>
                  <a:lnTo>
                    <a:pt x="24384" y="7620"/>
                  </a:lnTo>
                  <a:lnTo>
                    <a:pt x="24549" y="6096"/>
                  </a:lnTo>
                  <a:lnTo>
                    <a:pt x="25222" y="0"/>
                  </a:lnTo>
                  <a:lnTo>
                    <a:pt x="4699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6096" y="106680"/>
                  </a:lnTo>
                  <a:lnTo>
                    <a:pt x="15240" y="143256"/>
                  </a:lnTo>
                  <a:lnTo>
                    <a:pt x="21336" y="155448"/>
                  </a:lnTo>
                  <a:lnTo>
                    <a:pt x="30480" y="176784"/>
                  </a:lnTo>
                  <a:lnTo>
                    <a:pt x="47244" y="204216"/>
                  </a:lnTo>
                  <a:lnTo>
                    <a:pt x="50292" y="208788"/>
                  </a:lnTo>
                  <a:lnTo>
                    <a:pt x="59436" y="220980"/>
                  </a:lnTo>
                  <a:lnTo>
                    <a:pt x="71628" y="237744"/>
                  </a:lnTo>
                  <a:lnTo>
                    <a:pt x="117348" y="280416"/>
                  </a:lnTo>
                  <a:lnTo>
                    <a:pt x="158496" y="304800"/>
                  </a:lnTo>
                  <a:lnTo>
                    <a:pt x="193548" y="320040"/>
                  </a:lnTo>
                  <a:lnTo>
                    <a:pt x="220980" y="327660"/>
                  </a:lnTo>
                  <a:lnTo>
                    <a:pt x="228600" y="330708"/>
                  </a:lnTo>
                  <a:lnTo>
                    <a:pt x="234696" y="330708"/>
                  </a:lnTo>
                  <a:lnTo>
                    <a:pt x="265176" y="335280"/>
                  </a:lnTo>
                  <a:lnTo>
                    <a:pt x="303276" y="335280"/>
                  </a:lnTo>
                  <a:lnTo>
                    <a:pt x="316992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2900" y="330708"/>
                  </a:lnTo>
                  <a:lnTo>
                    <a:pt x="371856" y="324612"/>
                  </a:lnTo>
                  <a:lnTo>
                    <a:pt x="405384" y="310896"/>
                  </a:lnTo>
                  <a:lnTo>
                    <a:pt x="409956" y="309372"/>
                  </a:lnTo>
                  <a:lnTo>
                    <a:pt x="416052" y="306324"/>
                  </a:lnTo>
                  <a:lnTo>
                    <a:pt x="428244" y="300228"/>
                  </a:lnTo>
                  <a:lnTo>
                    <a:pt x="438912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5300" y="248412"/>
                  </a:lnTo>
                  <a:lnTo>
                    <a:pt x="502920" y="240792"/>
                  </a:lnTo>
                  <a:lnTo>
                    <a:pt x="527304" y="210312"/>
                  </a:lnTo>
                  <a:lnTo>
                    <a:pt x="528129" y="208788"/>
                  </a:lnTo>
                  <a:lnTo>
                    <a:pt x="533946" y="198120"/>
                  </a:lnTo>
                  <a:lnTo>
                    <a:pt x="539762" y="187452"/>
                  </a:lnTo>
                  <a:lnTo>
                    <a:pt x="545592" y="176784"/>
                  </a:lnTo>
                  <a:lnTo>
                    <a:pt x="551688" y="164592"/>
                  </a:lnTo>
                  <a:lnTo>
                    <a:pt x="556260" y="152400"/>
                  </a:lnTo>
                  <a:lnTo>
                    <a:pt x="562356" y="141732"/>
                  </a:lnTo>
                  <a:lnTo>
                    <a:pt x="571500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673407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C</a:t>
            </a:r>
            <a:endParaRPr sz="1412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976399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30426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9</a:t>
            </a:r>
            <a:endParaRPr sz="1279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467084" y="4055249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612838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286043" y="4055249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1</a:t>
            </a:r>
            <a:endParaRPr sz="1279">
              <a:latin typeface="Arial"/>
              <a:cs typeface="Arial"/>
            </a:endParaRPr>
          </a:p>
        </p:txBody>
      </p:sp>
      <p:pic>
        <p:nvPicPr>
          <p:cNvPr id="47" name="object 4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04921" y="3739627"/>
            <a:ext cx="2799678" cy="701936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7040860" y="4157349"/>
            <a:ext cx="143996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E</a:t>
            </a:r>
            <a:endParaRPr sz="1412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381887" y="4157349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D</a:t>
            </a:r>
            <a:endParaRPr sz="1412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682846" y="4157349"/>
            <a:ext cx="133350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F</a:t>
            </a:r>
            <a:endParaRPr sz="1412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765663" y="3736698"/>
            <a:ext cx="333375" cy="691706"/>
          </a:xfrm>
          <a:prstGeom prst="rect">
            <a:avLst/>
          </a:prstGeom>
        </p:spPr>
        <p:txBody>
          <a:bodyPr vert="horz" wrap="square" lIns="0" tIns="58271" rIns="0" bIns="0" rtlCol="0">
            <a:spAutoFit/>
          </a:bodyPr>
          <a:lstStyle/>
          <a:p>
            <a:pPr marL="40343">
              <a:spcBef>
                <a:spcPts val="459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  <a:p>
            <a:pPr marL="94134">
              <a:lnSpc>
                <a:spcPts val="1579"/>
              </a:lnSpc>
              <a:spcBef>
                <a:spcPts val="415"/>
              </a:spcBef>
            </a:pPr>
            <a:r>
              <a:rPr sz="1412" b="1" spc="-44" dirty="0">
                <a:latin typeface="Arial"/>
                <a:cs typeface="Arial"/>
              </a:rPr>
              <a:t>G</a:t>
            </a:r>
            <a:endParaRPr sz="1412">
              <a:latin typeface="Arial"/>
              <a:cs typeface="Arial"/>
            </a:endParaRPr>
          </a:p>
          <a:p>
            <a:pPr marL="11206">
              <a:lnSpc>
                <a:spcPts val="1421"/>
              </a:lnSpc>
            </a:pPr>
            <a:r>
              <a:rPr sz="1279" spc="-18" dirty="0">
                <a:solidFill>
                  <a:srgbClr val="FFFFFF"/>
                </a:solidFill>
                <a:latin typeface="Microsoft Sans Serif"/>
                <a:cs typeface="Microsoft Sans Serif"/>
              </a:rPr>
              <a:t>goal</a:t>
            </a:r>
            <a:endParaRPr sz="1279">
              <a:latin typeface="Microsoft Sans Serif"/>
              <a:cs typeface="Microsoft Sans Serif"/>
            </a:endParaRPr>
          </a:p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3307079" y="2761352"/>
          <a:ext cx="2511239" cy="22490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4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27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b="1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expnd. </a:t>
                      </a:r>
                      <a:r>
                        <a:rPr sz="1300" b="1" spc="-20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b="1" spc="-10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Frontier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7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{S}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713"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{A,B,C}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41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B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281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C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</a:t>
                      </a:r>
                      <a:r>
                        <a:rPr sz="1300" spc="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721">
                <a:tc>
                  <a:txBody>
                    <a:bodyPr/>
                    <a:lstStyle/>
                    <a:p>
                      <a:pPr marL="75565">
                        <a:lnSpc>
                          <a:spcPts val="1735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{A,B,C}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841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6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{D,E,B,C}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6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281">
                <a:tc>
                  <a:txBody>
                    <a:bodyPr/>
                    <a:lstStyle/>
                    <a:p>
                      <a:pPr marL="75565">
                        <a:lnSpc>
                          <a:spcPts val="1735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D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{E,B,C}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281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1300" spc="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sz="1300" spc="1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goal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{B,C}</a:t>
                      </a:r>
                      <a:r>
                        <a:rPr sz="1300" spc="1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300" spc="2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solidFill>
                            <a:srgbClr val="FF7B80"/>
                          </a:solidFill>
                          <a:latin typeface="Microsoft Sans Serif"/>
                          <a:cs typeface="Microsoft Sans Serif"/>
                        </a:rPr>
                        <a:t>expand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3" name="object 53"/>
          <p:cNvGrpSpPr/>
          <p:nvPr/>
        </p:nvGrpSpPr>
        <p:grpSpPr>
          <a:xfrm>
            <a:off x="6253331" y="4438873"/>
            <a:ext cx="2701738" cy="105335"/>
            <a:chOff x="5207508" y="5030723"/>
            <a:chExt cx="3061970" cy="119380"/>
          </a:xfrm>
        </p:grpSpPr>
        <p:sp>
          <p:nvSpPr>
            <p:cNvPr id="54" name="object 54"/>
            <p:cNvSpPr/>
            <p:nvPr/>
          </p:nvSpPr>
          <p:spPr>
            <a:xfrm>
              <a:off x="5961888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89" h="108585">
                  <a:moveTo>
                    <a:pt x="440436" y="0"/>
                  </a:moveTo>
                  <a:lnTo>
                    <a:pt x="0" y="0"/>
                  </a:lnTo>
                  <a:lnTo>
                    <a:pt x="22860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19456" y="108203"/>
                  </a:lnTo>
                  <a:lnTo>
                    <a:pt x="257556" y="106680"/>
                  </a:lnTo>
                  <a:lnTo>
                    <a:pt x="327660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9696" y="5030723"/>
              <a:ext cx="464819" cy="11887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219700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89" h="108585">
                  <a:moveTo>
                    <a:pt x="440436" y="0"/>
                  </a:moveTo>
                  <a:lnTo>
                    <a:pt x="0" y="0"/>
                  </a:lnTo>
                  <a:lnTo>
                    <a:pt x="22860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19455" y="108203"/>
                  </a:lnTo>
                  <a:lnTo>
                    <a:pt x="257555" y="106680"/>
                  </a:lnTo>
                  <a:lnTo>
                    <a:pt x="327660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7" name="object 5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07508" y="5030723"/>
              <a:ext cx="464819" cy="118871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7816596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90" h="108585">
                  <a:moveTo>
                    <a:pt x="440435" y="0"/>
                  </a:moveTo>
                  <a:lnTo>
                    <a:pt x="0" y="0"/>
                  </a:lnTo>
                  <a:lnTo>
                    <a:pt x="22859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20979" y="108203"/>
                  </a:lnTo>
                  <a:lnTo>
                    <a:pt x="257555" y="106680"/>
                  </a:lnTo>
                  <a:lnTo>
                    <a:pt x="329183" y="86868"/>
                  </a:lnTo>
                  <a:lnTo>
                    <a:pt x="390144" y="50292"/>
                  </a:lnTo>
                  <a:lnTo>
                    <a:pt x="44043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9" name="object 5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04404" y="5030723"/>
              <a:ext cx="464820" cy="118871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888480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90" h="108585">
                  <a:moveTo>
                    <a:pt x="440436" y="0"/>
                  </a:moveTo>
                  <a:lnTo>
                    <a:pt x="0" y="0"/>
                  </a:lnTo>
                  <a:lnTo>
                    <a:pt x="24384" y="27431"/>
                  </a:lnTo>
                  <a:lnTo>
                    <a:pt x="80772" y="70103"/>
                  </a:lnTo>
                  <a:lnTo>
                    <a:pt x="146303" y="99059"/>
                  </a:lnTo>
                  <a:lnTo>
                    <a:pt x="220979" y="108203"/>
                  </a:lnTo>
                  <a:lnTo>
                    <a:pt x="259079" y="106680"/>
                  </a:lnTo>
                  <a:lnTo>
                    <a:pt x="329184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1" name="object 6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76288" y="5030723"/>
              <a:ext cx="466343" cy="118871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6203576" y="4854388"/>
            <a:ext cx="509868" cy="286871"/>
            <a:chOff x="5151120" y="5501640"/>
            <a:chExt cx="577850" cy="325120"/>
          </a:xfrm>
        </p:grpSpPr>
        <p:sp>
          <p:nvSpPr>
            <p:cNvPr id="63" name="object 63"/>
            <p:cNvSpPr/>
            <p:nvPr/>
          </p:nvSpPr>
          <p:spPr>
            <a:xfrm>
              <a:off x="5161788" y="5510784"/>
              <a:ext cx="556260" cy="315595"/>
            </a:xfrm>
            <a:custGeom>
              <a:avLst/>
              <a:gdLst/>
              <a:ahLst/>
              <a:cxnLst/>
              <a:rect l="l" t="t" r="r" b="b"/>
              <a:pathLst>
                <a:path w="556260" h="315595">
                  <a:moveTo>
                    <a:pt x="277367" y="0"/>
                  </a:moveTo>
                  <a:lnTo>
                    <a:pt x="204215" y="9144"/>
                  </a:lnTo>
                  <a:lnTo>
                    <a:pt x="137160" y="38100"/>
                  </a:lnTo>
                  <a:lnTo>
                    <a:pt x="80772" y="80772"/>
                  </a:lnTo>
                  <a:lnTo>
                    <a:pt x="38100" y="137160"/>
                  </a:lnTo>
                  <a:lnTo>
                    <a:pt x="9144" y="204216"/>
                  </a:lnTo>
                  <a:lnTo>
                    <a:pt x="0" y="277368"/>
                  </a:lnTo>
                  <a:lnTo>
                    <a:pt x="3048" y="315468"/>
                  </a:lnTo>
                  <a:lnTo>
                    <a:pt x="553212" y="315468"/>
                  </a:lnTo>
                  <a:lnTo>
                    <a:pt x="556260" y="277368"/>
                  </a:lnTo>
                  <a:lnTo>
                    <a:pt x="547115" y="204216"/>
                  </a:lnTo>
                  <a:lnTo>
                    <a:pt x="518160" y="137160"/>
                  </a:lnTo>
                  <a:lnTo>
                    <a:pt x="473963" y="80772"/>
                  </a:lnTo>
                  <a:lnTo>
                    <a:pt x="419100" y="38100"/>
                  </a:lnTo>
                  <a:lnTo>
                    <a:pt x="352044" y="9144"/>
                  </a:lnTo>
                  <a:lnTo>
                    <a:pt x="277367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5151120" y="5501640"/>
              <a:ext cx="577850" cy="325120"/>
            </a:xfrm>
            <a:custGeom>
              <a:avLst/>
              <a:gdLst/>
              <a:ahLst/>
              <a:cxnLst/>
              <a:rect l="l" t="t" r="r" b="b"/>
              <a:pathLst>
                <a:path w="577850" h="325120">
                  <a:moveTo>
                    <a:pt x="577596" y="286512"/>
                  </a:moveTo>
                  <a:lnTo>
                    <a:pt x="569976" y="224028"/>
                  </a:lnTo>
                  <a:lnTo>
                    <a:pt x="548640" y="161544"/>
                  </a:lnTo>
                  <a:lnTo>
                    <a:pt x="526986" y="126492"/>
                  </a:lnTo>
                  <a:lnTo>
                    <a:pt x="516636" y="109728"/>
                  </a:lnTo>
                  <a:lnTo>
                    <a:pt x="478536" y="68580"/>
                  </a:lnTo>
                  <a:lnTo>
                    <a:pt x="432816" y="36576"/>
                  </a:lnTo>
                  <a:lnTo>
                    <a:pt x="429221" y="35052"/>
                  </a:lnTo>
                  <a:lnTo>
                    <a:pt x="393293" y="19812"/>
                  </a:lnTo>
                  <a:lnTo>
                    <a:pt x="382524" y="15240"/>
                  </a:lnTo>
                  <a:lnTo>
                    <a:pt x="329184" y="3048"/>
                  </a:lnTo>
                  <a:lnTo>
                    <a:pt x="303276" y="0"/>
                  </a:lnTo>
                  <a:lnTo>
                    <a:pt x="274320" y="0"/>
                  </a:lnTo>
                  <a:lnTo>
                    <a:pt x="220980" y="7620"/>
                  </a:lnTo>
                  <a:lnTo>
                    <a:pt x="169164" y="24384"/>
                  </a:lnTo>
                  <a:lnTo>
                    <a:pt x="121920" y="51816"/>
                  </a:lnTo>
                  <a:lnTo>
                    <a:pt x="79248" y="88392"/>
                  </a:lnTo>
                  <a:lnTo>
                    <a:pt x="44196" y="135636"/>
                  </a:lnTo>
                  <a:lnTo>
                    <a:pt x="16764" y="192024"/>
                  </a:lnTo>
                  <a:lnTo>
                    <a:pt x="1524" y="257556"/>
                  </a:lnTo>
                  <a:lnTo>
                    <a:pt x="0" y="286512"/>
                  </a:lnTo>
                  <a:lnTo>
                    <a:pt x="0" y="301752"/>
                  </a:lnTo>
                  <a:lnTo>
                    <a:pt x="1524" y="316992"/>
                  </a:lnTo>
                  <a:lnTo>
                    <a:pt x="3048" y="324612"/>
                  </a:lnTo>
                  <a:lnTo>
                    <a:pt x="21336" y="324612"/>
                  </a:lnTo>
                  <a:lnTo>
                    <a:pt x="22860" y="324612"/>
                  </a:lnTo>
                  <a:lnTo>
                    <a:pt x="22860" y="315468"/>
                  </a:lnTo>
                  <a:lnTo>
                    <a:pt x="21336" y="300228"/>
                  </a:lnTo>
                  <a:lnTo>
                    <a:pt x="21336" y="274320"/>
                  </a:lnTo>
                  <a:lnTo>
                    <a:pt x="24384" y="246888"/>
                  </a:lnTo>
                  <a:lnTo>
                    <a:pt x="25908" y="236220"/>
                  </a:lnTo>
                  <a:lnTo>
                    <a:pt x="25908" y="233172"/>
                  </a:lnTo>
                  <a:lnTo>
                    <a:pt x="28956" y="220980"/>
                  </a:lnTo>
                  <a:lnTo>
                    <a:pt x="32004" y="207264"/>
                  </a:lnTo>
                  <a:lnTo>
                    <a:pt x="36576" y="195072"/>
                  </a:lnTo>
                  <a:lnTo>
                    <a:pt x="42672" y="182880"/>
                  </a:lnTo>
                  <a:lnTo>
                    <a:pt x="47244" y="172212"/>
                  </a:lnTo>
                  <a:lnTo>
                    <a:pt x="47244" y="170688"/>
                  </a:lnTo>
                  <a:lnTo>
                    <a:pt x="59436" y="149352"/>
                  </a:lnTo>
                  <a:lnTo>
                    <a:pt x="59436" y="147828"/>
                  </a:lnTo>
                  <a:lnTo>
                    <a:pt x="65532" y="138684"/>
                  </a:lnTo>
                  <a:lnTo>
                    <a:pt x="74676" y="126492"/>
                  </a:lnTo>
                  <a:lnTo>
                    <a:pt x="82296" y="117348"/>
                  </a:lnTo>
                  <a:lnTo>
                    <a:pt x="89916" y="106680"/>
                  </a:lnTo>
                  <a:lnTo>
                    <a:pt x="99060" y="99060"/>
                  </a:lnTo>
                  <a:lnTo>
                    <a:pt x="99060" y="97536"/>
                  </a:lnTo>
                  <a:lnTo>
                    <a:pt x="108204" y="88392"/>
                  </a:lnTo>
                  <a:lnTo>
                    <a:pt x="117348" y="80772"/>
                  </a:lnTo>
                  <a:lnTo>
                    <a:pt x="149352" y="57912"/>
                  </a:lnTo>
                  <a:lnTo>
                    <a:pt x="161544" y="51816"/>
                  </a:lnTo>
                  <a:lnTo>
                    <a:pt x="172212" y="45720"/>
                  </a:lnTo>
                  <a:lnTo>
                    <a:pt x="184404" y="41148"/>
                  </a:lnTo>
                  <a:lnTo>
                    <a:pt x="184404" y="39624"/>
                  </a:lnTo>
                  <a:lnTo>
                    <a:pt x="196596" y="35052"/>
                  </a:lnTo>
                  <a:lnTo>
                    <a:pt x="196596" y="36576"/>
                  </a:lnTo>
                  <a:lnTo>
                    <a:pt x="200660" y="35052"/>
                  </a:lnTo>
                  <a:lnTo>
                    <a:pt x="220980" y="27432"/>
                  </a:lnTo>
                  <a:lnTo>
                    <a:pt x="234696" y="24384"/>
                  </a:lnTo>
                  <a:lnTo>
                    <a:pt x="248412" y="22860"/>
                  </a:lnTo>
                  <a:lnTo>
                    <a:pt x="260604" y="21336"/>
                  </a:lnTo>
                  <a:lnTo>
                    <a:pt x="274320" y="19812"/>
                  </a:lnTo>
                  <a:lnTo>
                    <a:pt x="316992" y="19812"/>
                  </a:lnTo>
                  <a:lnTo>
                    <a:pt x="329184" y="22860"/>
                  </a:lnTo>
                  <a:lnTo>
                    <a:pt x="342900" y="24384"/>
                  </a:lnTo>
                  <a:lnTo>
                    <a:pt x="356616" y="27432"/>
                  </a:lnTo>
                  <a:lnTo>
                    <a:pt x="381000" y="36576"/>
                  </a:lnTo>
                  <a:lnTo>
                    <a:pt x="381000" y="35052"/>
                  </a:lnTo>
                  <a:lnTo>
                    <a:pt x="393192" y="39624"/>
                  </a:lnTo>
                  <a:lnTo>
                    <a:pt x="393192" y="41148"/>
                  </a:lnTo>
                  <a:lnTo>
                    <a:pt x="405384" y="45720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49580" y="73152"/>
                  </a:lnTo>
                  <a:lnTo>
                    <a:pt x="458724" y="80772"/>
                  </a:lnTo>
                  <a:lnTo>
                    <a:pt x="469392" y="88392"/>
                  </a:lnTo>
                  <a:lnTo>
                    <a:pt x="478536" y="97536"/>
                  </a:lnTo>
                  <a:lnTo>
                    <a:pt x="478536" y="99060"/>
                  </a:lnTo>
                  <a:lnTo>
                    <a:pt x="487680" y="106680"/>
                  </a:lnTo>
                  <a:lnTo>
                    <a:pt x="487680" y="108204"/>
                  </a:lnTo>
                  <a:lnTo>
                    <a:pt x="495300" y="117348"/>
                  </a:lnTo>
                  <a:lnTo>
                    <a:pt x="502920" y="128016"/>
                  </a:lnTo>
                  <a:lnTo>
                    <a:pt x="502920" y="126492"/>
                  </a:lnTo>
                  <a:lnTo>
                    <a:pt x="510540" y="138684"/>
                  </a:lnTo>
                  <a:lnTo>
                    <a:pt x="510540" y="137160"/>
                  </a:lnTo>
                  <a:lnTo>
                    <a:pt x="518160" y="147828"/>
                  </a:lnTo>
                  <a:lnTo>
                    <a:pt x="518160" y="149352"/>
                  </a:lnTo>
                  <a:lnTo>
                    <a:pt x="530352" y="170688"/>
                  </a:lnTo>
                  <a:lnTo>
                    <a:pt x="530352" y="172212"/>
                  </a:lnTo>
                  <a:lnTo>
                    <a:pt x="534924" y="182880"/>
                  </a:lnTo>
                  <a:lnTo>
                    <a:pt x="541020" y="195072"/>
                  </a:lnTo>
                  <a:lnTo>
                    <a:pt x="544068" y="207264"/>
                  </a:lnTo>
                  <a:lnTo>
                    <a:pt x="548640" y="220980"/>
                  </a:lnTo>
                  <a:lnTo>
                    <a:pt x="551688" y="233172"/>
                  </a:lnTo>
                  <a:lnTo>
                    <a:pt x="551688" y="236220"/>
                  </a:lnTo>
                  <a:lnTo>
                    <a:pt x="553212" y="246888"/>
                  </a:lnTo>
                  <a:lnTo>
                    <a:pt x="556260" y="274320"/>
                  </a:lnTo>
                  <a:lnTo>
                    <a:pt x="556260" y="324612"/>
                  </a:lnTo>
                  <a:lnTo>
                    <a:pt x="574548" y="324612"/>
                  </a:lnTo>
                  <a:lnTo>
                    <a:pt x="577596" y="301752"/>
                  </a:lnTo>
                  <a:lnTo>
                    <a:pt x="577596" y="2865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5" name="object 6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33416" y="5553456"/>
              <a:ext cx="79248" cy="65531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44312" y="5541264"/>
              <a:ext cx="102108" cy="77724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704332" y="5801868"/>
              <a:ext cx="3175" cy="24765"/>
            </a:xfrm>
            <a:custGeom>
              <a:avLst/>
              <a:gdLst/>
              <a:ahLst/>
              <a:cxnLst/>
              <a:rect l="l" t="t" r="r" b="b"/>
              <a:pathLst>
                <a:path w="3175" h="24764">
                  <a:moveTo>
                    <a:pt x="3048" y="0"/>
                  </a:moveTo>
                  <a:lnTo>
                    <a:pt x="1524" y="15240"/>
                  </a:lnTo>
                  <a:lnTo>
                    <a:pt x="1524" y="13716"/>
                  </a:lnTo>
                  <a:lnTo>
                    <a:pt x="0" y="24384"/>
                  </a:lnTo>
                  <a:lnTo>
                    <a:pt x="3048" y="24384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6321494" y="4601057"/>
            <a:ext cx="214032" cy="623447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7</a:t>
            </a:r>
            <a:endParaRPr sz="1279">
              <a:latin typeface="Arial"/>
              <a:cs typeface="Arial"/>
            </a:endParaRPr>
          </a:p>
          <a:p>
            <a:pPr>
              <a:spcBef>
                <a:spcPts val="9"/>
              </a:spcBef>
            </a:pPr>
            <a:endParaRPr sz="1279">
              <a:latin typeface="Arial"/>
              <a:cs typeface="Arial"/>
            </a:endParaRPr>
          </a:p>
          <a:p>
            <a:pPr marL="71161"/>
            <a:r>
              <a:rPr sz="1412" b="1" spc="-44" dirty="0">
                <a:latin typeface="Arial"/>
                <a:cs typeface="Arial"/>
              </a:rPr>
              <a:t>H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6206265" y="5140811"/>
            <a:ext cx="504265" cy="220756"/>
            <a:chOff x="5154167" y="5826252"/>
            <a:chExt cx="571500" cy="250190"/>
          </a:xfrm>
        </p:grpSpPr>
        <p:sp>
          <p:nvSpPr>
            <p:cNvPr id="70" name="object 70"/>
            <p:cNvSpPr/>
            <p:nvPr/>
          </p:nvSpPr>
          <p:spPr>
            <a:xfrm>
              <a:off x="5164835" y="5826252"/>
              <a:ext cx="550545" cy="241300"/>
            </a:xfrm>
            <a:custGeom>
              <a:avLst/>
              <a:gdLst/>
              <a:ahLst/>
              <a:cxnLst/>
              <a:rect l="l" t="t" r="r" b="b"/>
              <a:pathLst>
                <a:path w="550545" h="241300">
                  <a:moveTo>
                    <a:pt x="550163" y="0"/>
                  </a:moveTo>
                  <a:lnTo>
                    <a:pt x="0" y="0"/>
                  </a:lnTo>
                  <a:lnTo>
                    <a:pt x="6096" y="36575"/>
                  </a:lnTo>
                  <a:lnTo>
                    <a:pt x="35051" y="103631"/>
                  </a:lnTo>
                  <a:lnTo>
                    <a:pt x="77724" y="160020"/>
                  </a:lnTo>
                  <a:lnTo>
                    <a:pt x="134112" y="202692"/>
                  </a:lnTo>
                  <a:lnTo>
                    <a:pt x="201167" y="230124"/>
                  </a:lnTo>
                  <a:lnTo>
                    <a:pt x="274319" y="240792"/>
                  </a:lnTo>
                  <a:lnTo>
                    <a:pt x="312419" y="237744"/>
                  </a:lnTo>
                  <a:lnTo>
                    <a:pt x="382524" y="219456"/>
                  </a:lnTo>
                  <a:lnTo>
                    <a:pt x="445008" y="182880"/>
                  </a:lnTo>
                  <a:lnTo>
                    <a:pt x="495300" y="132587"/>
                  </a:lnTo>
                  <a:lnTo>
                    <a:pt x="531876" y="71628"/>
                  </a:lnTo>
                  <a:lnTo>
                    <a:pt x="55016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1" name="object 71"/>
            <p:cNvSpPr/>
            <p:nvPr/>
          </p:nvSpPr>
          <p:spPr>
            <a:xfrm>
              <a:off x="5154168" y="5826252"/>
              <a:ext cx="571500" cy="250190"/>
            </a:xfrm>
            <a:custGeom>
              <a:avLst/>
              <a:gdLst/>
              <a:ahLst/>
              <a:cxnLst/>
              <a:rect l="l" t="t" r="r" b="b"/>
              <a:pathLst>
                <a:path w="571500" h="250189">
                  <a:moveTo>
                    <a:pt x="571500" y="0"/>
                  </a:moveTo>
                  <a:lnTo>
                    <a:pt x="550164" y="0"/>
                  </a:lnTo>
                  <a:lnTo>
                    <a:pt x="550164" y="3048"/>
                  </a:lnTo>
                  <a:lnTo>
                    <a:pt x="548640" y="16764"/>
                  </a:lnTo>
                  <a:lnTo>
                    <a:pt x="545592" y="30480"/>
                  </a:lnTo>
                  <a:lnTo>
                    <a:pt x="545592" y="28956"/>
                  </a:lnTo>
                  <a:lnTo>
                    <a:pt x="541020" y="42672"/>
                  </a:lnTo>
                  <a:lnTo>
                    <a:pt x="537972" y="54864"/>
                  </a:lnTo>
                  <a:lnTo>
                    <a:pt x="531876" y="67056"/>
                  </a:lnTo>
                  <a:lnTo>
                    <a:pt x="527304" y="79248"/>
                  </a:lnTo>
                  <a:lnTo>
                    <a:pt x="521208" y="89916"/>
                  </a:lnTo>
                  <a:lnTo>
                    <a:pt x="515112" y="102108"/>
                  </a:lnTo>
                  <a:lnTo>
                    <a:pt x="499872" y="123444"/>
                  </a:lnTo>
                  <a:lnTo>
                    <a:pt x="499872" y="121920"/>
                  </a:lnTo>
                  <a:lnTo>
                    <a:pt x="492252" y="132588"/>
                  </a:lnTo>
                  <a:lnTo>
                    <a:pt x="483108" y="143256"/>
                  </a:lnTo>
                  <a:lnTo>
                    <a:pt x="484632" y="143256"/>
                  </a:lnTo>
                  <a:lnTo>
                    <a:pt x="475488" y="152400"/>
                  </a:lnTo>
                  <a:lnTo>
                    <a:pt x="466344" y="161544"/>
                  </a:lnTo>
                  <a:lnTo>
                    <a:pt x="455676" y="169164"/>
                  </a:lnTo>
                  <a:lnTo>
                    <a:pt x="446532" y="178308"/>
                  </a:lnTo>
                  <a:lnTo>
                    <a:pt x="446532" y="176784"/>
                  </a:lnTo>
                  <a:lnTo>
                    <a:pt x="435864" y="184404"/>
                  </a:lnTo>
                  <a:lnTo>
                    <a:pt x="423672" y="192024"/>
                  </a:lnTo>
                  <a:lnTo>
                    <a:pt x="425196" y="192024"/>
                  </a:lnTo>
                  <a:lnTo>
                    <a:pt x="413004" y="198120"/>
                  </a:lnTo>
                  <a:lnTo>
                    <a:pt x="400812" y="204216"/>
                  </a:lnTo>
                  <a:lnTo>
                    <a:pt x="402336" y="204216"/>
                  </a:lnTo>
                  <a:lnTo>
                    <a:pt x="390144" y="210312"/>
                  </a:lnTo>
                  <a:lnTo>
                    <a:pt x="377952" y="214884"/>
                  </a:lnTo>
                  <a:lnTo>
                    <a:pt x="377952" y="213360"/>
                  </a:lnTo>
                  <a:lnTo>
                    <a:pt x="364236" y="217932"/>
                  </a:lnTo>
                  <a:lnTo>
                    <a:pt x="365760" y="217932"/>
                  </a:lnTo>
                  <a:lnTo>
                    <a:pt x="352044" y="222504"/>
                  </a:lnTo>
                  <a:lnTo>
                    <a:pt x="353568" y="222504"/>
                  </a:lnTo>
                  <a:lnTo>
                    <a:pt x="339852" y="225552"/>
                  </a:lnTo>
                  <a:lnTo>
                    <a:pt x="326136" y="227076"/>
                  </a:lnTo>
                  <a:lnTo>
                    <a:pt x="312420" y="230124"/>
                  </a:lnTo>
                  <a:lnTo>
                    <a:pt x="257556" y="230124"/>
                  </a:lnTo>
                  <a:lnTo>
                    <a:pt x="245364" y="227076"/>
                  </a:lnTo>
                  <a:lnTo>
                    <a:pt x="231648" y="225552"/>
                  </a:lnTo>
                  <a:lnTo>
                    <a:pt x="217932" y="222504"/>
                  </a:lnTo>
                  <a:lnTo>
                    <a:pt x="219456" y="222504"/>
                  </a:lnTo>
                  <a:lnTo>
                    <a:pt x="205740" y="217932"/>
                  </a:lnTo>
                  <a:lnTo>
                    <a:pt x="193548" y="213360"/>
                  </a:lnTo>
                  <a:lnTo>
                    <a:pt x="193548" y="214884"/>
                  </a:lnTo>
                  <a:lnTo>
                    <a:pt x="181356" y="210312"/>
                  </a:lnTo>
                  <a:lnTo>
                    <a:pt x="158496" y="198894"/>
                  </a:lnTo>
                  <a:lnTo>
                    <a:pt x="158496" y="198120"/>
                  </a:lnTo>
                  <a:lnTo>
                    <a:pt x="146304" y="192024"/>
                  </a:lnTo>
                  <a:lnTo>
                    <a:pt x="147828" y="192024"/>
                  </a:lnTo>
                  <a:lnTo>
                    <a:pt x="135636" y="184404"/>
                  </a:lnTo>
                  <a:lnTo>
                    <a:pt x="124968" y="176784"/>
                  </a:lnTo>
                  <a:lnTo>
                    <a:pt x="124968" y="178308"/>
                  </a:lnTo>
                  <a:lnTo>
                    <a:pt x="114300" y="169164"/>
                  </a:lnTo>
                  <a:lnTo>
                    <a:pt x="115824" y="169164"/>
                  </a:lnTo>
                  <a:lnTo>
                    <a:pt x="105156" y="161544"/>
                  </a:lnTo>
                  <a:lnTo>
                    <a:pt x="96012" y="152400"/>
                  </a:lnTo>
                  <a:lnTo>
                    <a:pt x="86868" y="143256"/>
                  </a:lnTo>
                  <a:lnTo>
                    <a:pt x="79248" y="132588"/>
                  </a:lnTo>
                  <a:lnTo>
                    <a:pt x="72707" y="123444"/>
                  </a:lnTo>
                  <a:lnTo>
                    <a:pt x="71628" y="121920"/>
                  </a:lnTo>
                  <a:lnTo>
                    <a:pt x="71628" y="123444"/>
                  </a:lnTo>
                  <a:lnTo>
                    <a:pt x="62484" y="112776"/>
                  </a:lnTo>
                  <a:lnTo>
                    <a:pt x="64008" y="112776"/>
                  </a:lnTo>
                  <a:lnTo>
                    <a:pt x="56388" y="102108"/>
                  </a:lnTo>
                  <a:lnTo>
                    <a:pt x="50292" y="89916"/>
                  </a:lnTo>
                  <a:lnTo>
                    <a:pt x="44196" y="79248"/>
                  </a:lnTo>
                  <a:lnTo>
                    <a:pt x="39624" y="67056"/>
                  </a:lnTo>
                  <a:lnTo>
                    <a:pt x="33528" y="54864"/>
                  </a:lnTo>
                  <a:lnTo>
                    <a:pt x="28956" y="42672"/>
                  </a:lnTo>
                  <a:lnTo>
                    <a:pt x="26238" y="30480"/>
                  </a:lnTo>
                  <a:lnTo>
                    <a:pt x="25908" y="28956"/>
                  </a:lnTo>
                  <a:lnTo>
                    <a:pt x="25908" y="30480"/>
                  </a:lnTo>
                  <a:lnTo>
                    <a:pt x="22860" y="16764"/>
                  </a:lnTo>
                  <a:lnTo>
                    <a:pt x="21501" y="4572"/>
                  </a:lnTo>
                  <a:lnTo>
                    <a:pt x="21336" y="3048"/>
                  </a:lnTo>
                  <a:lnTo>
                    <a:pt x="21336" y="4572"/>
                  </a:lnTo>
                  <a:lnTo>
                    <a:pt x="19812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3048" y="21336"/>
                  </a:lnTo>
                  <a:lnTo>
                    <a:pt x="13716" y="57912"/>
                  </a:lnTo>
                  <a:lnTo>
                    <a:pt x="22860" y="80772"/>
                  </a:lnTo>
                  <a:lnTo>
                    <a:pt x="27432" y="92964"/>
                  </a:lnTo>
                  <a:lnTo>
                    <a:pt x="44196" y="120396"/>
                  </a:lnTo>
                  <a:lnTo>
                    <a:pt x="47244" y="124968"/>
                  </a:lnTo>
                  <a:lnTo>
                    <a:pt x="56388" y="137160"/>
                  </a:lnTo>
                  <a:lnTo>
                    <a:pt x="62484" y="146304"/>
                  </a:lnTo>
                  <a:lnTo>
                    <a:pt x="68580" y="153924"/>
                  </a:lnTo>
                  <a:lnTo>
                    <a:pt x="79248" y="163068"/>
                  </a:lnTo>
                  <a:lnTo>
                    <a:pt x="96012" y="179832"/>
                  </a:lnTo>
                  <a:lnTo>
                    <a:pt x="105156" y="187452"/>
                  </a:lnTo>
                  <a:lnTo>
                    <a:pt x="114300" y="195072"/>
                  </a:lnTo>
                  <a:lnTo>
                    <a:pt x="124968" y="201168"/>
                  </a:lnTo>
                  <a:lnTo>
                    <a:pt x="124968" y="202692"/>
                  </a:lnTo>
                  <a:lnTo>
                    <a:pt x="135636" y="208788"/>
                  </a:lnTo>
                  <a:lnTo>
                    <a:pt x="146304" y="214884"/>
                  </a:lnTo>
                  <a:lnTo>
                    <a:pt x="155448" y="220980"/>
                  </a:lnTo>
                  <a:lnTo>
                    <a:pt x="158496" y="220980"/>
                  </a:lnTo>
                  <a:lnTo>
                    <a:pt x="181356" y="231648"/>
                  </a:lnTo>
                  <a:lnTo>
                    <a:pt x="217932" y="243840"/>
                  </a:lnTo>
                  <a:lnTo>
                    <a:pt x="225552" y="245364"/>
                  </a:lnTo>
                  <a:lnTo>
                    <a:pt x="231648" y="245364"/>
                  </a:lnTo>
                  <a:lnTo>
                    <a:pt x="262128" y="249936"/>
                  </a:lnTo>
                  <a:lnTo>
                    <a:pt x="300228" y="249936"/>
                  </a:lnTo>
                  <a:lnTo>
                    <a:pt x="313944" y="249936"/>
                  </a:lnTo>
                  <a:lnTo>
                    <a:pt x="315468" y="249936"/>
                  </a:lnTo>
                  <a:lnTo>
                    <a:pt x="329184" y="248412"/>
                  </a:lnTo>
                  <a:lnTo>
                    <a:pt x="339852" y="245364"/>
                  </a:lnTo>
                  <a:lnTo>
                    <a:pt x="353568" y="242316"/>
                  </a:lnTo>
                  <a:lnTo>
                    <a:pt x="365760" y="239268"/>
                  </a:lnTo>
                  <a:lnTo>
                    <a:pt x="368808" y="239268"/>
                  </a:lnTo>
                  <a:lnTo>
                    <a:pt x="390144" y="231648"/>
                  </a:lnTo>
                  <a:lnTo>
                    <a:pt x="402336" y="227076"/>
                  </a:lnTo>
                  <a:lnTo>
                    <a:pt x="406908" y="225552"/>
                  </a:lnTo>
                  <a:lnTo>
                    <a:pt x="413004" y="220980"/>
                  </a:lnTo>
                  <a:lnTo>
                    <a:pt x="425196" y="214884"/>
                  </a:lnTo>
                  <a:lnTo>
                    <a:pt x="435864" y="208788"/>
                  </a:lnTo>
                  <a:lnTo>
                    <a:pt x="440436" y="205740"/>
                  </a:lnTo>
                  <a:lnTo>
                    <a:pt x="446532" y="202692"/>
                  </a:lnTo>
                  <a:lnTo>
                    <a:pt x="455676" y="195072"/>
                  </a:lnTo>
                  <a:lnTo>
                    <a:pt x="466344" y="187452"/>
                  </a:lnTo>
                  <a:lnTo>
                    <a:pt x="472440" y="182880"/>
                  </a:lnTo>
                  <a:lnTo>
                    <a:pt x="475488" y="179832"/>
                  </a:lnTo>
                  <a:lnTo>
                    <a:pt x="484632" y="170688"/>
                  </a:lnTo>
                  <a:lnTo>
                    <a:pt x="492252" y="163068"/>
                  </a:lnTo>
                  <a:lnTo>
                    <a:pt x="499872" y="155448"/>
                  </a:lnTo>
                  <a:lnTo>
                    <a:pt x="515112" y="137160"/>
                  </a:lnTo>
                  <a:lnTo>
                    <a:pt x="524256" y="124968"/>
                  </a:lnTo>
                  <a:lnTo>
                    <a:pt x="527304" y="118872"/>
                  </a:lnTo>
                  <a:lnTo>
                    <a:pt x="544068" y="91440"/>
                  </a:lnTo>
                  <a:lnTo>
                    <a:pt x="548640" y="80772"/>
                  </a:lnTo>
                  <a:lnTo>
                    <a:pt x="559308" y="56388"/>
                  </a:lnTo>
                  <a:lnTo>
                    <a:pt x="568452" y="18288"/>
                  </a:lnTo>
                  <a:lnTo>
                    <a:pt x="570738" y="4572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3" name="object 73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13</a:t>
            </a:fld>
            <a:endParaRPr spc="-2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639788"/>
            <a:ext cx="6825545" cy="534378"/>
          </a:xfrm>
          <a:prstGeom prst="rect">
            <a:avLst/>
          </a:prstGeom>
        </p:spPr>
        <p:txBody>
          <a:bodyPr vert="horz" wrap="square" lIns="0" tIns="92139" rIns="0" bIns="0" rtlCol="0" anchor="ctr">
            <a:spAutoFit/>
          </a:bodyPr>
          <a:lstStyle/>
          <a:p>
            <a:pPr marL="1290986">
              <a:lnSpc>
                <a:spcPct val="100000"/>
              </a:lnSpc>
              <a:spcBef>
                <a:spcPts val="79"/>
              </a:spcBef>
            </a:pPr>
            <a:r>
              <a:rPr sz="2868" spc="-141" dirty="0"/>
              <a:t>Iterative‐Deepening</a:t>
            </a:r>
            <a:r>
              <a:rPr sz="2868" spc="-124" dirty="0"/>
              <a:t> </a:t>
            </a:r>
            <a:r>
              <a:rPr sz="2868" spc="-84" dirty="0"/>
              <a:t>Search(IDS)</a:t>
            </a:r>
            <a:endParaRPr sz="2868"/>
          </a:p>
        </p:txBody>
      </p:sp>
      <p:sp>
        <p:nvSpPr>
          <p:cNvPr id="3" name="object 3"/>
          <p:cNvSpPr txBox="1"/>
          <p:nvPr/>
        </p:nvSpPr>
        <p:spPr>
          <a:xfrm>
            <a:off x="3320113" y="2216549"/>
            <a:ext cx="3314140" cy="538998"/>
          </a:xfrm>
          <a:prstGeom prst="rect">
            <a:avLst/>
          </a:prstGeom>
        </p:spPr>
        <p:txBody>
          <a:bodyPr vert="horz" wrap="square" lIns="0" tIns="72838" rIns="0" bIns="0" rtlCol="0">
            <a:spAutoFit/>
          </a:bodyPr>
          <a:lstStyle/>
          <a:p>
            <a:pPr marL="11206">
              <a:spcBef>
                <a:spcPts val="574"/>
              </a:spcBef>
            </a:pPr>
            <a:r>
              <a:rPr sz="1412" b="1" spc="-9" dirty="0">
                <a:solidFill>
                  <a:srgbClr val="CC3300"/>
                </a:solidFill>
                <a:latin typeface="Courier New"/>
                <a:cs typeface="Courier New"/>
              </a:rPr>
              <a:t>deepeningSearch(problem)</a:t>
            </a:r>
            <a:endParaRPr sz="1412">
              <a:latin typeface="Courier New"/>
              <a:cs typeface="Courier New"/>
            </a:endParaRPr>
          </a:p>
          <a:p>
            <a:pPr marL="11206">
              <a:spcBef>
                <a:spcPts val="441"/>
              </a:spcBef>
            </a:pP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depth:</a:t>
            </a:r>
            <a:r>
              <a:rPr sz="1279" spc="-35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2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# of</a:t>
            </a:r>
            <a:r>
              <a:rPr sz="1279" spc="-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nodes</a:t>
            </a:r>
            <a:r>
              <a:rPr sz="1279" spc="-13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tested:</a:t>
            </a:r>
            <a:r>
              <a:rPr sz="1279" spc="-35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6(3)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-26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expanded:</a:t>
            </a:r>
            <a:r>
              <a:rPr sz="1279" spc="-22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spc="-44" dirty="0">
                <a:latin typeface="Microsoft Sans Serif"/>
                <a:cs typeface="Microsoft Sans Serif"/>
              </a:rPr>
              <a:t>4</a:t>
            </a:r>
            <a:endParaRPr sz="1279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76029" y="2398955"/>
            <a:ext cx="509868" cy="508747"/>
            <a:chOff x="6819900" y="2718816"/>
            <a:chExt cx="577850" cy="576580"/>
          </a:xfrm>
        </p:grpSpPr>
        <p:sp>
          <p:nvSpPr>
            <p:cNvPr id="5" name="object 5"/>
            <p:cNvSpPr/>
            <p:nvPr/>
          </p:nvSpPr>
          <p:spPr>
            <a:xfrm>
              <a:off x="6830567" y="2727960"/>
              <a:ext cx="558165" cy="556260"/>
            </a:xfrm>
            <a:custGeom>
              <a:avLst/>
              <a:gdLst/>
              <a:ahLst/>
              <a:cxnLst/>
              <a:rect l="l" t="t" r="r" b="b"/>
              <a:pathLst>
                <a:path w="558165" h="556260">
                  <a:moveTo>
                    <a:pt x="278891" y="0"/>
                  </a:moveTo>
                  <a:lnTo>
                    <a:pt x="240791" y="3048"/>
                  </a:lnTo>
                  <a:lnTo>
                    <a:pt x="170687" y="21336"/>
                  </a:lnTo>
                  <a:lnTo>
                    <a:pt x="108203" y="57912"/>
                  </a:lnTo>
                  <a:lnTo>
                    <a:pt x="57911" y="108203"/>
                  </a:lnTo>
                  <a:lnTo>
                    <a:pt x="22859" y="170687"/>
                  </a:lnTo>
                  <a:lnTo>
                    <a:pt x="3048" y="240791"/>
                  </a:lnTo>
                  <a:lnTo>
                    <a:pt x="0" y="278891"/>
                  </a:lnTo>
                  <a:lnTo>
                    <a:pt x="3048" y="315467"/>
                  </a:lnTo>
                  <a:lnTo>
                    <a:pt x="22859" y="387095"/>
                  </a:lnTo>
                  <a:lnTo>
                    <a:pt x="57911" y="448055"/>
                  </a:lnTo>
                  <a:lnTo>
                    <a:pt x="108203" y="498348"/>
                  </a:lnTo>
                  <a:lnTo>
                    <a:pt x="170687" y="534924"/>
                  </a:lnTo>
                  <a:lnTo>
                    <a:pt x="240791" y="553212"/>
                  </a:lnTo>
                  <a:lnTo>
                    <a:pt x="278891" y="556260"/>
                  </a:lnTo>
                  <a:lnTo>
                    <a:pt x="316991" y="553212"/>
                  </a:lnTo>
                  <a:lnTo>
                    <a:pt x="387096" y="534924"/>
                  </a:lnTo>
                  <a:lnTo>
                    <a:pt x="448055" y="498348"/>
                  </a:lnTo>
                  <a:lnTo>
                    <a:pt x="498348" y="448055"/>
                  </a:lnTo>
                  <a:lnTo>
                    <a:pt x="534924" y="387095"/>
                  </a:lnTo>
                  <a:lnTo>
                    <a:pt x="554735" y="315467"/>
                  </a:lnTo>
                  <a:lnTo>
                    <a:pt x="557783" y="278891"/>
                  </a:lnTo>
                  <a:lnTo>
                    <a:pt x="554735" y="240791"/>
                  </a:lnTo>
                  <a:lnTo>
                    <a:pt x="534924" y="170687"/>
                  </a:lnTo>
                  <a:lnTo>
                    <a:pt x="498348" y="108203"/>
                  </a:lnTo>
                  <a:lnTo>
                    <a:pt x="448055" y="57912"/>
                  </a:lnTo>
                  <a:lnTo>
                    <a:pt x="387096" y="21336"/>
                  </a:lnTo>
                  <a:lnTo>
                    <a:pt x="316991" y="3048"/>
                  </a:lnTo>
                  <a:lnTo>
                    <a:pt x="27889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6819900" y="2718815"/>
              <a:ext cx="577850" cy="576580"/>
            </a:xfrm>
            <a:custGeom>
              <a:avLst/>
              <a:gdLst/>
              <a:ahLst/>
              <a:cxnLst/>
              <a:rect l="l" t="t" r="r" b="b"/>
              <a:pathLst>
                <a:path w="577850" h="576579">
                  <a:moveTo>
                    <a:pt x="577596" y="288036"/>
                  </a:moveTo>
                  <a:lnTo>
                    <a:pt x="569976" y="224028"/>
                  </a:lnTo>
                  <a:lnTo>
                    <a:pt x="565175" y="207264"/>
                  </a:lnTo>
                  <a:lnTo>
                    <a:pt x="560832" y="192024"/>
                  </a:lnTo>
                  <a:lnTo>
                    <a:pt x="557784" y="184797"/>
                  </a:lnTo>
                  <a:lnTo>
                    <a:pt x="557784" y="274320"/>
                  </a:lnTo>
                  <a:lnTo>
                    <a:pt x="557784" y="300228"/>
                  </a:lnTo>
                  <a:lnTo>
                    <a:pt x="554736" y="315468"/>
                  </a:lnTo>
                  <a:lnTo>
                    <a:pt x="554736" y="327660"/>
                  </a:lnTo>
                  <a:lnTo>
                    <a:pt x="551688" y="341376"/>
                  </a:lnTo>
                  <a:lnTo>
                    <a:pt x="548640" y="355092"/>
                  </a:lnTo>
                  <a:lnTo>
                    <a:pt x="548640" y="353568"/>
                  </a:lnTo>
                  <a:lnTo>
                    <a:pt x="545592" y="367284"/>
                  </a:lnTo>
                  <a:lnTo>
                    <a:pt x="541020" y="379476"/>
                  </a:lnTo>
                  <a:lnTo>
                    <a:pt x="534924" y="393192"/>
                  </a:lnTo>
                  <a:lnTo>
                    <a:pt x="534924" y="391668"/>
                  </a:lnTo>
                  <a:lnTo>
                    <a:pt x="530352" y="403860"/>
                  </a:lnTo>
                  <a:lnTo>
                    <a:pt x="518160" y="426720"/>
                  </a:lnTo>
                  <a:lnTo>
                    <a:pt x="495300" y="458724"/>
                  </a:lnTo>
                  <a:lnTo>
                    <a:pt x="496824" y="458724"/>
                  </a:lnTo>
                  <a:lnTo>
                    <a:pt x="478536" y="477012"/>
                  </a:lnTo>
                  <a:lnTo>
                    <a:pt x="467868" y="486156"/>
                  </a:lnTo>
                  <a:lnTo>
                    <a:pt x="469392" y="486156"/>
                  </a:lnTo>
                  <a:lnTo>
                    <a:pt x="458724" y="493776"/>
                  </a:lnTo>
                  <a:lnTo>
                    <a:pt x="449580" y="502920"/>
                  </a:lnTo>
                  <a:lnTo>
                    <a:pt x="449580" y="501396"/>
                  </a:lnTo>
                  <a:lnTo>
                    <a:pt x="438912" y="510540"/>
                  </a:lnTo>
                  <a:lnTo>
                    <a:pt x="440436" y="510540"/>
                  </a:lnTo>
                  <a:lnTo>
                    <a:pt x="426720" y="516636"/>
                  </a:lnTo>
                  <a:lnTo>
                    <a:pt x="428244" y="516636"/>
                  </a:lnTo>
                  <a:lnTo>
                    <a:pt x="416052" y="524256"/>
                  </a:lnTo>
                  <a:lnTo>
                    <a:pt x="417576" y="522732"/>
                  </a:lnTo>
                  <a:lnTo>
                    <a:pt x="405384" y="528828"/>
                  </a:lnTo>
                  <a:lnTo>
                    <a:pt x="393192" y="534924"/>
                  </a:lnTo>
                  <a:lnTo>
                    <a:pt x="368808" y="544068"/>
                  </a:lnTo>
                  <a:lnTo>
                    <a:pt x="356616" y="547116"/>
                  </a:lnTo>
                  <a:lnTo>
                    <a:pt x="342900" y="550164"/>
                  </a:lnTo>
                  <a:lnTo>
                    <a:pt x="344424" y="550164"/>
                  </a:lnTo>
                  <a:lnTo>
                    <a:pt x="329184" y="553212"/>
                  </a:lnTo>
                  <a:lnTo>
                    <a:pt x="315468" y="554736"/>
                  </a:lnTo>
                  <a:lnTo>
                    <a:pt x="303276" y="554736"/>
                  </a:lnTo>
                  <a:lnTo>
                    <a:pt x="289560" y="556260"/>
                  </a:lnTo>
                  <a:lnTo>
                    <a:pt x="274320" y="554736"/>
                  </a:lnTo>
                  <a:lnTo>
                    <a:pt x="262128" y="554736"/>
                  </a:lnTo>
                  <a:lnTo>
                    <a:pt x="248412" y="553212"/>
                  </a:lnTo>
                  <a:lnTo>
                    <a:pt x="234696" y="550164"/>
                  </a:lnTo>
                  <a:lnTo>
                    <a:pt x="236220" y="550164"/>
                  </a:lnTo>
                  <a:lnTo>
                    <a:pt x="220980" y="547116"/>
                  </a:lnTo>
                  <a:lnTo>
                    <a:pt x="222504" y="547116"/>
                  </a:lnTo>
                  <a:lnTo>
                    <a:pt x="208788" y="544068"/>
                  </a:lnTo>
                  <a:lnTo>
                    <a:pt x="184404" y="534924"/>
                  </a:lnTo>
                  <a:lnTo>
                    <a:pt x="185928" y="534924"/>
                  </a:lnTo>
                  <a:lnTo>
                    <a:pt x="172212" y="528828"/>
                  </a:lnTo>
                  <a:lnTo>
                    <a:pt x="161544" y="522732"/>
                  </a:lnTo>
                  <a:lnTo>
                    <a:pt x="161544" y="524256"/>
                  </a:lnTo>
                  <a:lnTo>
                    <a:pt x="138684" y="510540"/>
                  </a:lnTo>
                  <a:lnTo>
                    <a:pt x="140208" y="510540"/>
                  </a:lnTo>
                  <a:lnTo>
                    <a:pt x="128016" y="501396"/>
                  </a:lnTo>
                  <a:lnTo>
                    <a:pt x="128016" y="502920"/>
                  </a:lnTo>
                  <a:lnTo>
                    <a:pt x="118872" y="493776"/>
                  </a:lnTo>
                  <a:lnTo>
                    <a:pt x="108204" y="486156"/>
                  </a:lnTo>
                  <a:lnTo>
                    <a:pt x="89916" y="467868"/>
                  </a:lnTo>
                  <a:lnTo>
                    <a:pt x="82296" y="458724"/>
                  </a:lnTo>
                  <a:lnTo>
                    <a:pt x="59436" y="426720"/>
                  </a:lnTo>
                  <a:lnTo>
                    <a:pt x="60960" y="426720"/>
                  </a:lnTo>
                  <a:lnTo>
                    <a:pt x="53340" y="416052"/>
                  </a:lnTo>
                  <a:lnTo>
                    <a:pt x="47244" y="403860"/>
                  </a:lnTo>
                  <a:lnTo>
                    <a:pt x="48768" y="403860"/>
                  </a:lnTo>
                  <a:lnTo>
                    <a:pt x="43434" y="393192"/>
                  </a:lnTo>
                  <a:lnTo>
                    <a:pt x="42672" y="391668"/>
                  </a:lnTo>
                  <a:lnTo>
                    <a:pt x="42672" y="393192"/>
                  </a:lnTo>
                  <a:lnTo>
                    <a:pt x="38100" y="379476"/>
                  </a:lnTo>
                  <a:lnTo>
                    <a:pt x="32004" y="367284"/>
                  </a:lnTo>
                  <a:lnTo>
                    <a:pt x="29286" y="355092"/>
                  </a:lnTo>
                  <a:lnTo>
                    <a:pt x="28956" y="353568"/>
                  </a:lnTo>
                  <a:lnTo>
                    <a:pt x="28956" y="355092"/>
                  </a:lnTo>
                  <a:lnTo>
                    <a:pt x="25908" y="341376"/>
                  </a:lnTo>
                  <a:lnTo>
                    <a:pt x="24549" y="329184"/>
                  </a:lnTo>
                  <a:lnTo>
                    <a:pt x="24384" y="327660"/>
                  </a:lnTo>
                  <a:lnTo>
                    <a:pt x="24384" y="329184"/>
                  </a:lnTo>
                  <a:lnTo>
                    <a:pt x="23012" y="315468"/>
                  </a:lnTo>
                  <a:lnTo>
                    <a:pt x="22860" y="313944"/>
                  </a:lnTo>
                  <a:lnTo>
                    <a:pt x="22860" y="315468"/>
                  </a:lnTo>
                  <a:lnTo>
                    <a:pt x="21336" y="300228"/>
                  </a:lnTo>
                  <a:lnTo>
                    <a:pt x="21336" y="274320"/>
                  </a:lnTo>
                  <a:lnTo>
                    <a:pt x="25908" y="233172"/>
                  </a:lnTo>
                  <a:lnTo>
                    <a:pt x="25908" y="234696"/>
                  </a:lnTo>
                  <a:lnTo>
                    <a:pt x="26238" y="233172"/>
                  </a:lnTo>
                  <a:lnTo>
                    <a:pt x="32004" y="207264"/>
                  </a:lnTo>
                  <a:lnTo>
                    <a:pt x="32004" y="208788"/>
                  </a:lnTo>
                  <a:lnTo>
                    <a:pt x="32677" y="207264"/>
                  </a:lnTo>
                  <a:lnTo>
                    <a:pt x="38100" y="195072"/>
                  </a:lnTo>
                  <a:lnTo>
                    <a:pt x="42672" y="182880"/>
                  </a:lnTo>
                  <a:lnTo>
                    <a:pt x="47244" y="173736"/>
                  </a:lnTo>
                  <a:lnTo>
                    <a:pt x="48768" y="170688"/>
                  </a:lnTo>
                  <a:lnTo>
                    <a:pt x="47244" y="172212"/>
                  </a:lnTo>
                  <a:lnTo>
                    <a:pt x="53340" y="160020"/>
                  </a:lnTo>
                  <a:lnTo>
                    <a:pt x="59436" y="149352"/>
                  </a:lnTo>
                  <a:lnTo>
                    <a:pt x="67056" y="137160"/>
                  </a:lnTo>
                  <a:lnTo>
                    <a:pt x="67056" y="138684"/>
                  </a:lnTo>
                  <a:lnTo>
                    <a:pt x="68008" y="137160"/>
                  </a:lnTo>
                  <a:lnTo>
                    <a:pt x="74676" y="126492"/>
                  </a:lnTo>
                  <a:lnTo>
                    <a:pt x="82296" y="117348"/>
                  </a:lnTo>
                  <a:lnTo>
                    <a:pt x="89916" y="106680"/>
                  </a:lnTo>
                  <a:lnTo>
                    <a:pt x="108204" y="88392"/>
                  </a:lnTo>
                  <a:lnTo>
                    <a:pt x="108204" y="89916"/>
                  </a:lnTo>
                  <a:lnTo>
                    <a:pt x="110337" y="88392"/>
                  </a:lnTo>
                  <a:lnTo>
                    <a:pt x="118872" y="82296"/>
                  </a:lnTo>
                  <a:lnTo>
                    <a:pt x="118872" y="80772"/>
                  </a:lnTo>
                  <a:lnTo>
                    <a:pt x="128016" y="73152"/>
                  </a:lnTo>
                  <a:lnTo>
                    <a:pt x="138684" y="65532"/>
                  </a:lnTo>
                  <a:lnTo>
                    <a:pt x="161544" y="51816"/>
                  </a:lnTo>
                  <a:lnTo>
                    <a:pt x="172212" y="45720"/>
                  </a:lnTo>
                  <a:lnTo>
                    <a:pt x="184404" y="41148"/>
                  </a:lnTo>
                  <a:lnTo>
                    <a:pt x="196596" y="35052"/>
                  </a:lnTo>
                  <a:lnTo>
                    <a:pt x="196596" y="36576"/>
                  </a:lnTo>
                  <a:lnTo>
                    <a:pt x="200660" y="35052"/>
                  </a:lnTo>
                  <a:lnTo>
                    <a:pt x="208788" y="32004"/>
                  </a:lnTo>
                  <a:lnTo>
                    <a:pt x="220980" y="28956"/>
                  </a:lnTo>
                  <a:lnTo>
                    <a:pt x="234696" y="25908"/>
                  </a:lnTo>
                  <a:lnTo>
                    <a:pt x="248412" y="22860"/>
                  </a:lnTo>
                  <a:lnTo>
                    <a:pt x="262128" y="21336"/>
                  </a:lnTo>
                  <a:lnTo>
                    <a:pt x="274320" y="19812"/>
                  </a:lnTo>
                  <a:lnTo>
                    <a:pt x="303276" y="19812"/>
                  </a:lnTo>
                  <a:lnTo>
                    <a:pt x="344424" y="25908"/>
                  </a:lnTo>
                  <a:lnTo>
                    <a:pt x="381000" y="36576"/>
                  </a:lnTo>
                  <a:lnTo>
                    <a:pt x="381000" y="35052"/>
                  </a:lnTo>
                  <a:lnTo>
                    <a:pt x="393192" y="41148"/>
                  </a:lnTo>
                  <a:lnTo>
                    <a:pt x="405384" y="45720"/>
                  </a:lnTo>
                  <a:lnTo>
                    <a:pt x="405384" y="47244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26720" y="57912"/>
                  </a:lnTo>
                  <a:lnTo>
                    <a:pt x="428244" y="59436"/>
                  </a:lnTo>
                  <a:lnTo>
                    <a:pt x="440436" y="65532"/>
                  </a:lnTo>
                  <a:lnTo>
                    <a:pt x="458724" y="80772"/>
                  </a:lnTo>
                  <a:lnTo>
                    <a:pt x="469392" y="89916"/>
                  </a:lnTo>
                  <a:lnTo>
                    <a:pt x="478536" y="97536"/>
                  </a:lnTo>
                  <a:lnTo>
                    <a:pt x="478536" y="99060"/>
                  </a:lnTo>
                  <a:lnTo>
                    <a:pt x="487680" y="106680"/>
                  </a:lnTo>
                  <a:lnTo>
                    <a:pt x="496824" y="117348"/>
                  </a:lnTo>
                  <a:lnTo>
                    <a:pt x="495300" y="117348"/>
                  </a:lnTo>
                  <a:lnTo>
                    <a:pt x="496824" y="118872"/>
                  </a:lnTo>
                  <a:lnTo>
                    <a:pt x="502920" y="128016"/>
                  </a:lnTo>
                  <a:lnTo>
                    <a:pt x="502920" y="126492"/>
                  </a:lnTo>
                  <a:lnTo>
                    <a:pt x="510540" y="138684"/>
                  </a:lnTo>
                  <a:lnTo>
                    <a:pt x="510540" y="137160"/>
                  </a:lnTo>
                  <a:lnTo>
                    <a:pt x="518160" y="149352"/>
                  </a:lnTo>
                  <a:lnTo>
                    <a:pt x="518160" y="147828"/>
                  </a:lnTo>
                  <a:lnTo>
                    <a:pt x="530352" y="172212"/>
                  </a:lnTo>
                  <a:lnTo>
                    <a:pt x="530352" y="170688"/>
                  </a:lnTo>
                  <a:lnTo>
                    <a:pt x="534924" y="182880"/>
                  </a:lnTo>
                  <a:lnTo>
                    <a:pt x="541020" y="195072"/>
                  </a:lnTo>
                  <a:lnTo>
                    <a:pt x="545592" y="208788"/>
                  </a:lnTo>
                  <a:lnTo>
                    <a:pt x="545592" y="207264"/>
                  </a:lnTo>
                  <a:lnTo>
                    <a:pt x="551688" y="234696"/>
                  </a:lnTo>
                  <a:lnTo>
                    <a:pt x="551688" y="237744"/>
                  </a:lnTo>
                  <a:lnTo>
                    <a:pt x="554736" y="246888"/>
                  </a:lnTo>
                  <a:lnTo>
                    <a:pt x="554736" y="260604"/>
                  </a:lnTo>
                  <a:lnTo>
                    <a:pt x="557784" y="274320"/>
                  </a:lnTo>
                  <a:lnTo>
                    <a:pt x="557784" y="184797"/>
                  </a:lnTo>
                  <a:lnTo>
                    <a:pt x="551840" y="170688"/>
                  </a:lnTo>
                  <a:lnTo>
                    <a:pt x="548640" y="163068"/>
                  </a:lnTo>
                  <a:lnTo>
                    <a:pt x="539216" y="147828"/>
                  </a:lnTo>
                  <a:lnTo>
                    <a:pt x="532638" y="137160"/>
                  </a:lnTo>
                  <a:lnTo>
                    <a:pt x="526046" y="126492"/>
                  </a:lnTo>
                  <a:lnTo>
                    <a:pt x="516636" y="111252"/>
                  </a:lnTo>
                  <a:lnTo>
                    <a:pt x="478536" y="68580"/>
                  </a:lnTo>
                  <a:lnTo>
                    <a:pt x="432816" y="36576"/>
                  </a:lnTo>
                  <a:lnTo>
                    <a:pt x="429221" y="35052"/>
                  </a:lnTo>
                  <a:lnTo>
                    <a:pt x="393293" y="19812"/>
                  </a:lnTo>
                  <a:lnTo>
                    <a:pt x="382524" y="15240"/>
                  </a:lnTo>
                  <a:lnTo>
                    <a:pt x="329184" y="3048"/>
                  </a:lnTo>
                  <a:lnTo>
                    <a:pt x="274320" y="0"/>
                  </a:lnTo>
                  <a:lnTo>
                    <a:pt x="248412" y="3048"/>
                  </a:lnTo>
                  <a:lnTo>
                    <a:pt x="195072" y="15240"/>
                  </a:lnTo>
                  <a:lnTo>
                    <a:pt x="144780" y="36576"/>
                  </a:lnTo>
                  <a:lnTo>
                    <a:pt x="99060" y="68580"/>
                  </a:lnTo>
                  <a:lnTo>
                    <a:pt x="60960" y="111252"/>
                  </a:lnTo>
                  <a:lnTo>
                    <a:pt x="28956" y="163068"/>
                  </a:lnTo>
                  <a:lnTo>
                    <a:pt x="7620" y="224028"/>
                  </a:lnTo>
                  <a:lnTo>
                    <a:pt x="0" y="272796"/>
                  </a:lnTo>
                  <a:lnTo>
                    <a:pt x="0" y="301752"/>
                  </a:lnTo>
                  <a:lnTo>
                    <a:pt x="7620" y="345948"/>
                  </a:lnTo>
                  <a:lnTo>
                    <a:pt x="21336" y="394716"/>
                  </a:lnTo>
                  <a:lnTo>
                    <a:pt x="47244" y="443484"/>
                  </a:lnTo>
                  <a:lnTo>
                    <a:pt x="50292" y="449580"/>
                  </a:lnTo>
                  <a:lnTo>
                    <a:pt x="59436" y="461772"/>
                  </a:lnTo>
                  <a:lnTo>
                    <a:pt x="73152" y="478536"/>
                  </a:lnTo>
                  <a:lnTo>
                    <a:pt x="99060" y="504444"/>
                  </a:lnTo>
                  <a:lnTo>
                    <a:pt x="118872" y="519684"/>
                  </a:lnTo>
                  <a:lnTo>
                    <a:pt x="128016" y="527304"/>
                  </a:lnTo>
                  <a:lnTo>
                    <a:pt x="138684" y="533400"/>
                  </a:lnTo>
                  <a:lnTo>
                    <a:pt x="160020" y="545592"/>
                  </a:lnTo>
                  <a:lnTo>
                    <a:pt x="184404" y="556260"/>
                  </a:lnTo>
                  <a:lnTo>
                    <a:pt x="220980" y="568452"/>
                  </a:lnTo>
                  <a:lnTo>
                    <a:pt x="228600" y="569976"/>
                  </a:lnTo>
                  <a:lnTo>
                    <a:pt x="234696" y="571500"/>
                  </a:lnTo>
                  <a:lnTo>
                    <a:pt x="265176" y="574548"/>
                  </a:lnTo>
                  <a:lnTo>
                    <a:pt x="303276" y="576072"/>
                  </a:lnTo>
                  <a:lnTo>
                    <a:pt x="316992" y="574548"/>
                  </a:lnTo>
                  <a:lnTo>
                    <a:pt x="318516" y="574548"/>
                  </a:lnTo>
                  <a:lnTo>
                    <a:pt x="332232" y="573024"/>
                  </a:lnTo>
                  <a:lnTo>
                    <a:pt x="344424" y="569976"/>
                  </a:lnTo>
                  <a:lnTo>
                    <a:pt x="373380" y="563880"/>
                  </a:lnTo>
                  <a:lnTo>
                    <a:pt x="405384" y="551688"/>
                  </a:lnTo>
                  <a:lnTo>
                    <a:pt x="409956" y="550164"/>
                  </a:lnTo>
                  <a:lnTo>
                    <a:pt x="416052" y="547116"/>
                  </a:lnTo>
                  <a:lnTo>
                    <a:pt x="428244" y="539496"/>
                  </a:lnTo>
                  <a:lnTo>
                    <a:pt x="440436" y="533400"/>
                  </a:lnTo>
                  <a:lnTo>
                    <a:pt x="443484" y="530352"/>
                  </a:lnTo>
                  <a:lnTo>
                    <a:pt x="449580" y="525780"/>
                  </a:lnTo>
                  <a:lnTo>
                    <a:pt x="469392" y="512064"/>
                  </a:lnTo>
                  <a:lnTo>
                    <a:pt x="475488" y="507492"/>
                  </a:lnTo>
                  <a:lnTo>
                    <a:pt x="478536" y="504444"/>
                  </a:lnTo>
                  <a:lnTo>
                    <a:pt x="496824" y="487680"/>
                  </a:lnTo>
                  <a:lnTo>
                    <a:pt x="502920" y="481584"/>
                  </a:lnTo>
                  <a:lnTo>
                    <a:pt x="527304" y="451104"/>
                  </a:lnTo>
                  <a:lnTo>
                    <a:pt x="547116" y="417576"/>
                  </a:lnTo>
                  <a:lnTo>
                    <a:pt x="551688" y="405384"/>
                  </a:lnTo>
                  <a:lnTo>
                    <a:pt x="557784" y="393192"/>
                  </a:lnTo>
                  <a:lnTo>
                    <a:pt x="562356" y="381000"/>
                  </a:lnTo>
                  <a:lnTo>
                    <a:pt x="573024" y="342900"/>
                  </a:lnTo>
                  <a:lnTo>
                    <a:pt x="576072" y="301752"/>
                  </a:lnTo>
                  <a:lnTo>
                    <a:pt x="577596" y="288036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60249" y="2397182"/>
            <a:ext cx="342340" cy="411123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algn="ctr">
              <a:lnSpc>
                <a:spcPts val="1619"/>
              </a:lnSpc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S</a:t>
            </a:r>
            <a:endParaRPr sz="1412">
              <a:latin typeface="Arial"/>
              <a:cs typeface="Arial"/>
            </a:endParaRPr>
          </a:p>
          <a:p>
            <a:pPr algn="ctr">
              <a:lnSpc>
                <a:spcPts val="1460"/>
              </a:lnSpc>
            </a:pPr>
            <a:r>
              <a:rPr sz="1279" spc="-9" dirty="0">
                <a:solidFill>
                  <a:srgbClr val="FFFFFF"/>
                </a:solidFill>
                <a:latin typeface="Microsoft Sans Serif"/>
                <a:cs typeface="Microsoft Sans Serif"/>
              </a:rPr>
              <a:t>start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20527" y="2775696"/>
            <a:ext cx="2510678" cy="262218"/>
          </a:xfrm>
          <a:custGeom>
            <a:avLst/>
            <a:gdLst/>
            <a:ahLst/>
            <a:cxnLst/>
            <a:rect l="l" t="t" r="r" b="b"/>
            <a:pathLst>
              <a:path w="2845435" h="297179">
                <a:moveTo>
                  <a:pt x="2845308" y="0"/>
                </a:moveTo>
                <a:lnTo>
                  <a:pt x="0" y="0"/>
                </a:lnTo>
                <a:lnTo>
                  <a:pt x="0" y="30480"/>
                </a:lnTo>
                <a:lnTo>
                  <a:pt x="1190244" y="30480"/>
                </a:lnTo>
                <a:lnTo>
                  <a:pt x="1190244" y="254000"/>
                </a:lnTo>
                <a:lnTo>
                  <a:pt x="0" y="254000"/>
                </a:lnTo>
                <a:lnTo>
                  <a:pt x="0" y="265430"/>
                </a:lnTo>
                <a:lnTo>
                  <a:pt x="1190244" y="265430"/>
                </a:lnTo>
                <a:lnTo>
                  <a:pt x="1190244" y="297180"/>
                </a:lnTo>
                <a:lnTo>
                  <a:pt x="1200912" y="297180"/>
                </a:lnTo>
                <a:lnTo>
                  <a:pt x="1200912" y="265430"/>
                </a:lnTo>
                <a:lnTo>
                  <a:pt x="2845308" y="265430"/>
                </a:lnTo>
                <a:lnTo>
                  <a:pt x="2845308" y="254000"/>
                </a:lnTo>
                <a:lnTo>
                  <a:pt x="1200912" y="254000"/>
                </a:lnTo>
                <a:lnTo>
                  <a:pt x="1200912" y="30480"/>
                </a:lnTo>
                <a:lnTo>
                  <a:pt x="2845308" y="30480"/>
                </a:lnTo>
                <a:lnTo>
                  <a:pt x="28453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/>
          <p:nvPr/>
        </p:nvSpPr>
        <p:spPr>
          <a:xfrm>
            <a:off x="7399021" y="2827916"/>
            <a:ext cx="1065119" cy="210110"/>
          </a:xfrm>
          <a:custGeom>
            <a:avLst/>
            <a:gdLst/>
            <a:ahLst/>
            <a:cxnLst/>
            <a:rect l="l" t="t" r="r" b="b"/>
            <a:pathLst>
              <a:path w="1207134" h="238125">
                <a:moveTo>
                  <a:pt x="411480" y="18288"/>
                </a:moveTo>
                <a:lnTo>
                  <a:pt x="400812" y="0"/>
                </a:lnTo>
                <a:lnTo>
                  <a:pt x="0" y="237744"/>
                </a:lnTo>
                <a:lnTo>
                  <a:pt x="39624" y="237744"/>
                </a:lnTo>
                <a:lnTo>
                  <a:pt x="411480" y="18288"/>
                </a:lnTo>
                <a:close/>
              </a:path>
              <a:path w="1207134" h="238125">
                <a:moveTo>
                  <a:pt x="614172" y="89916"/>
                </a:moveTo>
                <a:lnTo>
                  <a:pt x="592836" y="89916"/>
                </a:lnTo>
                <a:lnTo>
                  <a:pt x="592836" y="237744"/>
                </a:lnTo>
                <a:lnTo>
                  <a:pt x="614172" y="237744"/>
                </a:lnTo>
                <a:lnTo>
                  <a:pt x="614172" y="89916"/>
                </a:lnTo>
                <a:close/>
              </a:path>
              <a:path w="1207134" h="238125">
                <a:moveTo>
                  <a:pt x="1207008" y="237744"/>
                </a:moveTo>
                <a:lnTo>
                  <a:pt x="806196" y="0"/>
                </a:lnTo>
                <a:lnTo>
                  <a:pt x="795528" y="18288"/>
                </a:lnTo>
                <a:lnTo>
                  <a:pt x="1165860" y="237744"/>
                </a:lnTo>
                <a:lnTo>
                  <a:pt x="1207008" y="237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 txBox="1"/>
          <p:nvPr/>
        </p:nvSpPr>
        <p:spPr>
          <a:xfrm>
            <a:off x="3375246" y="2773658"/>
            <a:ext cx="167752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dirty="0">
                <a:solidFill>
                  <a:srgbClr val="101010"/>
                </a:solidFill>
                <a:latin typeface="Arial"/>
                <a:cs typeface="Arial"/>
              </a:rPr>
              <a:t>expnd.</a:t>
            </a:r>
            <a:r>
              <a:rPr sz="1279" b="1" spc="-66" dirty="0">
                <a:solidFill>
                  <a:srgbClr val="101010"/>
                </a:solidFill>
                <a:latin typeface="Arial"/>
                <a:cs typeface="Arial"/>
              </a:rPr>
              <a:t> </a:t>
            </a:r>
            <a:r>
              <a:rPr sz="1279" b="1" dirty="0">
                <a:solidFill>
                  <a:srgbClr val="101010"/>
                </a:solidFill>
                <a:latin typeface="Arial"/>
                <a:cs typeface="Arial"/>
              </a:rPr>
              <a:t>node</a:t>
            </a:r>
            <a:r>
              <a:rPr sz="1279" b="1" spc="243" dirty="0">
                <a:solidFill>
                  <a:srgbClr val="101010"/>
                </a:solidFill>
                <a:latin typeface="Arial"/>
                <a:cs typeface="Arial"/>
              </a:rPr>
              <a:t> </a:t>
            </a:r>
            <a:r>
              <a:rPr sz="1279" b="1" spc="-9" dirty="0">
                <a:solidFill>
                  <a:srgbClr val="101010"/>
                </a:solidFill>
                <a:latin typeface="Arial"/>
                <a:cs typeface="Arial"/>
              </a:rPr>
              <a:t>Frontier</a:t>
            </a:r>
            <a:endParaRPr sz="1279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85331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5</a:t>
            </a:r>
            <a:endParaRPr sz="1279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93880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86043" y="296330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58448" y="3037690"/>
            <a:ext cx="2140324" cy="687481"/>
            <a:chOff x="5893308" y="3442715"/>
            <a:chExt cx="2425700" cy="779145"/>
          </a:xfrm>
        </p:grpSpPr>
        <p:sp>
          <p:nvSpPr>
            <p:cNvPr id="15" name="object 15"/>
            <p:cNvSpPr/>
            <p:nvPr/>
          </p:nvSpPr>
          <p:spPr>
            <a:xfrm>
              <a:off x="5907487" y="3656075"/>
              <a:ext cx="548005" cy="230504"/>
            </a:xfrm>
            <a:custGeom>
              <a:avLst/>
              <a:gdLst/>
              <a:ahLst/>
              <a:cxnLst/>
              <a:rect l="l" t="t" r="r" b="b"/>
              <a:pathLst>
                <a:path w="548004" h="230504">
                  <a:moveTo>
                    <a:pt x="273856" y="0"/>
                  </a:moveTo>
                  <a:lnTo>
                    <a:pt x="200704" y="9144"/>
                  </a:lnTo>
                  <a:lnTo>
                    <a:pt x="133648" y="38100"/>
                  </a:lnTo>
                  <a:lnTo>
                    <a:pt x="77260" y="80772"/>
                  </a:lnTo>
                  <a:lnTo>
                    <a:pt x="34588" y="137160"/>
                  </a:lnTo>
                  <a:lnTo>
                    <a:pt x="5632" y="204215"/>
                  </a:lnTo>
                  <a:lnTo>
                    <a:pt x="0" y="230124"/>
                  </a:lnTo>
                  <a:lnTo>
                    <a:pt x="547712" y="230124"/>
                  </a:lnTo>
                  <a:lnTo>
                    <a:pt x="531412" y="169163"/>
                  </a:lnTo>
                  <a:lnTo>
                    <a:pt x="494836" y="108203"/>
                  </a:lnTo>
                  <a:lnTo>
                    <a:pt x="444544" y="57912"/>
                  </a:lnTo>
                  <a:lnTo>
                    <a:pt x="382060" y="21336"/>
                  </a:lnTo>
                  <a:lnTo>
                    <a:pt x="311956" y="1524"/>
                  </a:lnTo>
                  <a:lnTo>
                    <a:pt x="27385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5898007" y="3646931"/>
              <a:ext cx="566420" cy="239395"/>
            </a:xfrm>
            <a:custGeom>
              <a:avLst/>
              <a:gdLst/>
              <a:ahLst/>
              <a:cxnLst/>
              <a:rect l="l" t="t" r="r" b="b"/>
              <a:pathLst>
                <a:path w="566420" h="239395">
                  <a:moveTo>
                    <a:pt x="566140" y="239268"/>
                  </a:moveTo>
                  <a:lnTo>
                    <a:pt x="563753" y="222504"/>
                  </a:lnTo>
                  <a:lnTo>
                    <a:pt x="562838" y="219456"/>
                  </a:lnTo>
                  <a:lnTo>
                    <a:pt x="554609" y="192024"/>
                  </a:lnTo>
                  <a:lnTo>
                    <a:pt x="511937" y="109728"/>
                  </a:lnTo>
                  <a:lnTo>
                    <a:pt x="473837" y="68580"/>
                  </a:lnTo>
                  <a:lnTo>
                    <a:pt x="426593" y="36576"/>
                  </a:lnTo>
                  <a:lnTo>
                    <a:pt x="387578" y="18288"/>
                  </a:lnTo>
                  <a:lnTo>
                    <a:pt x="377825" y="13716"/>
                  </a:lnTo>
                  <a:lnTo>
                    <a:pt x="324485" y="1524"/>
                  </a:lnTo>
                  <a:lnTo>
                    <a:pt x="269621" y="0"/>
                  </a:lnTo>
                  <a:lnTo>
                    <a:pt x="242189" y="1524"/>
                  </a:lnTo>
                  <a:lnTo>
                    <a:pt x="190373" y="13716"/>
                  </a:lnTo>
                  <a:lnTo>
                    <a:pt x="140081" y="36576"/>
                  </a:lnTo>
                  <a:lnTo>
                    <a:pt x="94361" y="68580"/>
                  </a:lnTo>
                  <a:lnTo>
                    <a:pt x="54737" y="109728"/>
                  </a:lnTo>
                  <a:lnTo>
                    <a:pt x="24257" y="161544"/>
                  </a:lnTo>
                  <a:lnTo>
                    <a:pt x="2921" y="222504"/>
                  </a:lnTo>
                  <a:lnTo>
                    <a:pt x="0" y="239268"/>
                  </a:lnTo>
                  <a:lnTo>
                    <a:pt x="19850" y="239268"/>
                  </a:lnTo>
                  <a:lnTo>
                    <a:pt x="24257" y="219456"/>
                  </a:lnTo>
                  <a:lnTo>
                    <a:pt x="24257" y="220980"/>
                  </a:lnTo>
                  <a:lnTo>
                    <a:pt x="36449" y="182880"/>
                  </a:lnTo>
                  <a:lnTo>
                    <a:pt x="42545" y="170688"/>
                  </a:lnTo>
                  <a:lnTo>
                    <a:pt x="41021" y="170688"/>
                  </a:lnTo>
                  <a:lnTo>
                    <a:pt x="53213" y="149352"/>
                  </a:lnTo>
                  <a:lnTo>
                    <a:pt x="54737" y="147828"/>
                  </a:lnTo>
                  <a:lnTo>
                    <a:pt x="53213" y="147828"/>
                  </a:lnTo>
                  <a:lnTo>
                    <a:pt x="60833" y="137160"/>
                  </a:lnTo>
                  <a:lnTo>
                    <a:pt x="69977" y="126492"/>
                  </a:lnTo>
                  <a:lnTo>
                    <a:pt x="76073" y="115824"/>
                  </a:lnTo>
                  <a:lnTo>
                    <a:pt x="76073" y="117348"/>
                  </a:lnTo>
                  <a:lnTo>
                    <a:pt x="77368" y="115824"/>
                  </a:lnTo>
                  <a:lnTo>
                    <a:pt x="85217" y="106680"/>
                  </a:lnTo>
                  <a:lnTo>
                    <a:pt x="103505" y="88392"/>
                  </a:lnTo>
                  <a:lnTo>
                    <a:pt x="112649" y="80772"/>
                  </a:lnTo>
                  <a:lnTo>
                    <a:pt x="123317" y="71628"/>
                  </a:lnTo>
                  <a:lnTo>
                    <a:pt x="132461" y="65532"/>
                  </a:lnTo>
                  <a:lnTo>
                    <a:pt x="133985" y="64008"/>
                  </a:lnTo>
                  <a:lnTo>
                    <a:pt x="132461" y="64008"/>
                  </a:lnTo>
                  <a:lnTo>
                    <a:pt x="155321" y="51816"/>
                  </a:lnTo>
                  <a:lnTo>
                    <a:pt x="167513" y="45720"/>
                  </a:lnTo>
                  <a:lnTo>
                    <a:pt x="178181" y="41148"/>
                  </a:lnTo>
                  <a:lnTo>
                    <a:pt x="179705" y="39624"/>
                  </a:lnTo>
                  <a:lnTo>
                    <a:pt x="178181" y="39624"/>
                  </a:lnTo>
                  <a:lnTo>
                    <a:pt x="190373" y="35052"/>
                  </a:lnTo>
                  <a:lnTo>
                    <a:pt x="202565" y="32004"/>
                  </a:lnTo>
                  <a:lnTo>
                    <a:pt x="216281" y="27432"/>
                  </a:lnTo>
                  <a:lnTo>
                    <a:pt x="228473" y="24384"/>
                  </a:lnTo>
                  <a:lnTo>
                    <a:pt x="242189" y="21336"/>
                  </a:lnTo>
                  <a:lnTo>
                    <a:pt x="255905" y="19812"/>
                  </a:lnTo>
                  <a:lnTo>
                    <a:pt x="269621" y="19812"/>
                  </a:lnTo>
                  <a:lnTo>
                    <a:pt x="283337" y="18288"/>
                  </a:lnTo>
                  <a:lnTo>
                    <a:pt x="297053" y="19812"/>
                  </a:lnTo>
                  <a:lnTo>
                    <a:pt x="298577" y="19812"/>
                  </a:lnTo>
                  <a:lnTo>
                    <a:pt x="310769" y="19812"/>
                  </a:lnTo>
                  <a:lnTo>
                    <a:pt x="324485" y="21336"/>
                  </a:lnTo>
                  <a:lnTo>
                    <a:pt x="338201" y="24384"/>
                  </a:lnTo>
                  <a:lnTo>
                    <a:pt x="350393" y="27432"/>
                  </a:lnTo>
                  <a:lnTo>
                    <a:pt x="362585" y="32004"/>
                  </a:lnTo>
                  <a:lnTo>
                    <a:pt x="374777" y="35052"/>
                  </a:lnTo>
                  <a:lnTo>
                    <a:pt x="388493" y="39624"/>
                  </a:lnTo>
                  <a:lnTo>
                    <a:pt x="400685" y="45720"/>
                  </a:lnTo>
                  <a:lnTo>
                    <a:pt x="409829" y="51816"/>
                  </a:lnTo>
                  <a:lnTo>
                    <a:pt x="423545" y="57912"/>
                  </a:lnTo>
                  <a:lnTo>
                    <a:pt x="434213" y="64008"/>
                  </a:lnTo>
                  <a:lnTo>
                    <a:pt x="432689" y="64008"/>
                  </a:lnTo>
                  <a:lnTo>
                    <a:pt x="434213" y="65532"/>
                  </a:lnTo>
                  <a:lnTo>
                    <a:pt x="444881" y="71628"/>
                  </a:lnTo>
                  <a:lnTo>
                    <a:pt x="443357" y="71628"/>
                  </a:lnTo>
                  <a:lnTo>
                    <a:pt x="444881" y="73152"/>
                  </a:lnTo>
                  <a:lnTo>
                    <a:pt x="454025" y="80772"/>
                  </a:lnTo>
                  <a:lnTo>
                    <a:pt x="464693" y="88392"/>
                  </a:lnTo>
                  <a:lnTo>
                    <a:pt x="463169" y="88392"/>
                  </a:lnTo>
                  <a:lnTo>
                    <a:pt x="464693" y="89916"/>
                  </a:lnTo>
                  <a:lnTo>
                    <a:pt x="473837" y="97536"/>
                  </a:lnTo>
                  <a:lnTo>
                    <a:pt x="472313" y="97536"/>
                  </a:lnTo>
                  <a:lnTo>
                    <a:pt x="473837" y="99060"/>
                  </a:lnTo>
                  <a:lnTo>
                    <a:pt x="481457" y="106680"/>
                  </a:lnTo>
                  <a:lnTo>
                    <a:pt x="490601" y="117348"/>
                  </a:lnTo>
                  <a:lnTo>
                    <a:pt x="524129" y="170688"/>
                  </a:lnTo>
                  <a:lnTo>
                    <a:pt x="539369" y="207264"/>
                  </a:lnTo>
                  <a:lnTo>
                    <a:pt x="543941" y="220980"/>
                  </a:lnTo>
                  <a:lnTo>
                    <a:pt x="543941" y="219456"/>
                  </a:lnTo>
                  <a:lnTo>
                    <a:pt x="546989" y="233172"/>
                  </a:lnTo>
                  <a:lnTo>
                    <a:pt x="545465" y="233172"/>
                  </a:lnTo>
                  <a:lnTo>
                    <a:pt x="546989" y="237744"/>
                  </a:lnTo>
                  <a:lnTo>
                    <a:pt x="547243" y="239268"/>
                  </a:lnTo>
                  <a:lnTo>
                    <a:pt x="566140" y="239268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6181344" y="3442715"/>
              <a:ext cx="364490" cy="208915"/>
            </a:xfrm>
            <a:custGeom>
              <a:avLst/>
              <a:gdLst/>
              <a:ahLst/>
              <a:cxnLst/>
              <a:rect l="l" t="t" r="r" b="b"/>
              <a:pathLst>
                <a:path w="364490" h="208914">
                  <a:moveTo>
                    <a:pt x="364235" y="0"/>
                  </a:moveTo>
                  <a:lnTo>
                    <a:pt x="324611" y="0"/>
                  </a:lnTo>
                  <a:lnTo>
                    <a:pt x="30479" y="172212"/>
                  </a:lnTo>
                  <a:lnTo>
                    <a:pt x="19811" y="155448"/>
                  </a:lnTo>
                  <a:lnTo>
                    <a:pt x="0" y="202692"/>
                  </a:lnTo>
                  <a:lnTo>
                    <a:pt x="22859" y="205739"/>
                  </a:lnTo>
                  <a:lnTo>
                    <a:pt x="51815" y="208787"/>
                  </a:lnTo>
                  <a:lnTo>
                    <a:pt x="41147" y="190500"/>
                  </a:lnTo>
                  <a:lnTo>
                    <a:pt x="364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6835603" y="3656075"/>
              <a:ext cx="548005" cy="230504"/>
            </a:xfrm>
            <a:custGeom>
              <a:avLst/>
              <a:gdLst/>
              <a:ahLst/>
              <a:cxnLst/>
              <a:rect l="l" t="t" r="r" b="b"/>
              <a:pathLst>
                <a:path w="548004" h="230504">
                  <a:moveTo>
                    <a:pt x="273856" y="0"/>
                  </a:moveTo>
                  <a:lnTo>
                    <a:pt x="235756" y="1524"/>
                  </a:lnTo>
                  <a:lnTo>
                    <a:pt x="165652" y="21336"/>
                  </a:lnTo>
                  <a:lnTo>
                    <a:pt x="103168" y="57912"/>
                  </a:lnTo>
                  <a:lnTo>
                    <a:pt x="52876" y="108203"/>
                  </a:lnTo>
                  <a:lnTo>
                    <a:pt x="17824" y="169163"/>
                  </a:lnTo>
                  <a:lnTo>
                    <a:pt x="0" y="230124"/>
                  </a:lnTo>
                  <a:lnTo>
                    <a:pt x="547712" y="230124"/>
                  </a:lnTo>
                  <a:lnTo>
                    <a:pt x="529888" y="169163"/>
                  </a:lnTo>
                  <a:lnTo>
                    <a:pt x="493312" y="108203"/>
                  </a:lnTo>
                  <a:lnTo>
                    <a:pt x="443020" y="57912"/>
                  </a:lnTo>
                  <a:lnTo>
                    <a:pt x="382060" y="21336"/>
                  </a:lnTo>
                  <a:lnTo>
                    <a:pt x="311956" y="1524"/>
                  </a:lnTo>
                  <a:lnTo>
                    <a:pt x="27385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6824599" y="3646931"/>
              <a:ext cx="567690" cy="239395"/>
            </a:xfrm>
            <a:custGeom>
              <a:avLst/>
              <a:gdLst/>
              <a:ahLst/>
              <a:cxnLst/>
              <a:rect l="l" t="t" r="r" b="b"/>
              <a:pathLst>
                <a:path w="567690" h="239395">
                  <a:moveTo>
                    <a:pt x="567270" y="239268"/>
                  </a:moveTo>
                  <a:lnTo>
                    <a:pt x="565277" y="222504"/>
                  </a:lnTo>
                  <a:lnTo>
                    <a:pt x="564362" y="219456"/>
                  </a:lnTo>
                  <a:lnTo>
                    <a:pt x="556133" y="192024"/>
                  </a:lnTo>
                  <a:lnTo>
                    <a:pt x="511937" y="109728"/>
                  </a:lnTo>
                  <a:lnTo>
                    <a:pt x="473837" y="68580"/>
                  </a:lnTo>
                  <a:lnTo>
                    <a:pt x="428117" y="36576"/>
                  </a:lnTo>
                  <a:lnTo>
                    <a:pt x="387883" y="18288"/>
                  </a:lnTo>
                  <a:lnTo>
                    <a:pt x="377825" y="13716"/>
                  </a:lnTo>
                  <a:lnTo>
                    <a:pt x="324485" y="1524"/>
                  </a:lnTo>
                  <a:lnTo>
                    <a:pt x="269621" y="0"/>
                  </a:lnTo>
                  <a:lnTo>
                    <a:pt x="243713" y="1524"/>
                  </a:lnTo>
                  <a:lnTo>
                    <a:pt x="190373" y="13716"/>
                  </a:lnTo>
                  <a:lnTo>
                    <a:pt x="140081" y="36576"/>
                  </a:lnTo>
                  <a:lnTo>
                    <a:pt x="94361" y="68580"/>
                  </a:lnTo>
                  <a:lnTo>
                    <a:pt x="56261" y="109728"/>
                  </a:lnTo>
                  <a:lnTo>
                    <a:pt x="24257" y="161544"/>
                  </a:lnTo>
                  <a:lnTo>
                    <a:pt x="2921" y="222504"/>
                  </a:lnTo>
                  <a:lnTo>
                    <a:pt x="0" y="239268"/>
                  </a:lnTo>
                  <a:lnTo>
                    <a:pt x="20523" y="239268"/>
                  </a:lnTo>
                  <a:lnTo>
                    <a:pt x="21209" y="233172"/>
                  </a:lnTo>
                  <a:lnTo>
                    <a:pt x="24257" y="219456"/>
                  </a:lnTo>
                  <a:lnTo>
                    <a:pt x="24257" y="220980"/>
                  </a:lnTo>
                  <a:lnTo>
                    <a:pt x="24587" y="219456"/>
                  </a:lnTo>
                  <a:lnTo>
                    <a:pt x="27305" y="207264"/>
                  </a:lnTo>
                  <a:lnTo>
                    <a:pt x="33401" y="195072"/>
                  </a:lnTo>
                  <a:lnTo>
                    <a:pt x="37973" y="182880"/>
                  </a:lnTo>
                  <a:lnTo>
                    <a:pt x="42545" y="172212"/>
                  </a:lnTo>
                  <a:lnTo>
                    <a:pt x="44069" y="170688"/>
                  </a:lnTo>
                  <a:lnTo>
                    <a:pt x="42545" y="170688"/>
                  </a:lnTo>
                  <a:lnTo>
                    <a:pt x="54737" y="149352"/>
                  </a:lnTo>
                  <a:lnTo>
                    <a:pt x="56261" y="147828"/>
                  </a:lnTo>
                  <a:lnTo>
                    <a:pt x="54737" y="147828"/>
                  </a:lnTo>
                  <a:lnTo>
                    <a:pt x="77597" y="115824"/>
                  </a:lnTo>
                  <a:lnTo>
                    <a:pt x="77597" y="117348"/>
                  </a:lnTo>
                  <a:lnTo>
                    <a:pt x="78676" y="115824"/>
                  </a:lnTo>
                  <a:lnTo>
                    <a:pt x="85217" y="106680"/>
                  </a:lnTo>
                  <a:lnTo>
                    <a:pt x="103505" y="88392"/>
                  </a:lnTo>
                  <a:lnTo>
                    <a:pt x="114173" y="80772"/>
                  </a:lnTo>
                  <a:lnTo>
                    <a:pt x="123317" y="71628"/>
                  </a:lnTo>
                  <a:lnTo>
                    <a:pt x="133985" y="65532"/>
                  </a:lnTo>
                  <a:lnTo>
                    <a:pt x="135509" y="64008"/>
                  </a:lnTo>
                  <a:lnTo>
                    <a:pt x="133985" y="64008"/>
                  </a:lnTo>
                  <a:lnTo>
                    <a:pt x="156845" y="51816"/>
                  </a:lnTo>
                  <a:lnTo>
                    <a:pt x="167513" y="45720"/>
                  </a:lnTo>
                  <a:lnTo>
                    <a:pt x="179705" y="41148"/>
                  </a:lnTo>
                  <a:lnTo>
                    <a:pt x="181229" y="39624"/>
                  </a:lnTo>
                  <a:lnTo>
                    <a:pt x="179705" y="39624"/>
                  </a:lnTo>
                  <a:lnTo>
                    <a:pt x="191897" y="35052"/>
                  </a:lnTo>
                  <a:lnTo>
                    <a:pt x="204089" y="32004"/>
                  </a:lnTo>
                  <a:lnTo>
                    <a:pt x="216281" y="27432"/>
                  </a:lnTo>
                  <a:lnTo>
                    <a:pt x="229997" y="24384"/>
                  </a:lnTo>
                  <a:lnTo>
                    <a:pt x="243713" y="21336"/>
                  </a:lnTo>
                  <a:lnTo>
                    <a:pt x="257429" y="19812"/>
                  </a:lnTo>
                  <a:lnTo>
                    <a:pt x="269621" y="19812"/>
                  </a:lnTo>
                  <a:lnTo>
                    <a:pt x="284861" y="18288"/>
                  </a:lnTo>
                  <a:lnTo>
                    <a:pt x="298577" y="19812"/>
                  </a:lnTo>
                  <a:lnTo>
                    <a:pt x="310769" y="19812"/>
                  </a:lnTo>
                  <a:lnTo>
                    <a:pt x="312293" y="19812"/>
                  </a:lnTo>
                  <a:lnTo>
                    <a:pt x="324485" y="21336"/>
                  </a:lnTo>
                  <a:lnTo>
                    <a:pt x="339725" y="24384"/>
                  </a:lnTo>
                  <a:lnTo>
                    <a:pt x="351917" y="27432"/>
                  </a:lnTo>
                  <a:lnTo>
                    <a:pt x="364109" y="32004"/>
                  </a:lnTo>
                  <a:lnTo>
                    <a:pt x="376301" y="35052"/>
                  </a:lnTo>
                  <a:lnTo>
                    <a:pt x="388493" y="39624"/>
                  </a:lnTo>
                  <a:lnTo>
                    <a:pt x="400685" y="45720"/>
                  </a:lnTo>
                  <a:lnTo>
                    <a:pt x="411353" y="51816"/>
                  </a:lnTo>
                  <a:lnTo>
                    <a:pt x="435737" y="64008"/>
                  </a:lnTo>
                  <a:lnTo>
                    <a:pt x="435737" y="65532"/>
                  </a:lnTo>
                  <a:lnTo>
                    <a:pt x="444881" y="71628"/>
                  </a:lnTo>
                  <a:lnTo>
                    <a:pt x="444881" y="73152"/>
                  </a:lnTo>
                  <a:lnTo>
                    <a:pt x="454025" y="80772"/>
                  </a:lnTo>
                  <a:lnTo>
                    <a:pt x="464693" y="88392"/>
                  </a:lnTo>
                  <a:lnTo>
                    <a:pt x="464693" y="89916"/>
                  </a:lnTo>
                  <a:lnTo>
                    <a:pt x="473837" y="97536"/>
                  </a:lnTo>
                  <a:lnTo>
                    <a:pt x="473837" y="99060"/>
                  </a:lnTo>
                  <a:lnTo>
                    <a:pt x="482981" y="106680"/>
                  </a:lnTo>
                  <a:lnTo>
                    <a:pt x="492125" y="117348"/>
                  </a:lnTo>
                  <a:lnTo>
                    <a:pt x="498221" y="126492"/>
                  </a:lnTo>
                  <a:lnTo>
                    <a:pt x="513461" y="147828"/>
                  </a:lnTo>
                  <a:lnTo>
                    <a:pt x="525653" y="170688"/>
                  </a:lnTo>
                  <a:lnTo>
                    <a:pt x="530225" y="182880"/>
                  </a:lnTo>
                  <a:lnTo>
                    <a:pt x="536321" y="195072"/>
                  </a:lnTo>
                  <a:lnTo>
                    <a:pt x="540893" y="207264"/>
                  </a:lnTo>
                  <a:lnTo>
                    <a:pt x="543941" y="220980"/>
                  </a:lnTo>
                  <a:lnTo>
                    <a:pt x="543941" y="219456"/>
                  </a:lnTo>
                  <a:lnTo>
                    <a:pt x="546989" y="233172"/>
                  </a:lnTo>
                  <a:lnTo>
                    <a:pt x="546989" y="237744"/>
                  </a:lnTo>
                  <a:lnTo>
                    <a:pt x="547497" y="239268"/>
                  </a:lnTo>
                  <a:lnTo>
                    <a:pt x="567270" y="239268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5284" y="3692651"/>
              <a:ext cx="91440" cy="7162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371588" y="3880103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79">
                  <a:moveTo>
                    <a:pt x="0" y="0"/>
                  </a:moveTo>
                  <a:lnTo>
                    <a:pt x="0" y="45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7763322" y="3656075"/>
              <a:ext cx="547370" cy="230504"/>
            </a:xfrm>
            <a:custGeom>
              <a:avLst/>
              <a:gdLst/>
              <a:ahLst/>
              <a:cxnLst/>
              <a:rect l="l" t="t" r="r" b="b"/>
              <a:pathLst>
                <a:path w="547370" h="230504">
                  <a:moveTo>
                    <a:pt x="274253" y="0"/>
                  </a:moveTo>
                  <a:lnTo>
                    <a:pt x="236153" y="1524"/>
                  </a:lnTo>
                  <a:lnTo>
                    <a:pt x="164525" y="21336"/>
                  </a:lnTo>
                  <a:lnTo>
                    <a:pt x="103565" y="57912"/>
                  </a:lnTo>
                  <a:lnTo>
                    <a:pt x="53273" y="108203"/>
                  </a:lnTo>
                  <a:lnTo>
                    <a:pt x="16697" y="169163"/>
                  </a:lnTo>
                  <a:lnTo>
                    <a:pt x="0" y="230124"/>
                  </a:lnTo>
                  <a:lnTo>
                    <a:pt x="546983" y="230124"/>
                  </a:lnTo>
                  <a:lnTo>
                    <a:pt x="530285" y="169163"/>
                  </a:lnTo>
                  <a:lnTo>
                    <a:pt x="493709" y="108203"/>
                  </a:lnTo>
                  <a:lnTo>
                    <a:pt x="443417" y="57912"/>
                  </a:lnTo>
                  <a:lnTo>
                    <a:pt x="382457" y="21336"/>
                  </a:lnTo>
                  <a:lnTo>
                    <a:pt x="310829" y="1524"/>
                  </a:lnTo>
                  <a:lnTo>
                    <a:pt x="27425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7752715" y="3646931"/>
              <a:ext cx="566420" cy="239395"/>
            </a:xfrm>
            <a:custGeom>
              <a:avLst/>
              <a:gdLst/>
              <a:ahLst/>
              <a:cxnLst/>
              <a:rect l="l" t="t" r="r" b="b"/>
              <a:pathLst>
                <a:path w="566420" h="239395">
                  <a:moveTo>
                    <a:pt x="566140" y="239268"/>
                  </a:moveTo>
                  <a:lnTo>
                    <a:pt x="563753" y="222504"/>
                  </a:lnTo>
                  <a:lnTo>
                    <a:pt x="562838" y="219456"/>
                  </a:lnTo>
                  <a:lnTo>
                    <a:pt x="554609" y="192024"/>
                  </a:lnTo>
                  <a:lnTo>
                    <a:pt x="511937" y="109728"/>
                  </a:lnTo>
                  <a:lnTo>
                    <a:pt x="473837" y="68580"/>
                  </a:lnTo>
                  <a:lnTo>
                    <a:pt x="426593" y="36576"/>
                  </a:lnTo>
                  <a:lnTo>
                    <a:pt x="387578" y="18288"/>
                  </a:lnTo>
                  <a:lnTo>
                    <a:pt x="377825" y="13716"/>
                  </a:lnTo>
                  <a:lnTo>
                    <a:pt x="324485" y="1524"/>
                  </a:lnTo>
                  <a:lnTo>
                    <a:pt x="269621" y="0"/>
                  </a:lnTo>
                  <a:lnTo>
                    <a:pt x="242189" y="1524"/>
                  </a:lnTo>
                  <a:lnTo>
                    <a:pt x="190373" y="13716"/>
                  </a:lnTo>
                  <a:lnTo>
                    <a:pt x="140081" y="36576"/>
                  </a:lnTo>
                  <a:lnTo>
                    <a:pt x="94361" y="68580"/>
                  </a:lnTo>
                  <a:lnTo>
                    <a:pt x="54737" y="109728"/>
                  </a:lnTo>
                  <a:lnTo>
                    <a:pt x="24257" y="161544"/>
                  </a:lnTo>
                  <a:lnTo>
                    <a:pt x="2921" y="222504"/>
                  </a:lnTo>
                  <a:lnTo>
                    <a:pt x="0" y="239268"/>
                  </a:lnTo>
                  <a:lnTo>
                    <a:pt x="20523" y="239268"/>
                  </a:lnTo>
                  <a:lnTo>
                    <a:pt x="21209" y="233172"/>
                  </a:lnTo>
                  <a:lnTo>
                    <a:pt x="24257" y="219456"/>
                  </a:lnTo>
                  <a:lnTo>
                    <a:pt x="24257" y="220980"/>
                  </a:lnTo>
                  <a:lnTo>
                    <a:pt x="24587" y="219456"/>
                  </a:lnTo>
                  <a:lnTo>
                    <a:pt x="27305" y="207264"/>
                  </a:lnTo>
                  <a:lnTo>
                    <a:pt x="36449" y="182880"/>
                  </a:lnTo>
                  <a:lnTo>
                    <a:pt x="42545" y="172212"/>
                  </a:lnTo>
                  <a:lnTo>
                    <a:pt x="42545" y="170688"/>
                  </a:lnTo>
                  <a:lnTo>
                    <a:pt x="54737" y="149352"/>
                  </a:lnTo>
                  <a:lnTo>
                    <a:pt x="54737" y="147828"/>
                  </a:lnTo>
                  <a:lnTo>
                    <a:pt x="60833" y="137160"/>
                  </a:lnTo>
                  <a:lnTo>
                    <a:pt x="69977" y="126492"/>
                  </a:lnTo>
                  <a:lnTo>
                    <a:pt x="77597" y="115824"/>
                  </a:lnTo>
                  <a:lnTo>
                    <a:pt x="77597" y="117348"/>
                  </a:lnTo>
                  <a:lnTo>
                    <a:pt x="78676" y="115824"/>
                  </a:lnTo>
                  <a:lnTo>
                    <a:pt x="85217" y="106680"/>
                  </a:lnTo>
                  <a:lnTo>
                    <a:pt x="103505" y="88392"/>
                  </a:lnTo>
                  <a:lnTo>
                    <a:pt x="112649" y="80772"/>
                  </a:lnTo>
                  <a:lnTo>
                    <a:pt x="123317" y="71628"/>
                  </a:lnTo>
                  <a:lnTo>
                    <a:pt x="133985" y="65532"/>
                  </a:lnTo>
                  <a:lnTo>
                    <a:pt x="133985" y="64008"/>
                  </a:lnTo>
                  <a:lnTo>
                    <a:pt x="156845" y="51816"/>
                  </a:lnTo>
                  <a:lnTo>
                    <a:pt x="167513" y="45720"/>
                  </a:lnTo>
                  <a:lnTo>
                    <a:pt x="178181" y="41148"/>
                  </a:lnTo>
                  <a:lnTo>
                    <a:pt x="179705" y="39624"/>
                  </a:lnTo>
                  <a:lnTo>
                    <a:pt x="178181" y="39624"/>
                  </a:lnTo>
                  <a:lnTo>
                    <a:pt x="191897" y="35052"/>
                  </a:lnTo>
                  <a:lnTo>
                    <a:pt x="204089" y="32004"/>
                  </a:lnTo>
                  <a:lnTo>
                    <a:pt x="216281" y="27432"/>
                  </a:lnTo>
                  <a:lnTo>
                    <a:pt x="229997" y="24384"/>
                  </a:lnTo>
                  <a:lnTo>
                    <a:pt x="242189" y="21336"/>
                  </a:lnTo>
                  <a:lnTo>
                    <a:pt x="255905" y="19812"/>
                  </a:lnTo>
                  <a:lnTo>
                    <a:pt x="269621" y="19812"/>
                  </a:lnTo>
                  <a:lnTo>
                    <a:pt x="283337" y="18288"/>
                  </a:lnTo>
                  <a:lnTo>
                    <a:pt x="297053" y="19812"/>
                  </a:lnTo>
                  <a:lnTo>
                    <a:pt x="298577" y="19812"/>
                  </a:lnTo>
                  <a:lnTo>
                    <a:pt x="310769" y="19812"/>
                  </a:lnTo>
                  <a:lnTo>
                    <a:pt x="312293" y="19812"/>
                  </a:lnTo>
                  <a:lnTo>
                    <a:pt x="324485" y="21336"/>
                  </a:lnTo>
                  <a:lnTo>
                    <a:pt x="338201" y="24384"/>
                  </a:lnTo>
                  <a:lnTo>
                    <a:pt x="350393" y="27432"/>
                  </a:lnTo>
                  <a:lnTo>
                    <a:pt x="364109" y="32004"/>
                  </a:lnTo>
                  <a:lnTo>
                    <a:pt x="376301" y="35052"/>
                  </a:lnTo>
                  <a:lnTo>
                    <a:pt x="388493" y="39624"/>
                  </a:lnTo>
                  <a:lnTo>
                    <a:pt x="400685" y="45720"/>
                  </a:lnTo>
                  <a:lnTo>
                    <a:pt x="411353" y="51816"/>
                  </a:lnTo>
                  <a:lnTo>
                    <a:pt x="423545" y="57912"/>
                  </a:lnTo>
                  <a:lnTo>
                    <a:pt x="434213" y="64008"/>
                  </a:lnTo>
                  <a:lnTo>
                    <a:pt x="434213" y="65532"/>
                  </a:lnTo>
                  <a:lnTo>
                    <a:pt x="444881" y="71628"/>
                  </a:lnTo>
                  <a:lnTo>
                    <a:pt x="444881" y="73152"/>
                  </a:lnTo>
                  <a:lnTo>
                    <a:pt x="454025" y="80772"/>
                  </a:lnTo>
                  <a:lnTo>
                    <a:pt x="464693" y="88392"/>
                  </a:lnTo>
                  <a:lnTo>
                    <a:pt x="464693" y="89916"/>
                  </a:lnTo>
                  <a:lnTo>
                    <a:pt x="473837" y="97536"/>
                  </a:lnTo>
                  <a:lnTo>
                    <a:pt x="473837" y="99060"/>
                  </a:lnTo>
                  <a:lnTo>
                    <a:pt x="481457" y="106680"/>
                  </a:lnTo>
                  <a:lnTo>
                    <a:pt x="513461" y="147828"/>
                  </a:lnTo>
                  <a:lnTo>
                    <a:pt x="539369" y="207264"/>
                  </a:lnTo>
                  <a:lnTo>
                    <a:pt x="543941" y="220980"/>
                  </a:lnTo>
                  <a:lnTo>
                    <a:pt x="543941" y="219456"/>
                  </a:lnTo>
                  <a:lnTo>
                    <a:pt x="546989" y="233172"/>
                  </a:lnTo>
                  <a:lnTo>
                    <a:pt x="546989" y="237744"/>
                  </a:lnTo>
                  <a:lnTo>
                    <a:pt x="547243" y="239268"/>
                  </a:lnTo>
                  <a:lnTo>
                    <a:pt x="566140" y="239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51876" y="3692651"/>
              <a:ext cx="91440" cy="7162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671816" y="3442715"/>
              <a:ext cx="628015" cy="441959"/>
            </a:xfrm>
            <a:custGeom>
              <a:avLst/>
              <a:gdLst/>
              <a:ahLst/>
              <a:cxnLst/>
              <a:rect l="l" t="t" r="r" b="b"/>
              <a:pathLst>
                <a:path w="628015" h="441960">
                  <a:moveTo>
                    <a:pt x="365760" y="202692"/>
                  </a:moveTo>
                  <a:lnTo>
                    <a:pt x="345948" y="155448"/>
                  </a:lnTo>
                  <a:lnTo>
                    <a:pt x="335280" y="172212"/>
                  </a:lnTo>
                  <a:lnTo>
                    <a:pt x="41148" y="0"/>
                  </a:lnTo>
                  <a:lnTo>
                    <a:pt x="0" y="0"/>
                  </a:lnTo>
                  <a:lnTo>
                    <a:pt x="324612" y="190500"/>
                  </a:lnTo>
                  <a:lnTo>
                    <a:pt x="313944" y="208788"/>
                  </a:lnTo>
                  <a:lnTo>
                    <a:pt x="342900" y="205740"/>
                  </a:lnTo>
                  <a:lnTo>
                    <a:pt x="365760" y="202692"/>
                  </a:lnTo>
                  <a:close/>
                </a:path>
                <a:path w="628015" h="441960">
                  <a:moveTo>
                    <a:pt x="627888" y="437388"/>
                  </a:moveTo>
                  <a:lnTo>
                    <a:pt x="626364" y="437388"/>
                  </a:lnTo>
                  <a:lnTo>
                    <a:pt x="627888" y="441960"/>
                  </a:lnTo>
                  <a:lnTo>
                    <a:pt x="627888" y="4373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82028" y="3442715"/>
              <a:ext cx="82296" cy="2286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903976" y="3886199"/>
              <a:ext cx="556260" cy="326390"/>
            </a:xfrm>
            <a:custGeom>
              <a:avLst/>
              <a:gdLst/>
              <a:ahLst/>
              <a:cxnLst/>
              <a:rect l="l" t="t" r="r" b="b"/>
              <a:pathLst>
                <a:path w="556260" h="326389">
                  <a:moveTo>
                    <a:pt x="551224" y="0"/>
                  </a:moveTo>
                  <a:lnTo>
                    <a:pt x="3511" y="0"/>
                  </a:lnTo>
                  <a:lnTo>
                    <a:pt x="1524" y="9144"/>
                  </a:lnTo>
                  <a:lnTo>
                    <a:pt x="0" y="47244"/>
                  </a:lnTo>
                  <a:lnTo>
                    <a:pt x="1524" y="85344"/>
                  </a:lnTo>
                  <a:lnTo>
                    <a:pt x="21336" y="155448"/>
                  </a:lnTo>
                  <a:lnTo>
                    <a:pt x="57912" y="217932"/>
                  </a:lnTo>
                  <a:lnTo>
                    <a:pt x="108203" y="268224"/>
                  </a:lnTo>
                  <a:lnTo>
                    <a:pt x="169163" y="303275"/>
                  </a:lnTo>
                  <a:lnTo>
                    <a:pt x="240791" y="323088"/>
                  </a:lnTo>
                  <a:lnTo>
                    <a:pt x="277368" y="326136"/>
                  </a:lnTo>
                  <a:lnTo>
                    <a:pt x="315468" y="323088"/>
                  </a:lnTo>
                  <a:lnTo>
                    <a:pt x="385572" y="303275"/>
                  </a:lnTo>
                  <a:lnTo>
                    <a:pt x="448056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3212" y="85344"/>
                  </a:lnTo>
                  <a:lnTo>
                    <a:pt x="556260" y="47244"/>
                  </a:lnTo>
                  <a:lnTo>
                    <a:pt x="553212" y="9144"/>
                  </a:lnTo>
                  <a:lnTo>
                    <a:pt x="55122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5893308" y="3886199"/>
              <a:ext cx="577850" cy="335280"/>
            </a:xfrm>
            <a:custGeom>
              <a:avLst/>
              <a:gdLst/>
              <a:ahLst/>
              <a:cxnLst/>
              <a:rect l="l" t="t" r="r" b="b"/>
              <a:pathLst>
                <a:path w="577850" h="335279">
                  <a:moveTo>
                    <a:pt x="577596" y="47244"/>
                  </a:moveTo>
                  <a:lnTo>
                    <a:pt x="573671" y="19812"/>
                  </a:lnTo>
                  <a:lnTo>
                    <a:pt x="571715" y="6096"/>
                  </a:lnTo>
                  <a:lnTo>
                    <a:pt x="570839" y="0"/>
                  </a:lnTo>
                  <a:lnTo>
                    <a:pt x="551942" y="0"/>
                  </a:lnTo>
                  <a:lnTo>
                    <a:pt x="553212" y="7620"/>
                  </a:lnTo>
                  <a:lnTo>
                    <a:pt x="553212" y="6096"/>
                  </a:lnTo>
                  <a:lnTo>
                    <a:pt x="554736" y="21336"/>
                  </a:lnTo>
                  <a:lnTo>
                    <a:pt x="554736" y="19812"/>
                  </a:lnTo>
                  <a:lnTo>
                    <a:pt x="556260" y="35052"/>
                  </a:lnTo>
                  <a:lnTo>
                    <a:pt x="556260" y="60960"/>
                  </a:lnTo>
                  <a:lnTo>
                    <a:pt x="553212" y="88392"/>
                  </a:lnTo>
                  <a:lnTo>
                    <a:pt x="550164" y="102108"/>
                  </a:lnTo>
                  <a:lnTo>
                    <a:pt x="551688" y="100584"/>
                  </a:lnTo>
                  <a:lnTo>
                    <a:pt x="548640" y="114300"/>
                  </a:lnTo>
                  <a:lnTo>
                    <a:pt x="544068" y="128016"/>
                  </a:lnTo>
                  <a:lnTo>
                    <a:pt x="544068" y="126492"/>
                  </a:lnTo>
                  <a:lnTo>
                    <a:pt x="539496" y="140208"/>
                  </a:lnTo>
                  <a:lnTo>
                    <a:pt x="534924" y="152400"/>
                  </a:lnTo>
                  <a:lnTo>
                    <a:pt x="528828" y="164592"/>
                  </a:lnTo>
                  <a:lnTo>
                    <a:pt x="528828" y="163068"/>
                  </a:lnTo>
                  <a:lnTo>
                    <a:pt x="516636" y="187452"/>
                  </a:lnTo>
                  <a:lnTo>
                    <a:pt x="516636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3776" y="217932"/>
                  </a:lnTo>
                  <a:lnTo>
                    <a:pt x="495300" y="217932"/>
                  </a:lnTo>
                  <a:lnTo>
                    <a:pt x="486156" y="228600"/>
                  </a:lnTo>
                  <a:lnTo>
                    <a:pt x="477012" y="237744"/>
                  </a:lnTo>
                  <a:lnTo>
                    <a:pt x="478536" y="237744"/>
                  </a:lnTo>
                  <a:lnTo>
                    <a:pt x="469392" y="245592"/>
                  </a:lnTo>
                  <a:lnTo>
                    <a:pt x="469392" y="245364"/>
                  </a:lnTo>
                  <a:lnTo>
                    <a:pt x="458724" y="254508"/>
                  </a:lnTo>
                  <a:lnTo>
                    <a:pt x="448056" y="262128"/>
                  </a:lnTo>
                  <a:lnTo>
                    <a:pt x="449580" y="262128"/>
                  </a:lnTo>
                  <a:lnTo>
                    <a:pt x="437388" y="269748"/>
                  </a:lnTo>
                  <a:lnTo>
                    <a:pt x="438912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4528" y="283464"/>
                  </a:lnTo>
                  <a:lnTo>
                    <a:pt x="414528" y="284226"/>
                  </a:lnTo>
                  <a:lnTo>
                    <a:pt x="403860" y="289560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79476" y="300228"/>
                  </a:lnTo>
                  <a:lnTo>
                    <a:pt x="379476" y="298704"/>
                  </a:lnTo>
                  <a:lnTo>
                    <a:pt x="355092" y="307848"/>
                  </a:lnTo>
                  <a:lnTo>
                    <a:pt x="341376" y="310896"/>
                  </a:lnTo>
                  <a:lnTo>
                    <a:pt x="342900" y="310896"/>
                  </a:lnTo>
                  <a:lnTo>
                    <a:pt x="315468" y="313944"/>
                  </a:lnTo>
                  <a:lnTo>
                    <a:pt x="301752" y="315468"/>
                  </a:lnTo>
                  <a:lnTo>
                    <a:pt x="274320" y="315468"/>
                  </a:lnTo>
                  <a:lnTo>
                    <a:pt x="233172" y="310896"/>
                  </a:lnTo>
                  <a:lnTo>
                    <a:pt x="234696" y="310896"/>
                  </a:lnTo>
                  <a:lnTo>
                    <a:pt x="220980" y="307848"/>
                  </a:lnTo>
                  <a:lnTo>
                    <a:pt x="207264" y="303276"/>
                  </a:lnTo>
                  <a:lnTo>
                    <a:pt x="199123" y="300228"/>
                  </a:lnTo>
                  <a:lnTo>
                    <a:pt x="195072" y="298704"/>
                  </a:lnTo>
                  <a:lnTo>
                    <a:pt x="195072" y="300228"/>
                  </a:lnTo>
                  <a:lnTo>
                    <a:pt x="182880" y="294132"/>
                  </a:lnTo>
                  <a:lnTo>
                    <a:pt x="184404" y="294132"/>
                  </a:lnTo>
                  <a:lnTo>
                    <a:pt x="172212" y="289560"/>
                  </a:lnTo>
                  <a:lnTo>
                    <a:pt x="160020" y="283464"/>
                  </a:lnTo>
                  <a:lnTo>
                    <a:pt x="137160" y="269748"/>
                  </a:lnTo>
                  <a:lnTo>
                    <a:pt x="138684" y="269748"/>
                  </a:lnTo>
                  <a:lnTo>
                    <a:pt x="117348" y="254508"/>
                  </a:lnTo>
                  <a:lnTo>
                    <a:pt x="118872" y="25450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80772" y="217932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5532" y="196596"/>
                  </a:lnTo>
                  <a:lnTo>
                    <a:pt x="65532" y="198120"/>
                  </a:lnTo>
                  <a:lnTo>
                    <a:pt x="57912" y="185928"/>
                  </a:lnTo>
                  <a:lnTo>
                    <a:pt x="59436" y="187452"/>
                  </a:lnTo>
                  <a:lnTo>
                    <a:pt x="51816" y="175260"/>
                  </a:lnTo>
                  <a:lnTo>
                    <a:pt x="45720" y="163068"/>
                  </a:lnTo>
                  <a:lnTo>
                    <a:pt x="47244" y="164592"/>
                  </a:lnTo>
                  <a:lnTo>
                    <a:pt x="46482" y="163068"/>
                  </a:lnTo>
                  <a:lnTo>
                    <a:pt x="41148" y="152400"/>
                  </a:lnTo>
                  <a:lnTo>
                    <a:pt x="36576" y="140208"/>
                  </a:lnTo>
                  <a:lnTo>
                    <a:pt x="32512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2860" y="88392"/>
                  </a:lnTo>
                  <a:lnTo>
                    <a:pt x="19812" y="60960"/>
                  </a:lnTo>
                  <a:lnTo>
                    <a:pt x="19812" y="35052"/>
                  </a:lnTo>
                  <a:lnTo>
                    <a:pt x="21336" y="19812"/>
                  </a:lnTo>
                  <a:lnTo>
                    <a:pt x="21336" y="21336"/>
                  </a:lnTo>
                  <a:lnTo>
                    <a:pt x="21488" y="19812"/>
                  </a:lnTo>
                  <a:lnTo>
                    <a:pt x="22860" y="6096"/>
                  </a:lnTo>
                  <a:lnTo>
                    <a:pt x="22860" y="7620"/>
                  </a:lnTo>
                  <a:lnTo>
                    <a:pt x="23190" y="6096"/>
                  </a:lnTo>
                  <a:lnTo>
                    <a:pt x="24549" y="0"/>
                  </a:lnTo>
                  <a:lnTo>
                    <a:pt x="4699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6096" y="106680"/>
                  </a:lnTo>
                  <a:lnTo>
                    <a:pt x="19812" y="155448"/>
                  </a:lnTo>
                  <a:lnTo>
                    <a:pt x="45720" y="204216"/>
                  </a:lnTo>
                  <a:lnTo>
                    <a:pt x="71628" y="237744"/>
                  </a:lnTo>
                  <a:lnTo>
                    <a:pt x="117348" y="280416"/>
                  </a:lnTo>
                  <a:lnTo>
                    <a:pt x="126492" y="286512"/>
                  </a:lnTo>
                  <a:lnTo>
                    <a:pt x="137160" y="294132"/>
                  </a:lnTo>
                  <a:lnTo>
                    <a:pt x="158496" y="304800"/>
                  </a:lnTo>
                  <a:lnTo>
                    <a:pt x="182880" y="315468"/>
                  </a:lnTo>
                  <a:lnTo>
                    <a:pt x="192024" y="320040"/>
                  </a:lnTo>
                  <a:lnTo>
                    <a:pt x="220980" y="327660"/>
                  </a:lnTo>
                  <a:lnTo>
                    <a:pt x="227076" y="330708"/>
                  </a:lnTo>
                  <a:lnTo>
                    <a:pt x="233172" y="330708"/>
                  </a:lnTo>
                  <a:lnTo>
                    <a:pt x="265176" y="335280"/>
                  </a:lnTo>
                  <a:lnTo>
                    <a:pt x="303276" y="335280"/>
                  </a:lnTo>
                  <a:lnTo>
                    <a:pt x="315468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2900" y="330708"/>
                  </a:lnTo>
                  <a:lnTo>
                    <a:pt x="371856" y="324612"/>
                  </a:lnTo>
                  <a:lnTo>
                    <a:pt x="405384" y="310896"/>
                  </a:lnTo>
                  <a:lnTo>
                    <a:pt x="414528" y="306324"/>
                  </a:lnTo>
                  <a:lnTo>
                    <a:pt x="428244" y="300228"/>
                  </a:lnTo>
                  <a:lnTo>
                    <a:pt x="438912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5300" y="248412"/>
                  </a:lnTo>
                  <a:lnTo>
                    <a:pt x="502920" y="240792"/>
                  </a:lnTo>
                  <a:lnTo>
                    <a:pt x="525780" y="210312"/>
                  </a:lnTo>
                  <a:lnTo>
                    <a:pt x="526669" y="208788"/>
                  </a:lnTo>
                  <a:lnTo>
                    <a:pt x="532980" y="198120"/>
                  </a:lnTo>
                  <a:lnTo>
                    <a:pt x="539280" y="187452"/>
                  </a:lnTo>
                  <a:lnTo>
                    <a:pt x="545592" y="176784"/>
                  </a:lnTo>
                  <a:lnTo>
                    <a:pt x="551688" y="164592"/>
                  </a:lnTo>
                  <a:lnTo>
                    <a:pt x="556260" y="152400"/>
                  </a:lnTo>
                  <a:lnTo>
                    <a:pt x="560832" y="141732"/>
                  </a:lnTo>
                  <a:lnTo>
                    <a:pt x="571500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9" name="object 29"/>
          <p:cNvSpPr/>
          <p:nvPr/>
        </p:nvSpPr>
        <p:spPr>
          <a:xfrm>
            <a:off x="3320527" y="3036793"/>
            <a:ext cx="2510678" cy="392206"/>
          </a:xfrm>
          <a:custGeom>
            <a:avLst/>
            <a:gdLst/>
            <a:ahLst/>
            <a:cxnLst/>
            <a:rect l="l" t="t" r="r" b="b"/>
            <a:pathLst>
              <a:path w="2845435" h="444500">
                <a:moveTo>
                  <a:pt x="2845308" y="203200"/>
                </a:moveTo>
                <a:lnTo>
                  <a:pt x="1200912" y="203200"/>
                </a:lnTo>
                <a:lnTo>
                  <a:pt x="1200912" y="0"/>
                </a:lnTo>
                <a:lnTo>
                  <a:pt x="1190244" y="0"/>
                </a:lnTo>
                <a:lnTo>
                  <a:pt x="1190244" y="203200"/>
                </a:lnTo>
                <a:lnTo>
                  <a:pt x="0" y="203200"/>
                </a:lnTo>
                <a:lnTo>
                  <a:pt x="0" y="214630"/>
                </a:lnTo>
                <a:lnTo>
                  <a:pt x="1190244" y="214630"/>
                </a:lnTo>
                <a:lnTo>
                  <a:pt x="1190244" y="444500"/>
                </a:lnTo>
                <a:lnTo>
                  <a:pt x="1200912" y="444500"/>
                </a:lnTo>
                <a:lnTo>
                  <a:pt x="1200912" y="214630"/>
                </a:lnTo>
                <a:lnTo>
                  <a:pt x="2845308" y="214630"/>
                </a:lnTo>
                <a:lnTo>
                  <a:pt x="2845308" y="203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object 30"/>
          <p:cNvSpPr txBox="1"/>
          <p:nvPr/>
        </p:nvSpPr>
        <p:spPr>
          <a:xfrm>
            <a:off x="4428146" y="2990210"/>
            <a:ext cx="241487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spc="-22" dirty="0">
                <a:solidFill>
                  <a:srgbClr val="101010"/>
                </a:solidFill>
                <a:latin typeface="Microsoft Sans Serif"/>
                <a:cs typeface="Microsoft Sans Serif"/>
              </a:rPr>
              <a:t>{S}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035414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A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818107" y="3429000"/>
            <a:ext cx="1940859" cy="309282"/>
            <a:chOff x="5847588" y="3886200"/>
            <a:chExt cx="2199640" cy="350520"/>
          </a:xfrm>
        </p:grpSpPr>
        <p:sp>
          <p:nvSpPr>
            <p:cNvPr id="39" name="object 39"/>
            <p:cNvSpPr/>
            <p:nvPr/>
          </p:nvSpPr>
          <p:spPr>
            <a:xfrm>
              <a:off x="5847588" y="4133087"/>
              <a:ext cx="344805" cy="104139"/>
            </a:xfrm>
            <a:custGeom>
              <a:avLst/>
              <a:gdLst/>
              <a:ahLst/>
              <a:cxnLst/>
              <a:rect l="l" t="t" r="r" b="b"/>
              <a:pathLst>
                <a:path w="344804" h="104139">
                  <a:moveTo>
                    <a:pt x="143256" y="16764"/>
                  </a:moveTo>
                  <a:lnTo>
                    <a:pt x="131064" y="0"/>
                  </a:lnTo>
                  <a:lnTo>
                    <a:pt x="0" y="103632"/>
                  </a:lnTo>
                  <a:lnTo>
                    <a:pt x="33528" y="103632"/>
                  </a:lnTo>
                  <a:lnTo>
                    <a:pt x="143256" y="16764"/>
                  </a:lnTo>
                  <a:close/>
                </a:path>
                <a:path w="344804" h="104139">
                  <a:moveTo>
                    <a:pt x="344424" y="89916"/>
                  </a:moveTo>
                  <a:lnTo>
                    <a:pt x="323088" y="89916"/>
                  </a:lnTo>
                  <a:lnTo>
                    <a:pt x="323088" y="103632"/>
                  </a:lnTo>
                  <a:lnTo>
                    <a:pt x="344424" y="103632"/>
                  </a:lnTo>
                  <a:lnTo>
                    <a:pt x="344424" y="899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6830568" y="3886200"/>
              <a:ext cx="558165" cy="326390"/>
            </a:xfrm>
            <a:custGeom>
              <a:avLst/>
              <a:gdLst/>
              <a:ahLst/>
              <a:cxnLst/>
              <a:rect l="l" t="t" r="r" b="b"/>
              <a:pathLst>
                <a:path w="558165" h="326389">
                  <a:moveTo>
                    <a:pt x="552748" y="0"/>
                  </a:moveTo>
                  <a:lnTo>
                    <a:pt x="5035" y="0"/>
                  </a:lnTo>
                  <a:lnTo>
                    <a:pt x="3048" y="9144"/>
                  </a:lnTo>
                  <a:lnTo>
                    <a:pt x="0" y="47244"/>
                  </a:lnTo>
                  <a:lnTo>
                    <a:pt x="3048" y="85344"/>
                  </a:lnTo>
                  <a:lnTo>
                    <a:pt x="22859" y="155448"/>
                  </a:lnTo>
                  <a:lnTo>
                    <a:pt x="57911" y="217932"/>
                  </a:lnTo>
                  <a:lnTo>
                    <a:pt x="108203" y="268224"/>
                  </a:lnTo>
                  <a:lnTo>
                    <a:pt x="170687" y="303275"/>
                  </a:lnTo>
                  <a:lnTo>
                    <a:pt x="240791" y="323088"/>
                  </a:lnTo>
                  <a:lnTo>
                    <a:pt x="278891" y="326136"/>
                  </a:lnTo>
                  <a:lnTo>
                    <a:pt x="316991" y="323088"/>
                  </a:lnTo>
                  <a:lnTo>
                    <a:pt x="387096" y="303275"/>
                  </a:lnTo>
                  <a:lnTo>
                    <a:pt x="448055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4735" y="85344"/>
                  </a:lnTo>
                  <a:lnTo>
                    <a:pt x="557783" y="47244"/>
                  </a:lnTo>
                  <a:lnTo>
                    <a:pt x="554735" y="9144"/>
                  </a:lnTo>
                  <a:lnTo>
                    <a:pt x="55274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6819900" y="3886199"/>
              <a:ext cx="577850" cy="335280"/>
            </a:xfrm>
            <a:custGeom>
              <a:avLst/>
              <a:gdLst/>
              <a:ahLst/>
              <a:cxnLst/>
              <a:rect l="l" t="t" r="r" b="b"/>
              <a:pathLst>
                <a:path w="577850" h="335279">
                  <a:moveTo>
                    <a:pt x="577596" y="47244"/>
                  </a:moveTo>
                  <a:lnTo>
                    <a:pt x="572693" y="6096"/>
                  </a:lnTo>
                  <a:lnTo>
                    <a:pt x="571969" y="0"/>
                  </a:lnTo>
                  <a:lnTo>
                    <a:pt x="552196" y="0"/>
                  </a:lnTo>
                  <a:lnTo>
                    <a:pt x="554736" y="7620"/>
                  </a:lnTo>
                  <a:lnTo>
                    <a:pt x="554736" y="19812"/>
                  </a:lnTo>
                  <a:lnTo>
                    <a:pt x="557784" y="35052"/>
                  </a:lnTo>
                  <a:lnTo>
                    <a:pt x="557784" y="60960"/>
                  </a:lnTo>
                  <a:lnTo>
                    <a:pt x="554736" y="74676"/>
                  </a:lnTo>
                  <a:lnTo>
                    <a:pt x="554736" y="88392"/>
                  </a:lnTo>
                  <a:lnTo>
                    <a:pt x="551688" y="102108"/>
                  </a:lnTo>
                  <a:lnTo>
                    <a:pt x="551688" y="100584"/>
                  </a:lnTo>
                  <a:lnTo>
                    <a:pt x="545592" y="128016"/>
                  </a:lnTo>
                  <a:lnTo>
                    <a:pt x="545592" y="126492"/>
                  </a:lnTo>
                  <a:lnTo>
                    <a:pt x="541020" y="140208"/>
                  </a:lnTo>
                  <a:lnTo>
                    <a:pt x="534924" y="152400"/>
                  </a:lnTo>
                  <a:lnTo>
                    <a:pt x="530352" y="164592"/>
                  </a:lnTo>
                  <a:lnTo>
                    <a:pt x="530352" y="163068"/>
                  </a:lnTo>
                  <a:lnTo>
                    <a:pt x="518160" y="187452"/>
                  </a:lnTo>
                  <a:lnTo>
                    <a:pt x="518160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5300" y="217932"/>
                  </a:lnTo>
                  <a:lnTo>
                    <a:pt x="496824" y="217932"/>
                  </a:lnTo>
                  <a:lnTo>
                    <a:pt x="487680" y="228600"/>
                  </a:lnTo>
                  <a:lnTo>
                    <a:pt x="478536" y="237744"/>
                  </a:lnTo>
                  <a:lnTo>
                    <a:pt x="469392" y="245592"/>
                  </a:lnTo>
                  <a:lnTo>
                    <a:pt x="469392" y="245364"/>
                  </a:lnTo>
                  <a:lnTo>
                    <a:pt x="458724" y="254508"/>
                  </a:lnTo>
                  <a:lnTo>
                    <a:pt x="449580" y="262128"/>
                  </a:lnTo>
                  <a:lnTo>
                    <a:pt x="438912" y="269748"/>
                  </a:lnTo>
                  <a:lnTo>
                    <a:pt x="440436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6052" y="283464"/>
                  </a:lnTo>
                  <a:lnTo>
                    <a:pt x="416052" y="284226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81000" y="300228"/>
                  </a:lnTo>
                  <a:lnTo>
                    <a:pt x="381000" y="298704"/>
                  </a:lnTo>
                  <a:lnTo>
                    <a:pt x="356616" y="307848"/>
                  </a:lnTo>
                  <a:lnTo>
                    <a:pt x="342900" y="310896"/>
                  </a:lnTo>
                  <a:lnTo>
                    <a:pt x="344424" y="310896"/>
                  </a:lnTo>
                  <a:lnTo>
                    <a:pt x="329184" y="312420"/>
                  </a:lnTo>
                  <a:lnTo>
                    <a:pt x="315468" y="313944"/>
                  </a:lnTo>
                  <a:lnTo>
                    <a:pt x="316992" y="313944"/>
                  </a:lnTo>
                  <a:lnTo>
                    <a:pt x="303276" y="315468"/>
                  </a:lnTo>
                  <a:lnTo>
                    <a:pt x="275844" y="315468"/>
                  </a:lnTo>
                  <a:lnTo>
                    <a:pt x="274320" y="315468"/>
                  </a:lnTo>
                  <a:lnTo>
                    <a:pt x="262128" y="313944"/>
                  </a:lnTo>
                  <a:lnTo>
                    <a:pt x="234696" y="310896"/>
                  </a:lnTo>
                  <a:lnTo>
                    <a:pt x="236220" y="310896"/>
                  </a:lnTo>
                  <a:lnTo>
                    <a:pt x="220980" y="307848"/>
                  </a:lnTo>
                  <a:lnTo>
                    <a:pt x="222504" y="307848"/>
                  </a:lnTo>
                  <a:lnTo>
                    <a:pt x="208788" y="303276"/>
                  </a:lnTo>
                  <a:lnTo>
                    <a:pt x="196596" y="298704"/>
                  </a:lnTo>
                  <a:lnTo>
                    <a:pt x="196596" y="300228"/>
                  </a:lnTo>
                  <a:lnTo>
                    <a:pt x="184404" y="294132"/>
                  </a:lnTo>
                  <a:lnTo>
                    <a:pt x="185928" y="294132"/>
                  </a:lnTo>
                  <a:lnTo>
                    <a:pt x="172212" y="289560"/>
                  </a:lnTo>
                  <a:lnTo>
                    <a:pt x="161544" y="283464"/>
                  </a:lnTo>
                  <a:lnTo>
                    <a:pt x="138684" y="269748"/>
                  </a:lnTo>
                  <a:lnTo>
                    <a:pt x="140208" y="269748"/>
                  </a:lnTo>
                  <a:lnTo>
                    <a:pt x="128016" y="262128"/>
                  </a:lnTo>
                  <a:lnTo>
                    <a:pt x="118872" y="254508"/>
                  </a:lnTo>
                  <a:lnTo>
                    <a:pt x="109982" y="24688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75755" y="208788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8008" y="198120"/>
                  </a:lnTo>
                  <a:lnTo>
                    <a:pt x="67056" y="196596"/>
                  </a:lnTo>
                  <a:lnTo>
                    <a:pt x="67056" y="198120"/>
                  </a:lnTo>
                  <a:lnTo>
                    <a:pt x="59436" y="185928"/>
                  </a:lnTo>
                  <a:lnTo>
                    <a:pt x="60960" y="187452"/>
                  </a:lnTo>
                  <a:lnTo>
                    <a:pt x="53340" y="175260"/>
                  </a:lnTo>
                  <a:lnTo>
                    <a:pt x="47244" y="163068"/>
                  </a:lnTo>
                  <a:lnTo>
                    <a:pt x="48768" y="164592"/>
                  </a:lnTo>
                  <a:lnTo>
                    <a:pt x="48006" y="163068"/>
                  </a:lnTo>
                  <a:lnTo>
                    <a:pt x="42672" y="152400"/>
                  </a:lnTo>
                  <a:lnTo>
                    <a:pt x="38100" y="140208"/>
                  </a:lnTo>
                  <a:lnTo>
                    <a:pt x="32677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1336" y="60960"/>
                  </a:lnTo>
                  <a:lnTo>
                    <a:pt x="21336" y="35052"/>
                  </a:lnTo>
                  <a:lnTo>
                    <a:pt x="22860" y="19812"/>
                  </a:lnTo>
                  <a:lnTo>
                    <a:pt x="22860" y="21336"/>
                  </a:lnTo>
                  <a:lnTo>
                    <a:pt x="23012" y="19812"/>
                  </a:lnTo>
                  <a:lnTo>
                    <a:pt x="24384" y="6096"/>
                  </a:lnTo>
                  <a:lnTo>
                    <a:pt x="24384" y="7620"/>
                  </a:lnTo>
                  <a:lnTo>
                    <a:pt x="24549" y="6096"/>
                  </a:lnTo>
                  <a:lnTo>
                    <a:pt x="25222" y="0"/>
                  </a:lnTo>
                  <a:lnTo>
                    <a:pt x="4699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7620" y="106680"/>
                  </a:lnTo>
                  <a:lnTo>
                    <a:pt x="21336" y="155448"/>
                  </a:lnTo>
                  <a:lnTo>
                    <a:pt x="47244" y="204216"/>
                  </a:lnTo>
                  <a:lnTo>
                    <a:pt x="73152" y="237744"/>
                  </a:lnTo>
                  <a:lnTo>
                    <a:pt x="118872" y="280416"/>
                  </a:lnTo>
                  <a:lnTo>
                    <a:pt x="128016" y="286512"/>
                  </a:lnTo>
                  <a:lnTo>
                    <a:pt x="138684" y="294132"/>
                  </a:lnTo>
                  <a:lnTo>
                    <a:pt x="160020" y="304800"/>
                  </a:lnTo>
                  <a:lnTo>
                    <a:pt x="184404" y="315468"/>
                  </a:lnTo>
                  <a:lnTo>
                    <a:pt x="193548" y="320040"/>
                  </a:lnTo>
                  <a:lnTo>
                    <a:pt x="220980" y="327660"/>
                  </a:lnTo>
                  <a:lnTo>
                    <a:pt x="228600" y="330708"/>
                  </a:lnTo>
                  <a:lnTo>
                    <a:pt x="234696" y="330708"/>
                  </a:lnTo>
                  <a:lnTo>
                    <a:pt x="265176" y="335280"/>
                  </a:lnTo>
                  <a:lnTo>
                    <a:pt x="303276" y="335280"/>
                  </a:lnTo>
                  <a:lnTo>
                    <a:pt x="316992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4424" y="330708"/>
                  </a:lnTo>
                  <a:lnTo>
                    <a:pt x="373380" y="324612"/>
                  </a:lnTo>
                  <a:lnTo>
                    <a:pt x="405384" y="310896"/>
                  </a:lnTo>
                  <a:lnTo>
                    <a:pt x="409956" y="309372"/>
                  </a:lnTo>
                  <a:lnTo>
                    <a:pt x="416052" y="306324"/>
                  </a:lnTo>
                  <a:lnTo>
                    <a:pt x="428244" y="300228"/>
                  </a:lnTo>
                  <a:lnTo>
                    <a:pt x="440436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6824" y="248412"/>
                  </a:lnTo>
                  <a:lnTo>
                    <a:pt x="527304" y="210312"/>
                  </a:lnTo>
                  <a:lnTo>
                    <a:pt x="528193" y="208788"/>
                  </a:lnTo>
                  <a:lnTo>
                    <a:pt x="534504" y="198120"/>
                  </a:lnTo>
                  <a:lnTo>
                    <a:pt x="540804" y="187452"/>
                  </a:lnTo>
                  <a:lnTo>
                    <a:pt x="547116" y="176784"/>
                  </a:lnTo>
                  <a:lnTo>
                    <a:pt x="551688" y="164592"/>
                  </a:lnTo>
                  <a:lnTo>
                    <a:pt x="557784" y="152400"/>
                  </a:lnTo>
                  <a:lnTo>
                    <a:pt x="562356" y="141732"/>
                  </a:lnTo>
                  <a:lnTo>
                    <a:pt x="573024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8026908" y="4223004"/>
              <a:ext cx="20320" cy="13970"/>
            </a:xfrm>
            <a:custGeom>
              <a:avLst/>
              <a:gdLst/>
              <a:ahLst/>
              <a:cxnLst/>
              <a:rect l="l" t="t" r="r" b="b"/>
              <a:pathLst>
                <a:path w="20320" h="13970">
                  <a:moveTo>
                    <a:pt x="19812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19812" y="13716"/>
                  </a:lnTo>
                  <a:lnTo>
                    <a:pt x="198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854500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B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922111" y="3429000"/>
            <a:ext cx="1082488" cy="309282"/>
            <a:chOff x="7098792" y="3886200"/>
            <a:chExt cx="1226820" cy="350520"/>
          </a:xfrm>
        </p:grpSpPr>
        <p:sp>
          <p:nvSpPr>
            <p:cNvPr id="45" name="object 45"/>
            <p:cNvSpPr/>
            <p:nvPr/>
          </p:nvSpPr>
          <p:spPr>
            <a:xfrm>
              <a:off x="7098792" y="4223004"/>
              <a:ext cx="21590" cy="13970"/>
            </a:xfrm>
            <a:custGeom>
              <a:avLst/>
              <a:gdLst/>
              <a:ahLst/>
              <a:cxnLst/>
              <a:rect l="l" t="t" r="r" b="b"/>
              <a:pathLst>
                <a:path w="21590" h="13970">
                  <a:moveTo>
                    <a:pt x="21335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21335" y="13716"/>
                  </a:lnTo>
                  <a:lnTo>
                    <a:pt x="21335" y="0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7758684" y="3886200"/>
              <a:ext cx="556260" cy="326390"/>
            </a:xfrm>
            <a:custGeom>
              <a:avLst/>
              <a:gdLst/>
              <a:ahLst/>
              <a:cxnLst/>
              <a:rect l="l" t="t" r="r" b="b"/>
              <a:pathLst>
                <a:path w="556259" h="326389">
                  <a:moveTo>
                    <a:pt x="551621" y="0"/>
                  </a:moveTo>
                  <a:lnTo>
                    <a:pt x="4638" y="0"/>
                  </a:lnTo>
                  <a:lnTo>
                    <a:pt x="3048" y="9144"/>
                  </a:lnTo>
                  <a:lnTo>
                    <a:pt x="0" y="47244"/>
                  </a:lnTo>
                  <a:lnTo>
                    <a:pt x="3048" y="85344"/>
                  </a:lnTo>
                  <a:lnTo>
                    <a:pt x="21336" y="155448"/>
                  </a:lnTo>
                  <a:lnTo>
                    <a:pt x="57912" y="217932"/>
                  </a:lnTo>
                  <a:lnTo>
                    <a:pt x="108204" y="268224"/>
                  </a:lnTo>
                  <a:lnTo>
                    <a:pt x="169164" y="303275"/>
                  </a:lnTo>
                  <a:lnTo>
                    <a:pt x="240792" y="323088"/>
                  </a:lnTo>
                  <a:lnTo>
                    <a:pt x="278892" y="326136"/>
                  </a:lnTo>
                  <a:lnTo>
                    <a:pt x="315468" y="323088"/>
                  </a:lnTo>
                  <a:lnTo>
                    <a:pt x="387096" y="303275"/>
                  </a:lnTo>
                  <a:lnTo>
                    <a:pt x="448056" y="268224"/>
                  </a:lnTo>
                  <a:lnTo>
                    <a:pt x="498348" y="217932"/>
                  </a:lnTo>
                  <a:lnTo>
                    <a:pt x="534924" y="155448"/>
                  </a:lnTo>
                  <a:lnTo>
                    <a:pt x="553212" y="85344"/>
                  </a:lnTo>
                  <a:lnTo>
                    <a:pt x="556260" y="47244"/>
                  </a:lnTo>
                  <a:lnTo>
                    <a:pt x="553212" y="9144"/>
                  </a:lnTo>
                  <a:lnTo>
                    <a:pt x="55162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7748016" y="3886199"/>
              <a:ext cx="577850" cy="335280"/>
            </a:xfrm>
            <a:custGeom>
              <a:avLst/>
              <a:gdLst/>
              <a:ahLst/>
              <a:cxnLst/>
              <a:rect l="l" t="t" r="r" b="b"/>
              <a:pathLst>
                <a:path w="577850" h="335279">
                  <a:moveTo>
                    <a:pt x="577596" y="47244"/>
                  </a:moveTo>
                  <a:lnTo>
                    <a:pt x="573671" y="19812"/>
                  </a:lnTo>
                  <a:lnTo>
                    <a:pt x="571715" y="6096"/>
                  </a:lnTo>
                  <a:lnTo>
                    <a:pt x="570839" y="0"/>
                  </a:lnTo>
                  <a:lnTo>
                    <a:pt x="551942" y="0"/>
                  </a:lnTo>
                  <a:lnTo>
                    <a:pt x="553212" y="7620"/>
                  </a:lnTo>
                  <a:lnTo>
                    <a:pt x="553212" y="6096"/>
                  </a:lnTo>
                  <a:lnTo>
                    <a:pt x="554736" y="21336"/>
                  </a:lnTo>
                  <a:lnTo>
                    <a:pt x="554736" y="19812"/>
                  </a:lnTo>
                  <a:lnTo>
                    <a:pt x="556260" y="35052"/>
                  </a:lnTo>
                  <a:lnTo>
                    <a:pt x="556260" y="60960"/>
                  </a:lnTo>
                  <a:lnTo>
                    <a:pt x="553212" y="88392"/>
                  </a:lnTo>
                  <a:lnTo>
                    <a:pt x="550164" y="102108"/>
                  </a:lnTo>
                  <a:lnTo>
                    <a:pt x="551688" y="100584"/>
                  </a:lnTo>
                  <a:lnTo>
                    <a:pt x="548640" y="114300"/>
                  </a:lnTo>
                  <a:lnTo>
                    <a:pt x="544068" y="128016"/>
                  </a:lnTo>
                  <a:lnTo>
                    <a:pt x="544068" y="126492"/>
                  </a:lnTo>
                  <a:lnTo>
                    <a:pt x="539496" y="140208"/>
                  </a:lnTo>
                  <a:lnTo>
                    <a:pt x="530352" y="164592"/>
                  </a:lnTo>
                  <a:lnTo>
                    <a:pt x="530352" y="163068"/>
                  </a:lnTo>
                  <a:lnTo>
                    <a:pt x="518160" y="187452"/>
                  </a:lnTo>
                  <a:lnTo>
                    <a:pt x="518160" y="185928"/>
                  </a:lnTo>
                  <a:lnTo>
                    <a:pt x="510540" y="198120"/>
                  </a:lnTo>
                  <a:lnTo>
                    <a:pt x="510540" y="196596"/>
                  </a:lnTo>
                  <a:lnTo>
                    <a:pt x="502920" y="208788"/>
                  </a:lnTo>
                  <a:lnTo>
                    <a:pt x="502920" y="207264"/>
                  </a:lnTo>
                  <a:lnTo>
                    <a:pt x="495300" y="217932"/>
                  </a:lnTo>
                  <a:lnTo>
                    <a:pt x="486156" y="228600"/>
                  </a:lnTo>
                  <a:lnTo>
                    <a:pt x="477012" y="237744"/>
                  </a:lnTo>
                  <a:lnTo>
                    <a:pt x="478536" y="237744"/>
                  </a:lnTo>
                  <a:lnTo>
                    <a:pt x="469392" y="245592"/>
                  </a:lnTo>
                  <a:lnTo>
                    <a:pt x="469392" y="245364"/>
                  </a:lnTo>
                  <a:lnTo>
                    <a:pt x="458724" y="254508"/>
                  </a:lnTo>
                  <a:lnTo>
                    <a:pt x="448056" y="262128"/>
                  </a:lnTo>
                  <a:lnTo>
                    <a:pt x="449580" y="262128"/>
                  </a:lnTo>
                  <a:lnTo>
                    <a:pt x="437388" y="269748"/>
                  </a:lnTo>
                  <a:lnTo>
                    <a:pt x="438912" y="269748"/>
                  </a:lnTo>
                  <a:lnTo>
                    <a:pt x="426720" y="277368"/>
                  </a:lnTo>
                  <a:lnTo>
                    <a:pt x="428244" y="277368"/>
                  </a:lnTo>
                  <a:lnTo>
                    <a:pt x="416052" y="283464"/>
                  </a:lnTo>
                  <a:lnTo>
                    <a:pt x="403860" y="289560"/>
                  </a:lnTo>
                  <a:lnTo>
                    <a:pt x="405384" y="289560"/>
                  </a:lnTo>
                  <a:lnTo>
                    <a:pt x="393192" y="294132"/>
                  </a:lnTo>
                  <a:lnTo>
                    <a:pt x="381000" y="300228"/>
                  </a:lnTo>
                  <a:lnTo>
                    <a:pt x="381000" y="298704"/>
                  </a:lnTo>
                  <a:lnTo>
                    <a:pt x="368808" y="303276"/>
                  </a:lnTo>
                  <a:lnTo>
                    <a:pt x="355092" y="307848"/>
                  </a:lnTo>
                  <a:lnTo>
                    <a:pt x="342900" y="310896"/>
                  </a:lnTo>
                  <a:lnTo>
                    <a:pt x="315468" y="313944"/>
                  </a:lnTo>
                  <a:lnTo>
                    <a:pt x="316992" y="313944"/>
                  </a:lnTo>
                  <a:lnTo>
                    <a:pt x="301752" y="315468"/>
                  </a:lnTo>
                  <a:lnTo>
                    <a:pt x="275844" y="315468"/>
                  </a:lnTo>
                  <a:lnTo>
                    <a:pt x="274320" y="315468"/>
                  </a:lnTo>
                  <a:lnTo>
                    <a:pt x="246888" y="312420"/>
                  </a:lnTo>
                  <a:lnTo>
                    <a:pt x="234696" y="310896"/>
                  </a:lnTo>
                  <a:lnTo>
                    <a:pt x="220980" y="307848"/>
                  </a:lnTo>
                  <a:lnTo>
                    <a:pt x="200660" y="300228"/>
                  </a:lnTo>
                  <a:lnTo>
                    <a:pt x="196596" y="298704"/>
                  </a:lnTo>
                  <a:lnTo>
                    <a:pt x="196596" y="300228"/>
                  </a:lnTo>
                  <a:lnTo>
                    <a:pt x="182880" y="294132"/>
                  </a:lnTo>
                  <a:lnTo>
                    <a:pt x="184404" y="294132"/>
                  </a:lnTo>
                  <a:lnTo>
                    <a:pt x="172212" y="289560"/>
                  </a:lnTo>
                  <a:lnTo>
                    <a:pt x="161544" y="283464"/>
                  </a:lnTo>
                  <a:lnTo>
                    <a:pt x="138684" y="269748"/>
                  </a:lnTo>
                  <a:lnTo>
                    <a:pt x="117348" y="254508"/>
                  </a:lnTo>
                  <a:lnTo>
                    <a:pt x="118872" y="254508"/>
                  </a:lnTo>
                  <a:lnTo>
                    <a:pt x="108204" y="245364"/>
                  </a:lnTo>
                  <a:lnTo>
                    <a:pt x="108204" y="246888"/>
                  </a:lnTo>
                  <a:lnTo>
                    <a:pt x="89916" y="228600"/>
                  </a:lnTo>
                  <a:lnTo>
                    <a:pt x="74676" y="207264"/>
                  </a:lnTo>
                  <a:lnTo>
                    <a:pt x="74676" y="208788"/>
                  </a:lnTo>
                  <a:lnTo>
                    <a:pt x="65532" y="196596"/>
                  </a:lnTo>
                  <a:lnTo>
                    <a:pt x="65532" y="198120"/>
                  </a:lnTo>
                  <a:lnTo>
                    <a:pt x="59436" y="185928"/>
                  </a:lnTo>
                  <a:lnTo>
                    <a:pt x="59436" y="187452"/>
                  </a:lnTo>
                  <a:lnTo>
                    <a:pt x="47244" y="163068"/>
                  </a:lnTo>
                  <a:lnTo>
                    <a:pt x="47244" y="164592"/>
                  </a:lnTo>
                  <a:lnTo>
                    <a:pt x="41148" y="152400"/>
                  </a:lnTo>
                  <a:lnTo>
                    <a:pt x="36576" y="140208"/>
                  </a:lnTo>
                  <a:lnTo>
                    <a:pt x="32512" y="128016"/>
                  </a:lnTo>
                  <a:lnTo>
                    <a:pt x="32004" y="126492"/>
                  </a:lnTo>
                  <a:lnTo>
                    <a:pt x="32004" y="128016"/>
                  </a:lnTo>
                  <a:lnTo>
                    <a:pt x="26238" y="102108"/>
                  </a:lnTo>
                  <a:lnTo>
                    <a:pt x="25908" y="100584"/>
                  </a:lnTo>
                  <a:lnTo>
                    <a:pt x="25908" y="102108"/>
                  </a:lnTo>
                  <a:lnTo>
                    <a:pt x="24384" y="88392"/>
                  </a:lnTo>
                  <a:lnTo>
                    <a:pt x="21336" y="74676"/>
                  </a:lnTo>
                  <a:lnTo>
                    <a:pt x="21336" y="21336"/>
                  </a:lnTo>
                  <a:lnTo>
                    <a:pt x="21640" y="19812"/>
                  </a:lnTo>
                  <a:lnTo>
                    <a:pt x="24384" y="6096"/>
                  </a:lnTo>
                  <a:lnTo>
                    <a:pt x="24384" y="7620"/>
                  </a:lnTo>
                  <a:lnTo>
                    <a:pt x="24549" y="6096"/>
                  </a:lnTo>
                  <a:lnTo>
                    <a:pt x="25222" y="0"/>
                  </a:lnTo>
                  <a:lnTo>
                    <a:pt x="4699" y="0"/>
                  </a:lnTo>
                  <a:lnTo>
                    <a:pt x="1524" y="18288"/>
                  </a:lnTo>
                  <a:lnTo>
                    <a:pt x="0" y="33528"/>
                  </a:lnTo>
                  <a:lnTo>
                    <a:pt x="0" y="62484"/>
                  </a:lnTo>
                  <a:lnTo>
                    <a:pt x="6096" y="106680"/>
                  </a:lnTo>
                  <a:lnTo>
                    <a:pt x="15240" y="143256"/>
                  </a:lnTo>
                  <a:lnTo>
                    <a:pt x="21336" y="155448"/>
                  </a:lnTo>
                  <a:lnTo>
                    <a:pt x="30480" y="176784"/>
                  </a:lnTo>
                  <a:lnTo>
                    <a:pt x="47244" y="204216"/>
                  </a:lnTo>
                  <a:lnTo>
                    <a:pt x="50292" y="208788"/>
                  </a:lnTo>
                  <a:lnTo>
                    <a:pt x="59436" y="220980"/>
                  </a:lnTo>
                  <a:lnTo>
                    <a:pt x="71628" y="237744"/>
                  </a:lnTo>
                  <a:lnTo>
                    <a:pt x="117348" y="280416"/>
                  </a:lnTo>
                  <a:lnTo>
                    <a:pt x="158496" y="304800"/>
                  </a:lnTo>
                  <a:lnTo>
                    <a:pt x="193548" y="320040"/>
                  </a:lnTo>
                  <a:lnTo>
                    <a:pt x="220980" y="327660"/>
                  </a:lnTo>
                  <a:lnTo>
                    <a:pt x="228600" y="330708"/>
                  </a:lnTo>
                  <a:lnTo>
                    <a:pt x="234696" y="330708"/>
                  </a:lnTo>
                  <a:lnTo>
                    <a:pt x="265176" y="335280"/>
                  </a:lnTo>
                  <a:lnTo>
                    <a:pt x="303276" y="335280"/>
                  </a:lnTo>
                  <a:lnTo>
                    <a:pt x="316992" y="335280"/>
                  </a:lnTo>
                  <a:lnTo>
                    <a:pt x="318516" y="335280"/>
                  </a:lnTo>
                  <a:lnTo>
                    <a:pt x="332232" y="333756"/>
                  </a:lnTo>
                  <a:lnTo>
                    <a:pt x="342900" y="330708"/>
                  </a:lnTo>
                  <a:lnTo>
                    <a:pt x="371856" y="324612"/>
                  </a:lnTo>
                  <a:lnTo>
                    <a:pt x="405384" y="310896"/>
                  </a:lnTo>
                  <a:lnTo>
                    <a:pt x="409956" y="309372"/>
                  </a:lnTo>
                  <a:lnTo>
                    <a:pt x="416052" y="306324"/>
                  </a:lnTo>
                  <a:lnTo>
                    <a:pt x="428244" y="300228"/>
                  </a:lnTo>
                  <a:lnTo>
                    <a:pt x="438912" y="294132"/>
                  </a:lnTo>
                  <a:lnTo>
                    <a:pt x="443484" y="291084"/>
                  </a:lnTo>
                  <a:lnTo>
                    <a:pt x="449580" y="286512"/>
                  </a:lnTo>
                  <a:lnTo>
                    <a:pt x="469392" y="272796"/>
                  </a:lnTo>
                  <a:lnTo>
                    <a:pt x="475488" y="268224"/>
                  </a:lnTo>
                  <a:lnTo>
                    <a:pt x="478536" y="265176"/>
                  </a:lnTo>
                  <a:lnTo>
                    <a:pt x="495300" y="248412"/>
                  </a:lnTo>
                  <a:lnTo>
                    <a:pt x="502920" y="240792"/>
                  </a:lnTo>
                  <a:lnTo>
                    <a:pt x="527304" y="210312"/>
                  </a:lnTo>
                  <a:lnTo>
                    <a:pt x="528129" y="208788"/>
                  </a:lnTo>
                  <a:lnTo>
                    <a:pt x="533946" y="198120"/>
                  </a:lnTo>
                  <a:lnTo>
                    <a:pt x="539762" y="187452"/>
                  </a:lnTo>
                  <a:lnTo>
                    <a:pt x="545592" y="176784"/>
                  </a:lnTo>
                  <a:lnTo>
                    <a:pt x="551688" y="164592"/>
                  </a:lnTo>
                  <a:lnTo>
                    <a:pt x="556260" y="152400"/>
                  </a:lnTo>
                  <a:lnTo>
                    <a:pt x="562356" y="141732"/>
                  </a:lnTo>
                  <a:lnTo>
                    <a:pt x="571500" y="102108"/>
                  </a:lnTo>
                  <a:lnTo>
                    <a:pt x="576072" y="62484"/>
                  </a:lnTo>
                  <a:lnTo>
                    <a:pt x="577596" y="47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673407" y="33397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C</a:t>
            </a:r>
            <a:endParaRPr sz="1412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320527" y="3429000"/>
            <a:ext cx="2510678" cy="1009650"/>
          </a:xfrm>
          <a:custGeom>
            <a:avLst/>
            <a:gdLst/>
            <a:ahLst/>
            <a:cxnLst/>
            <a:rect l="l" t="t" r="r" b="b"/>
            <a:pathLst>
              <a:path w="2845435" h="1144270">
                <a:moveTo>
                  <a:pt x="2845308" y="5080"/>
                </a:moveTo>
                <a:lnTo>
                  <a:pt x="1200912" y="5080"/>
                </a:lnTo>
                <a:lnTo>
                  <a:pt x="1200912" y="0"/>
                </a:lnTo>
                <a:lnTo>
                  <a:pt x="1190244" y="0"/>
                </a:lnTo>
                <a:lnTo>
                  <a:pt x="1190244" y="5080"/>
                </a:lnTo>
                <a:lnTo>
                  <a:pt x="0" y="5080"/>
                </a:lnTo>
                <a:lnTo>
                  <a:pt x="0" y="15240"/>
                </a:lnTo>
                <a:lnTo>
                  <a:pt x="1190244" y="15240"/>
                </a:lnTo>
                <a:lnTo>
                  <a:pt x="1190244" y="252730"/>
                </a:lnTo>
                <a:lnTo>
                  <a:pt x="0" y="252730"/>
                </a:lnTo>
                <a:lnTo>
                  <a:pt x="0" y="264160"/>
                </a:lnTo>
                <a:lnTo>
                  <a:pt x="1190244" y="264160"/>
                </a:lnTo>
                <a:lnTo>
                  <a:pt x="1190244" y="350520"/>
                </a:lnTo>
                <a:lnTo>
                  <a:pt x="1190244" y="513080"/>
                </a:lnTo>
                <a:lnTo>
                  <a:pt x="0" y="513080"/>
                </a:lnTo>
                <a:lnTo>
                  <a:pt x="0" y="524510"/>
                </a:lnTo>
                <a:lnTo>
                  <a:pt x="1190244" y="524510"/>
                </a:lnTo>
                <a:lnTo>
                  <a:pt x="1190244" y="775970"/>
                </a:lnTo>
                <a:lnTo>
                  <a:pt x="0" y="775970"/>
                </a:lnTo>
                <a:lnTo>
                  <a:pt x="0" y="786130"/>
                </a:lnTo>
                <a:lnTo>
                  <a:pt x="1190244" y="786130"/>
                </a:lnTo>
                <a:lnTo>
                  <a:pt x="1190244" y="1037590"/>
                </a:lnTo>
                <a:lnTo>
                  <a:pt x="0" y="1037590"/>
                </a:lnTo>
                <a:lnTo>
                  <a:pt x="0" y="1046480"/>
                </a:lnTo>
                <a:lnTo>
                  <a:pt x="1190244" y="1046480"/>
                </a:lnTo>
                <a:lnTo>
                  <a:pt x="1190244" y="1144270"/>
                </a:lnTo>
                <a:lnTo>
                  <a:pt x="1200912" y="1144270"/>
                </a:lnTo>
                <a:lnTo>
                  <a:pt x="1200912" y="1046480"/>
                </a:lnTo>
                <a:lnTo>
                  <a:pt x="2845308" y="1046480"/>
                </a:lnTo>
                <a:lnTo>
                  <a:pt x="2845308" y="1037590"/>
                </a:lnTo>
                <a:lnTo>
                  <a:pt x="1200912" y="1037590"/>
                </a:lnTo>
                <a:lnTo>
                  <a:pt x="1200912" y="786130"/>
                </a:lnTo>
                <a:lnTo>
                  <a:pt x="2845308" y="786130"/>
                </a:lnTo>
                <a:lnTo>
                  <a:pt x="2845308" y="775970"/>
                </a:lnTo>
                <a:lnTo>
                  <a:pt x="1200912" y="775970"/>
                </a:lnTo>
                <a:lnTo>
                  <a:pt x="1200912" y="524510"/>
                </a:lnTo>
                <a:lnTo>
                  <a:pt x="2845308" y="524510"/>
                </a:lnTo>
                <a:lnTo>
                  <a:pt x="2845308" y="513080"/>
                </a:lnTo>
                <a:lnTo>
                  <a:pt x="1200912" y="513080"/>
                </a:lnTo>
                <a:lnTo>
                  <a:pt x="1200912" y="350520"/>
                </a:lnTo>
                <a:lnTo>
                  <a:pt x="1200912" y="264160"/>
                </a:lnTo>
                <a:lnTo>
                  <a:pt x="2845308" y="264160"/>
                </a:lnTo>
                <a:lnTo>
                  <a:pt x="2845308" y="252730"/>
                </a:lnTo>
                <a:lnTo>
                  <a:pt x="1200912" y="252730"/>
                </a:lnTo>
                <a:lnTo>
                  <a:pt x="1200912" y="15240"/>
                </a:lnTo>
                <a:lnTo>
                  <a:pt x="2845308" y="15240"/>
                </a:lnTo>
                <a:lnTo>
                  <a:pt x="2845308" y="50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0" name="object 50"/>
          <p:cNvSpPr txBox="1"/>
          <p:nvPr/>
        </p:nvSpPr>
        <p:spPr>
          <a:xfrm>
            <a:off x="3375247" y="3186911"/>
            <a:ext cx="1611966" cy="450463"/>
          </a:xfrm>
          <a:prstGeom prst="rect">
            <a:avLst/>
          </a:prstGeom>
        </p:spPr>
        <p:txBody>
          <a:bodyPr vert="horz" wrap="square" lIns="0" tIns="30816" rIns="0" bIns="0" rtlCol="0">
            <a:spAutoFit/>
          </a:bodyPr>
          <a:lstStyle/>
          <a:p>
            <a:pPr marL="11206">
              <a:spcBef>
                <a:spcPts val="243"/>
              </a:spcBef>
              <a:tabLst>
                <a:tab pos="1064055" algn="l"/>
              </a:tabLst>
            </a:pPr>
            <a:r>
              <a:rPr sz="1279" spc="-44" dirty="0">
                <a:solidFill>
                  <a:srgbClr val="101010"/>
                </a:solidFill>
                <a:latin typeface="Microsoft Sans Serif"/>
                <a:cs typeface="Microsoft Sans Serif"/>
              </a:rPr>
              <a:t>S</a:t>
            </a:r>
            <a:r>
              <a:rPr sz="1279" dirty="0">
                <a:solidFill>
                  <a:srgbClr val="101010"/>
                </a:solidFill>
                <a:latin typeface="Microsoft Sans Serif"/>
                <a:cs typeface="Microsoft Sans Serif"/>
              </a:rPr>
              <a:t>	</a:t>
            </a:r>
            <a:r>
              <a:rPr sz="1279" spc="-9" dirty="0">
                <a:solidFill>
                  <a:srgbClr val="101010"/>
                </a:solidFill>
                <a:latin typeface="Microsoft Sans Serif"/>
                <a:cs typeface="Microsoft Sans Serif"/>
              </a:rPr>
              <a:t>{A,B,C}</a:t>
            </a:r>
            <a:endParaRPr sz="1279">
              <a:latin typeface="Microsoft Sans Serif"/>
              <a:cs typeface="Microsoft Sans Serif"/>
            </a:endParaRPr>
          </a:p>
          <a:p>
            <a:pPr marL="11206">
              <a:spcBef>
                <a:spcPts val="159"/>
              </a:spcBef>
              <a:tabLst>
                <a:tab pos="1064055" algn="l"/>
              </a:tabLst>
            </a:pPr>
            <a:r>
              <a:rPr sz="1279" spc="-22" dirty="0">
                <a:solidFill>
                  <a:srgbClr val="101010"/>
                </a:solidFill>
                <a:latin typeface="Microsoft Sans Serif"/>
                <a:cs typeface="Microsoft Sans Serif"/>
              </a:rPr>
              <a:t>A.</a:t>
            </a:r>
            <a:r>
              <a:rPr sz="1279" dirty="0">
                <a:solidFill>
                  <a:srgbClr val="101010"/>
                </a:solidFill>
                <a:latin typeface="Microsoft Sans Serif"/>
                <a:cs typeface="Microsoft Sans Serif"/>
              </a:rPr>
              <a:t>	</a:t>
            </a:r>
            <a:r>
              <a:rPr sz="1279" spc="-9" dirty="0">
                <a:solidFill>
                  <a:srgbClr val="101010"/>
                </a:solidFill>
                <a:latin typeface="Microsoft Sans Serif"/>
                <a:cs typeface="Microsoft Sans Serif"/>
              </a:rPr>
              <a:t>{B,C}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976399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430426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9</a:t>
            </a:r>
            <a:endParaRPr sz="1279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467084" y="4055249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612838" y="3782263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286043" y="4055249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1</a:t>
            </a:r>
            <a:endParaRPr sz="1279">
              <a:latin typeface="Arial"/>
              <a:cs typeface="Arial"/>
            </a:endParaRPr>
          </a:p>
        </p:txBody>
      </p:sp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04921" y="3739627"/>
            <a:ext cx="2799678" cy="701936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7040860" y="4157349"/>
            <a:ext cx="143996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E</a:t>
            </a:r>
            <a:endParaRPr sz="1412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381887" y="4157349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D</a:t>
            </a:r>
            <a:endParaRPr sz="1412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682846" y="4157349"/>
            <a:ext cx="133350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F</a:t>
            </a:r>
            <a:endParaRPr sz="1412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765663" y="3736698"/>
            <a:ext cx="333375" cy="691706"/>
          </a:xfrm>
          <a:prstGeom prst="rect">
            <a:avLst/>
          </a:prstGeom>
        </p:spPr>
        <p:txBody>
          <a:bodyPr vert="horz" wrap="square" lIns="0" tIns="58271" rIns="0" bIns="0" rtlCol="0">
            <a:spAutoFit/>
          </a:bodyPr>
          <a:lstStyle/>
          <a:p>
            <a:pPr marL="40343">
              <a:spcBef>
                <a:spcPts val="459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  <a:p>
            <a:pPr marL="94134">
              <a:lnSpc>
                <a:spcPts val="1579"/>
              </a:lnSpc>
              <a:spcBef>
                <a:spcPts val="415"/>
              </a:spcBef>
            </a:pPr>
            <a:r>
              <a:rPr sz="1412" b="1" spc="-44" dirty="0">
                <a:latin typeface="Arial"/>
                <a:cs typeface="Arial"/>
              </a:rPr>
              <a:t>G</a:t>
            </a:r>
            <a:endParaRPr sz="1412">
              <a:latin typeface="Arial"/>
              <a:cs typeface="Arial"/>
            </a:endParaRPr>
          </a:p>
          <a:p>
            <a:pPr marL="11206">
              <a:lnSpc>
                <a:spcPts val="1421"/>
              </a:lnSpc>
            </a:pPr>
            <a:r>
              <a:rPr sz="1279" spc="-18" dirty="0">
                <a:solidFill>
                  <a:srgbClr val="FFFFFF"/>
                </a:solidFill>
                <a:latin typeface="Microsoft Sans Serif"/>
                <a:cs typeface="Microsoft Sans Serif"/>
              </a:rPr>
              <a:t>goal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321494" y="4601057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7</a:t>
            </a:r>
            <a:endParaRPr sz="1279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253331" y="4438873"/>
            <a:ext cx="2701738" cy="105335"/>
            <a:chOff x="5207508" y="5030723"/>
            <a:chExt cx="3061970" cy="119380"/>
          </a:xfrm>
        </p:grpSpPr>
        <p:sp>
          <p:nvSpPr>
            <p:cNvPr id="63" name="object 63"/>
            <p:cNvSpPr/>
            <p:nvPr/>
          </p:nvSpPr>
          <p:spPr>
            <a:xfrm>
              <a:off x="5961888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89" h="108585">
                  <a:moveTo>
                    <a:pt x="440436" y="0"/>
                  </a:moveTo>
                  <a:lnTo>
                    <a:pt x="0" y="0"/>
                  </a:lnTo>
                  <a:lnTo>
                    <a:pt x="22860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19456" y="108203"/>
                  </a:lnTo>
                  <a:lnTo>
                    <a:pt x="257556" y="106680"/>
                  </a:lnTo>
                  <a:lnTo>
                    <a:pt x="327660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4" name="object 6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49696" y="5030723"/>
              <a:ext cx="464819" cy="118871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5219700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89" h="108585">
                  <a:moveTo>
                    <a:pt x="440436" y="0"/>
                  </a:moveTo>
                  <a:lnTo>
                    <a:pt x="0" y="0"/>
                  </a:lnTo>
                  <a:lnTo>
                    <a:pt x="22860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19455" y="108203"/>
                  </a:lnTo>
                  <a:lnTo>
                    <a:pt x="257555" y="106680"/>
                  </a:lnTo>
                  <a:lnTo>
                    <a:pt x="327660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6" name="object 6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07508" y="5030723"/>
              <a:ext cx="464819" cy="118871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7816596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90" h="108585">
                  <a:moveTo>
                    <a:pt x="440435" y="0"/>
                  </a:moveTo>
                  <a:lnTo>
                    <a:pt x="0" y="0"/>
                  </a:lnTo>
                  <a:lnTo>
                    <a:pt x="22859" y="27431"/>
                  </a:lnTo>
                  <a:lnTo>
                    <a:pt x="79248" y="70103"/>
                  </a:lnTo>
                  <a:lnTo>
                    <a:pt x="146303" y="99059"/>
                  </a:lnTo>
                  <a:lnTo>
                    <a:pt x="220979" y="108203"/>
                  </a:lnTo>
                  <a:lnTo>
                    <a:pt x="257555" y="106680"/>
                  </a:lnTo>
                  <a:lnTo>
                    <a:pt x="329183" y="86868"/>
                  </a:lnTo>
                  <a:lnTo>
                    <a:pt x="390144" y="50292"/>
                  </a:lnTo>
                  <a:lnTo>
                    <a:pt x="44043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8" name="object 6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04404" y="5030723"/>
              <a:ext cx="464820" cy="118871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6888480" y="5030723"/>
              <a:ext cx="440690" cy="108585"/>
            </a:xfrm>
            <a:custGeom>
              <a:avLst/>
              <a:gdLst/>
              <a:ahLst/>
              <a:cxnLst/>
              <a:rect l="l" t="t" r="r" b="b"/>
              <a:pathLst>
                <a:path w="440690" h="108585">
                  <a:moveTo>
                    <a:pt x="440436" y="0"/>
                  </a:moveTo>
                  <a:lnTo>
                    <a:pt x="0" y="0"/>
                  </a:lnTo>
                  <a:lnTo>
                    <a:pt x="24384" y="27431"/>
                  </a:lnTo>
                  <a:lnTo>
                    <a:pt x="80772" y="70103"/>
                  </a:lnTo>
                  <a:lnTo>
                    <a:pt x="146303" y="99059"/>
                  </a:lnTo>
                  <a:lnTo>
                    <a:pt x="220979" y="108203"/>
                  </a:lnTo>
                  <a:lnTo>
                    <a:pt x="259079" y="106680"/>
                  </a:lnTo>
                  <a:lnTo>
                    <a:pt x="329184" y="86868"/>
                  </a:lnTo>
                  <a:lnTo>
                    <a:pt x="390144" y="50292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0" name="object 7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76288" y="5030723"/>
              <a:ext cx="466343" cy="118871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6203576" y="4854388"/>
            <a:ext cx="509868" cy="286871"/>
            <a:chOff x="5151120" y="5501640"/>
            <a:chExt cx="577850" cy="325120"/>
          </a:xfrm>
        </p:grpSpPr>
        <p:sp>
          <p:nvSpPr>
            <p:cNvPr id="72" name="object 72"/>
            <p:cNvSpPr/>
            <p:nvPr/>
          </p:nvSpPr>
          <p:spPr>
            <a:xfrm>
              <a:off x="5161788" y="5510784"/>
              <a:ext cx="556260" cy="315595"/>
            </a:xfrm>
            <a:custGeom>
              <a:avLst/>
              <a:gdLst/>
              <a:ahLst/>
              <a:cxnLst/>
              <a:rect l="l" t="t" r="r" b="b"/>
              <a:pathLst>
                <a:path w="556260" h="315595">
                  <a:moveTo>
                    <a:pt x="277367" y="0"/>
                  </a:moveTo>
                  <a:lnTo>
                    <a:pt x="204215" y="9144"/>
                  </a:lnTo>
                  <a:lnTo>
                    <a:pt x="137160" y="38100"/>
                  </a:lnTo>
                  <a:lnTo>
                    <a:pt x="80772" y="80772"/>
                  </a:lnTo>
                  <a:lnTo>
                    <a:pt x="38100" y="137160"/>
                  </a:lnTo>
                  <a:lnTo>
                    <a:pt x="9144" y="204216"/>
                  </a:lnTo>
                  <a:lnTo>
                    <a:pt x="0" y="277368"/>
                  </a:lnTo>
                  <a:lnTo>
                    <a:pt x="3048" y="315468"/>
                  </a:lnTo>
                  <a:lnTo>
                    <a:pt x="553212" y="315468"/>
                  </a:lnTo>
                  <a:lnTo>
                    <a:pt x="556260" y="277368"/>
                  </a:lnTo>
                  <a:lnTo>
                    <a:pt x="547115" y="204216"/>
                  </a:lnTo>
                  <a:lnTo>
                    <a:pt x="518160" y="137160"/>
                  </a:lnTo>
                  <a:lnTo>
                    <a:pt x="473963" y="80772"/>
                  </a:lnTo>
                  <a:lnTo>
                    <a:pt x="419100" y="38100"/>
                  </a:lnTo>
                  <a:lnTo>
                    <a:pt x="352044" y="9144"/>
                  </a:lnTo>
                  <a:lnTo>
                    <a:pt x="277367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3" name="object 73"/>
            <p:cNvSpPr/>
            <p:nvPr/>
          </p:nvSpPr>
          <p:spPr>
            <a:xfrm>
              <a:off x="5151120" y="5501640"/>
              <a:ext cx="577850" cy="325120"/>
            </a:xfrm>
            <a:custGeom>
              <a:avLst/>
              <a:gdLst/>
              <a:ahLst/>
              <a:cxnLst/>
              <a:rect l="l" t="t" r="r" b="b"/>
              <a:pathLst>
                <a:path w="577850" h="325120">
                  <a:moveTo>
                    <a:pt x="577596" y="286512"/>
                  </a:moveTo>
                  <a:lnTo>
                    <a:pt x="569976" y="224028"/>
                  </a:lnTo>
                  <a:lnTo>
                    <a:pt x="548640" y="161544"/>
                  </a:lnTo>
                  <a:lnTo>
                    <a:pt x="526986" y="126492"/>
                  </a:lnTo>
                  <a:lnTo>
                    <a:pt x="516636" y="109728"/>
                  </a:lnTo>
                  <a:lnTo>
                    <a:pt x="478536" y="68580"/>
                  </a:lnTo>
                  <a:lnTo>
                    <a:pt x="432816" y="36576"/>
                  </a:lnTo>
                  <a:lnTo>
                    <a:pt x="429221" y="35052"/>
                  </a:lnTo>
                  <a:lnTo>
                    <a:pt x="393293" y="19812"/>
                  </a:lnTo>
                  <a:lnTo>
                    <a:pt x="382524" y="15240"/>
                  </a:lnTo>
                  <a:lnTo>
                    <a:pt x="329184" y="3048"/>
                  </a:lnTo>
                  <a:lnTo>
                    <a:pt x="303276" y="0"/>
                  </a:lnTo>
                  <a:lnTo>
                    <a:pt x="274320" y="0"/>
                  </a:lnTo>
                  <a:lnTo>
                    <a:pt x="220980" y="7620"/>
                  </a:lnTo>
                  <a:lnTo>
                    <a:pt x="169164" y="24384"/>
                  </a:lnTo>
                  <a:lnTo>
                    <a:pt x="121920" y="51816"/>
                  </a:lnTo>
                  <a:lnTo>
                    <a:pt x="79248" y="88392"/>
                  </a:lnTo>
                  <a:lnTo>
                    <a:pt x="44196" y="135636"/>
                  </a:lnTo>
                  <a:lnTo>
                    <a:pt x="16764" y="192024"/>
                  </a:lnTo>
                  <a:lnTo>
                    <a:pt x="1524" y="257556"/>
                  </a:lnTo>
                  <a:lnTo>
                    <a:pt x="0" y="286512"/>
                  </a:lnTo>
                  <a:lnTo>
                    <a:pt x="0" y="301752"/>
                  </a:lnTo>
                  <a:lnTo>
                    <a:pt x="1524" y="316992"/>
                  </a:lnTo>
                  <a:lnTo>
                    <a:pt x="3048" y="324612"/>
                  </a:lnTo>
                  <a:lnTo>
                    <a:pt x="21336" y="324612"/>
                  </a:lnTo>
                  <a:lnTo>
                    <a:pt x="22860" y="324612"/>
                  </a:lnTo>
                  <a:lnTo>
                    <a:pt x="22860" y="315468"/>
                  </a:lnTo>
                  <a:lnTo>
                    <a:pt x="21336" y="300228"/>
                  </a:lnTo>
                  <a:lnTo>
                    <a:pt x="21336" y="274320"/>
                  </a:lnTo>
                  <a:lnTo>
                    <a:pt x="24384" y="246888"/>
                  </a:lnTo>
                  <a:lnTo>
                    <a:pt x="25908" y="236220"/>
                  </a:lnTo>
                  <a:lnTo>
                    <a:pt x="25908" y="233172"/>
                  </a:lnTo>
                  <a:lnTo>
                    <a:pt x="28956" y="220980"/>
                  </a:lnTo>
                  <a:lnTo>
                    <a:pt x="32004" y="207264"/>
                  </a:lnTo>
                  <a:lnTo>
                    <a:pt x="36576" y="195072"/>
                  </a:lnTo>
                  <a:lnTo>
                    <a:pt x="42672" y="182880"/>
                  </a:lnTo>
                  <a:lnTo>
                    <a:pt x="47244" y="172212"/>
                  </a:lnTo>
                  <a:lnTo>
                    <a:pt x="47244" y="170688"/>
                  </a:lnTo>
                  <a:lnTo>
                    <a:pt x="59436" y="149352"/>
                  </a:lnTo>
                  <a:lnTo>
                    <a:pt x="59436" y="147828"/>
                  </a:lnTo>
                  <a:lnTo>
                    <a:pt x="65532" y="138684"/>
                  </a:lnTo>
                  <a:lnTo>
                    <a:pt x="74676" y="126492"/>
                  </a:lnTo>
                  <a:lnTo>
                    <a:pt x="82296" y="117348"/>
                  </a:lnTo>
                  <a:lnTo>
                    <a:pt x="89916" y="106680"/>
                  </a:lnTo>
                  <a:lnTo>
                    <a:pt x="99060" y="99060"/>
                  </a:lnTo>
                  <a:lnTo>
                    <a:pt x="99060" y="97536"/>
                  </a:lnTo>
                  <a:lnTo>
                    <a:pt x="108204" y="88392"/>
                  </a:lnTo>
                  <a:lnTo>
                    <a:pt x="117348" y="80772"/>
                  </a:lnTo>
                  <a:lnTo>
                    <a:pt x="149352" y="57912"/>
                  </a:lnTo>
                  <a:lnTo>
                    <a:pt x="161544" y="51816"/>
                  </a:lnTo>
                  <a:lnTo>
                    <a:pt x="172212" y="45720"/>
                  </a:lnTo>
                  <a:lnTo>
                    <a:pt x="184404" y="41148"/>
                  </a:lnTo>
                  <a:lnTo>
                    <a:pt x="184404" y="39624"/>
                  </a:lnTo>
                  <a:lnTo>
                    <a:pt x="196596" y="35052"/>
                  </a:lnTo>
                  <a:lnTo>
                    <a:pt x="196596" y="36576"/>
                  </a:lnTo>
                  <a:lnTo>
                    <a:pt x="200660" y="35052"/>
                  </a:lnTo>
                  <a:lnTo>
                    <a:pt x="220980" y="27432"/>
                  </a:lnTo>
                  <a:lnTo>
                    <a:pt x="234696" y="24384"/>
                  </a:lnTo>
                  <a:lnTo>
                    <a:pt x="248412" y="22860"/>
                  </a:lnTo>
                  <a:lnTo>
                    <a:pt x="260604" y="21336"/>
                  </a:lnTo>
                  <a:lnTo>
                    <a:pt x="274320" y="19812"/>
                  </a:lnTo>
                  <a:lnTo>
                    <a:pt x="316992" y="19812"/>
                  </a:lnTo>
                  <a:lnTo>
                    <a:pt x="329184" y="22860"/>
                  </a:lnTo>
                  <a:lnTo>
                    <a:pt x="342900" y="24384"/>
                  </a:lnTo>
                  <a:lnTo>
                    <a:pt x="356616" y="27432"/>
                  </a:lnTo>
                  <a:lnTo>
                    <a:pt x="381000" y="36576"/>
                  </a:lnTo>
                  <a:lnTo>
                    <a:pt x="381000" y="35052"/>
                  </a:lnTo>
                  <a:lnTo>
                    <a:pt x="393192" y="39624"/>
                  </a:lnTo>
                  <a:lnTo>
                    <a:pt x="393192" y="41148"/>
                  </a:lnTo>
                  <a:lnTo>
                    <a:pt x="405384" y="45720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49580" y="73152"/>
                  </a:lnTo>
                  <a:lnTo>
                    <a:pt x="458724" y="80772"/>
                  </a:lnTo>
                  <a:lnTo>
                    <a:pt x="469392" y="88392"/>
                  </a:lnTo>
                  <a:lnTo>
                    <a:pt x="478536" y="97536"/>
                  </a:lnTo>
                  <a:lnTo>
                    <a:pt x="478536" y="99060"/>
                  </a:lnTo>
                  <a:lnTo>
                    <a:pt x="487680" y="106680"/>
                  </a:lnTo>
                  <a:lnTo>
                    <a:pt x="487680" y="108204"/>
                  </a:lnTo>
                  <a:lnTo>
                    <a:pt x="495300" y="117348"/>
                  </a:lnTo>
                  <a:lnTo>
                    <a:pt x="502920" y="128016"/>
                  </a:lnTo>
                  <a:lnTo>
                    <a:pt x="502920" y="126492"/>
                  </a:lnTo>
                  <a:lnTo>
                    <a:pt x="510540" y="138684"/>
                  </a:lnTo>
                  <a:lnTo>
                    <a:pt x="510540" y="137160"/>
                  </a:lnTo>
                  <a:lnTo>
                    <a:pt x="518160" y="147828"/>
                  </a:lnTo>
                  <a:lnTo>
                    <a:pt x="518160" y="149352"/>
                  </a:lnTo>
                  <a:lnTo>
                    <a:pt x="530352" y="170688"/>
                  </a:lnTo>
                  <a:lnTo>
                    <a:pt x="530352" y="172212"/>
                  </a:lnTo>
                  <a:lnTo>
                    <a:pt x="534924" y="182880"/>
                  </a:lnTo>
                  <a:lnTo>
                    <a:pt x="541020" y="195072"/>
                  </a:lnTo>
                  <a:lnTo>
                    <a:pt x="544068" y="207264"/>
                  </a:lnTo>
                  <a:lnTo>
                    <a:pt x="548640" y="220980"/>
                  </a:lnTo>
                  <a:lnTo>
                    <a:pt x="551688" y="233172"/>
                  </a:lnTo>
                  <a:lnTo>
                    <a:pt x="551688" y="236220"/>
                  </a:lnTo>
                  <a:lnTo>
                    <a:pt x="553212" y="246888"/>
                  </a:lnTo>
                  <a:lnTo>
                    <a:pt x="556260" y="274320"/>
                  </a:lnTo>
                  <a:lnTo>
                    <a:pt x="556260" y="324612"/>
                  </a:lnTo>
                  <a:lnTo>
                    <a:pt x="574548" y="324612"/>
                  </a:lnTo>
                  <a:lnTo>
                    <a:pt x="577596" y="301752"/>
                  </a:lnTo>
                  <a:lnTo>
                    <a:pt x="577596" y="2865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4" name="object 7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33416" y="5553456"/>
              <a:ext cx="79248" cy="65531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44312" y="5541264"/>
              <a:ext cx="102108" cy="7772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5704332" y="5801868"/>
              <a:ext cx="3175" cy="24765"/>
            </a:xfrm>
            <a:custGeom>
              <a:avLst/>
              <a:gdLst/>
              <a:ahLst/>
              <a:cxnLst/>
              <a:rect l="l" t="t" r="r" b="b"/>
              <a:pathLst>
                <a:path w="3175" h="24764">
                  <a:moveTo>
                    <a:pt x="3048" y="0"/>
                  </a:moveTo>
                  <a:lnTo>
                    <a:pt x="1524" y="15240"/>
                  </a:lnTo>
                  <a:lnTo>
                    <a:pt x="1524" y="13716"/>
                  </a:lnTo>
                  <a:lnTo>
                    <a:pt x="0" y="24384"/>
                  </a:lnTo>
                  <a:lnTo>
                    <a:pt x="3048" y="24384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6381887" y="4976254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H</a:t>
            </a:r>
            <a:endParaRPr sz="1412">
              <a:latin typeface="Arial"/>
              <a:cs typeface="Arial"/>
            </a:endParaRPr>
          </a:p>
        </p:txBody>
      </p:sp>
      <p:sp>
        <p:nvSpPr>
          <p:cNvPr id="83" name="object 83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84" name="object 84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14</a:t>
            </a:fld>
            <a:endParaRPr spc="-22" dirty="0"/>
          </a:p>
        </p:txBody>
      </p:sp>
      <p:sp>
        <p:nvSpPr>
          <p:cNvPr id="78" name="object 78"/>
          <p:cNvSpPr txBox="1"/>
          <p:nvPr/>
        </p:nvSpPr>
        <p:spPr>
          <a:xfrm>
            <a:off x="3375247" y="3599835"/>
            <a:ext cx="1303804" cy="480825"/>
          </a:xfrm>
          <a:prstGeom prst="rect">
            <a:avLst/>
          </a:prstGeom>
        </p:spPr>
        <p:txBody>
          <a:bodyPr vert="horz" wrap="square" lIns="0" tIns="48185" rIns="0" bIns="0" rtlCol="0">
            <a:spAutoFit/>
          </a:bodyPr>
          <a:lstStyle/>
          <a:p>
            <a:pPr marL="1064055" indent="-1052849">
              <a:spcBef>
                <a:spcPts val="379"/>
              </a:spcBef>
              <a:buAutoNum type="alphaUcPeriod" startAt="2"/>
              <a:tabLst>
                <a:tab pos="1064055" algn="l"/>
              </a:tabLst>
            </a:pPr>
            <a:r>
              <a:rPr sz="1279" spc="-22" dirty="0">
                <a:solidFill>
                  <a:srgbClr val="101010"/>
                </a:solidFill>
                <a:latin typeface="Microsoft Sans Serif"/>
                <a:cs typeface="Microsoft Sans Serif"/>
              </a:rPr>
              <a:t>{C}</a:t>
            </a:r>
            <a:endParaRPr sz="1279">
              <a:latin typeface="Microsoft Sans Serif"/>
              <a:cs typeface="Microsoft Sans Serif"/>
            </a:endParaRPr>
          </a:p>
          <a:p>
            <a:pPr marL="1064055" indent="-1052849">
              <a:spcBef>
                <a:spcPts val="300"/>
              </a:spcBef>
              <a:buAutoNum type="alphaUcPeriod" startAt="2"/>
              <a:tabLst>
                <a:tab pos="1064055" algn="l"/>
              </a:tabLst>
            </a:pPr>
            <a:r>
              <a:rPr sz="1279" dirty="0">
                <a:solidFill>
                  <a:srgbClr val="101010"/>
                </a:solidFill>
                <a:latin typeface="Microsoft Sans Serif"/>
                <a:cs typeface="Microsoft Sans Serif"/>
              </a:rPr>
              <a:t>{</a:t>
            </a:r>
            <a:r>
              <a:rPr sz="1279" spc="-13" dirty="0">
                <a:solidFill>
                  <a:srgbClr val="101010"/>
                </a:solidFill>
                <a:latin typeface="Microsoft Sans Serif"/>
                <a:cs typeface="Microsoft Sans Serif"/>
              </a:rPr>
              <a:t> </a:t>
            </a:r>
            <a:r>
              <a:rPr sz="1279" spc="-44" dirty="0">
                <a:solidFill>
                  <a:srgbClr val="101010"/>
                </a:solidFill>
                <a:latin typeface="Microsoft Sans Serif"/>
                <a:cs typeface="Microsoft Sans Serif"/>
              </a:rPr>
              <a:t>}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375247" y="4102169"/>
            <a:ext cx="1611966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  <a:tabLst>
                <a:tab pos="1064055" algn="l"/>
              </a:tabLst>
            </a:pPr>
            <a:r>
              <a:rPr sz="1279" spc="-44" dirty="0">
                <a:solidFill>
                  <a:srgbClr val="101010"/>
                </a:solidFill>
                <a:latin typeface="Microsoft Sans Serif"/>
                <a:cs typeface="Microsoft Sans Serif"/>
              </a:rPr>
              <a:t>S</a:t>
            </a:r>
            <a:r>
              <a:rPr sz="1279" dirty="0">
                <a:solidFill>
                  <a:srgbClr val="101010"/>
                </a:solidFill>
                <a:latin typeface="Microsoft Sans Serif"/>
                <a:cs typeface="Microsoft Sans Serif"/>
              </a:rPr>
              <a:t>	</a:t>
            </a:r>
            <a:r>
              <a:rPr sz="1279" spc="-9" dirty="0">
                <a:solidFill>
                  <a:srgbClr val="101010"/>
                </a:solidFill>
                <a:latin typeface="Microsoft Sans Serif"/>
                <a:cs typeface="Microsoft Sans Serif"/>
              </a:rPr>
              <a:t>{A,B,C}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375247" y="4297885"/>
            <a:ext cx="665069" cy="953829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 marR="484120">
              <a:lnSpc>
                <a:spcPct val="120000"/>
              </a:lnSpc>
              <a:spcBef>
                <a:spcPts val="84"/>
              </a:spcBef>
            </a:pPr>
            <a:r>
              <a:rPr sz="1279" spc="-44" dirty="0">
                <a:solidFill>
                  <a:srgbClr val="101010"/>
                </a:solidFill>
                <a:latin typeface="Microsoft Sans Serif"/>
                <a:cs typeface="Microsoft Sans Serif"/>
              </a:rPr>
              <a:t>A </a:t>
            </a:r>
            <a:r>
              <a:rPr sz="1279" spc="-22" dirty="0">
                <a:solidFill>
                  <a:srgbClr val="101010"/>
                </a:solidFill>
                <a:latin typeface="Microsoft Sans Serif"/>
                <a:cs typeface="Microsoft Sans Serif"/>
              </a:rPr>
              <a:t>D.</a:t>
            </a:r>
            <a:endParaRPr sz="1279">
              <a:latin typeface="Microsoft Sans Serif"/>
              <a:cs typeface="Microsoft Sans Serif"/>
            </a:endParaRPr>
          </a:p>
          <a:p>
            <a:pPr marL="11206">
              <a:spcBef>
                <a:spcPts val="296"/>
              </a:spcBef>
            </a:pPr>
            <a:r>
              <a:rPr sz="1279" spc="-22" dirty="0">
                <a:solidFill>
                  <a:srgbClr val="101010"/>
                </a:solidFill>
                <a:latin typeface="Microsoft Sans Serif"/>
                <a:cs typeface="Microsoft Sans Serif"/>
              </a:rPr>
              <a:t>E.</a:t>
            </a:r>
            <a:endParaRPr sz="1279">
              <a:latin typeface="Microsoft Sans Serif"/>
              <a:cs typeface="Microsoft Sans Serif"/>
            </a:endParaRPr>
          </a:p>
          <a:p>
            <a:pPr marL="11206">
              <a:spcBef>
                <a:spcPts val="309"/>
              </a:spcBef>
            </a:pPr>
            <a:r>
              <a:rPr sz="1279" dirty="0">
                <a:solidFill>
                  <a:srgbClr val="101010"/>
                </a:solidFill>
                <a:latin typeface="Microsoft Sans Serif"/>
                <a:cs typeface="Microsoft Sans Serif"/>
              </a:rPr>
              <a:t>B</a:t>
            </a:r>
            <a:r>
              <a:rPr sz="1279" spc="-9" dirty="0">
                <a:solidFill>
                  <a:srgbClr val="101010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4F82BD"/>
                </a:solidFill>
                <a:latin typeface="Microsoft Sans Serif"/>
                <a:cs typeface="Microsoft Sans Serif"/>
              </a:rPr>
              <a:t>no </a:t>
            </a:r>
            <a:r>
              <a:rPr sz="1279" spc="-18" dirty="0">
                <a:solidFill>
                  <a:srgbClr val="4F82BD"/>
                </a:solidFill>
                <a:latin typeface="Microsoft Sans Serif"/>
                <a:cs typeface="Microsoft Sans Serif"/>
              </a:rPr>
              <a:t>test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428146" y="4297885"/>
            <a:ext cx="720538" cy="953164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11206">
              <a:spcBef>
                <a:spcPts val="393"/>
              </a:spcBef>
            </a:pPr>
            <a:r>
              <a:rPr sz="1279" spc="-9" dirty="0">
                <a:solidFill>
                  <a:srgbClr val="101010"/>
                </a:solidFill>
                <a:latin typeface="Microsoft Sans Serif"/>
                <a:cs typeface="Microsoft Sans Serif"/>
              </a:rPr>
              <a:t>{D,E,B,C}</a:t>
            </a:r>
            <a:endParaRPr sz="1279">
              <a:latin typeface="Microsoft Sans Serif"/>
              <a:cs typeface="Microsoft Sans Serif"/>
            </a:endParaRPr>
          </a:p>
          <a:p>
            <a:pPr marL="11206">
              <a:spcBef>
                <a:spcPts val="304"/>
              </a:spcBef>
            </a:pPr>
            <a:r>
              <a:rPr sz="1279" spc="-9" dirty="0">
                <a:solidFill>
                  <a:srgbClr val="101010"/>
                </a:solidFill>
                <a:latin typeface="Microsoft Sans Serif"/>
                <a:cs typeface="Microsoft Sans Serif"/>
              </a:rPr>
              <a:t>{E,B,C}</a:t>
            </a:r>
            <a:endParaRPr sz="1279">
              <a:latin typeface="Microsoft Sans Serif"/>
              <a:cs typeface="Microsoft Sans Serif"/>
            </a:endParaRPr>
          </a:p>
          <a:p>
            <a:pPr marL="11206">
              <a:spcBef>
                <a:spcPts val="296"/>
              </a:spcBef>
            </a:pPr>
            <a:r>
              <a:rPr sz="1279" spc="-9" dirty="0">
                <a:solidFill>
                  <a:srgbClr val="101010"/>
                </a:solidFill>
                <a:latin typeface="Microsoft Sans Serif"/>
                <a:cs typeface="Microsoft Sans Serif"/>
              </a:rPr>
              <a:t>{B,C}</a:t>
            </a:r>
            <a:endParaRPr sz="1279">
              <a:latin typeface="Microsoft Sans Serif"/>
              <a:cs typeface="Microsoft Sans Serif"/>
            </a:endParaRPr>
          </a:p>
          <a:p>
            <a:pPr marL="11206">
              <a:spcBef>
                <a:spcPts val="309"/>
              </a:spcBef>
            </a:pPr>
            <a:r>
              <a:rPr sz="1279" spc="-9" dirty="0">
                <a:solidFill>
                  <a:srgbClr val="101010"/>
                </a:solidFill>
                <a:latin typeface="Microsoft Sans Serif"/>
                <a:cs typeface="Microsoft Sans Serif"/>
              </a:rPr>
              <a:t>{</a:t>
            </a:r>
            <a:r>
              <a:rPr sz="1279" spc="-9" dirty="0">
                <a:solidFill>
                  <a:srgbClr val="C0504D"/>
                </a:solidFill>
                <a:latin typeface="Microsoft Sans Serif"/>
                <a:cs typeface="Microsoft Sans Serif"/>
              </a:rPr>
              <a:t>G,</a:t>
            </a:r>
            <a:r>
              <a:rPr sz="1279" spc="-9" dirty="0">
                <a:solidFill>
                  <a:srgbClr val="101010"/>
                </a:solidFill>
                <a:latin typeface="Microsoft Sans Serif"/>
                <a:cs typeface="Microsoft Sans Serif"/>
              </a:rPr>
              <a:t>C}</a:t>
            </a:r>
            <a:endParaRPr sz="1279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639788"/>
            <a:ext cx="6825545" cy="534378"/>
          </a:xfrm>
          <a:prstGeom prst="rect">
            <a:avLst/>
          </a:prstGeom>
        </p:spPr>
        <p:txBody>
          <a:bodyPr vert="horz" wrap="square" lIns="0" tIns="92139" rIns="0" bIns="0" rtlCol="0" anchor="ctr">
            <a:spAutoFit/>
          </a:bodyPr>
          <a:lstStyle/>
          <a:p>
            <a:pPr marL="1290986">
              <a:lnSpc>
                <a:spcPct val="100000"/>
              </a:lnSpc>
              <a:spcBef>
                <a:spcPts val="79"/>
              </a:spcBef>
            </a:pPr>
            <a:r>
              <a:rPr sz="2868" spc="-141" dirty="0"/>
              <a:t>Iterative‐Deepening</a:t>
            </a:r>
            <a:r>
              <a:rPr sz="2868" spc="-124" dirty="0"/>
              <a:t> </a:t>
            </a:r>
            <a:r>
              <a:rPr sz="2868" spc="-84" dirty="0"/>
              <a:t>Search(IDS)</a:t>
            </a:r>
            <a:endParaRPr sz="2868"/>
          </a:p>
        </p:txBody>
      </p:sp>
      <p:sp>
        <p:nvSpPr>
          <p:cNvPr id="3" name="object 3"/>
          <p:cNvSpPr txBox="1"/>
          <p:nvPr/>
        </p:nvSpPr>
        <p:spPr>
          <a:xfrm>
            <a:off x="3326829" y="2176311"/>
            <a:ext cx="3314140" cy="538998"/>
          </a:xfrm>
          <a:prstGeom prst="rect">
            <a:avLst/>
          </a:prstGeom>
        </p:spPr>
        <p:txBody>
          <a:bodyPr vert="horz" wrap="square" lIns="0" tIns="72838" rIns="0" bIns="0" rtlCol="0">
            <a:spAutoFit/>
          </a:bodyPr>
          <a:lstStyle/>
          <a:p>
            <a:pPr marL="11206">
              <a:spcBef>
                <a:spcPts val="574"/>
              </a:spcBef>
            </a:pPr>
            <a:r>
              <a:rPr sz="1412" b="1" spc="-9" dirty="0">
                <a:solidFill>
                  <a:srgbClr val="CC3300"/>
                </a:solidFill>
                <a:latin typeface="Courier New"/>
                <a:cs typeface="Courier New"/>
              </a:rPr>
              <a:t>deepeningSearch(problem)</a:t>
            </a:r>
            <a:endParaRPr sz="1412">
              <a:latin typeface="Courier New"/>
              <a:cs typeface="Courier New"/>
            </a:endParaRPr>
          </a:p>
          <a:p>
            <a:pPr marL="11206">
              <a:spcBef>
                <a:spcPts val="437"/>
              </a:spcBef>
            </a:pP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depth:</a:t>
            </a:r>
            <a:r>
              <a:rPr sz="1279" spc="-35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2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# of</a:t>
            </a:r>
            <a:r>
              <a:rPr sz="1279" spc="-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nodes</a:t>
            </a:r>
            <a:r>
              <a:rPr sz="1279" spc="-13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tested:</a:t>
            </a:r>
            <a:r>
              <a:rPr sz="1279" spc="-35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7(3)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-26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expanded:</a:t>
            </a:r>
            <a:r>
              <a:rPr sz="1279" spc="-22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spc="-44" dirty="0">
                <a:latin typeface="Microsoft Sans Serif"/>
                <a:cs typeface="Microsoft Sans Serif"/>
              </a:rPr>
              <a:t>4</a:t>
            </a:r>
            <a:endParaRPr sz="1279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84097" y="2358613"/>
            <a:ext cx="508747" cy="508747"/>
            <a:chOff x="6829043" y="2673095"/>
            <a:chExt cx="576580" cy="576580"/>
          </a:xfrm>
        </p:grpSpPr>
        <p:sp>
          <p:nvSpPr>
            <p:cNvPr id="5" name="object 5"/>
            <p:cNvSpPr/>
            <p:nvPr/>
          </p:nvSpPr>
          <p:spPr>
            <a:xfrm>
              <a:off x="6838187" y="2683763"/>
              <a:ext cx="556260" cy="556260"/>
            </a:xfrm>
            <a:custGeom>
              <a:avLst/>
              <a:gdLst/>
              <a:ahLst/>
              <a:cxnLst/>
              <a:rect l="l" t="t" r="r" b="b"/>
              <a:pathLst>
                <a:path w="556259" h="556260">
                  <a:moveTo>
                    <a:pt x="278891" y="0"/>
                  </a:moveTo>
                  <a:lnTo>
                    <a:pt x="240791" y="1524"/>
                  </a:lnTo>
                  <a:lnTo>
                    <a:pt x="170687" y="21336"/>
                  </a:lnTo>
                  <a:lnTo>
                    <a:pt x="108203" y="57912"/>
                  </a:lnTo>
                  <a:lnTo>
                    <a:pt x="57911" y="108203"/>
                  </a:lnTo>
                  <a:lnTo>
                    <a:pt x="22859" y="169163"/>
                  </a:lnTo>
                  <a:lnTo>
                    <a:pt x="3047" y="240791"/>
                  </a:lnTo>
                  <a:lnTo>
                    <a:pt x="0" y="277368"/>
                  </a:lnTo>
                  <a:lnTo>
                    <a:pt x="3047" y="315468"/>
                  </a:lnTo>
                  <a:lnTo>
                    <a:pt x="22859" y="385572"/>
                  </a:lnTo>
                  <a:lnTo>
                    <a:pt x="57911" y="448056"/>
                  </a:lnTo>
                  <a:lnTo>
                    <a:pt x="108203" y="498348"/>
                  </a:lnTo>
                  <a:lnTo>
                    <a:pt x="170687" y="534924"/>
                  </a:lnTo>
                  <a:lnTo>
                    <a:pt x="240791" y="553212"/>
                  </a:lnTo>
                  <a:lnTo>
                    <a:pt x="278891" y="556260"/>
                  </a:lnTo>
                  <a:lnTo>
                    <a:pt x="316991" y="553212"/>
                  </a:lnTo>
                  <a:lnTo>
                    <a:pt x="387095" y="534924"/>
                  </a:lnTo>
                  <a:lnTo>
                    <a:pt x="448055" y="498348"/>
                  </a:lnTo>
                  <a:lnTo>
                    <a:pt x="498347" y="448056"/>
                  </a:lnTo>
                  <a:lnTo>
                    <a:pt x="534923" y="385572"/>
                  </a:lnTo>
                  <a:lnTo>
                    <a:pt x="554735" y="315468"/>
                  </a:lnTo>
                  <a:lnTo>
                    <a:pt x="556259" y="277368"/>
                  </a:lnTo>
                  <a:lnTo>
                    <a:pt x="554735" y="240791"/>
                  </a:lnTo>
                  <a:lnTo>
                    <a:pt x="534923" y="169163"/>
                  </a:lnTo>
                  <a:lnTo>
                    <a:pt x="498347" y="108203"/>
                  </a:lnTo>
                  <a:lnTo>
                    <a:pt x="448055" y="57912"/>
                  </a:lnTo>
                  <a:lnTo>
                    <a:pt x="387095" y="21336"/>
                  </a:lnTo>
                  <a:lnTo>
                    <a:pt x="316991" y="1524"/>
                  </a:lnTo>
                  <a:lnTo>
                    <a:pt x="27889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6829043" y="2673095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>
                  <a:moveTo>
                    <a:pt x="576072" y="288036"/>
                  </a:moveTo>
                  <a:lnTo>
                    <a:pt x="574624" y="260604"/>
                  </a:lnTo>
                  <a:lnTo>
                    <a:pt x="574548" y="259080"/>
                  </a:lnTo>
                  <a:lnTo>
                    <a:pt x="572008" y="246888"/>
                  </a:lnTo>
                  <a:lnTo>
                    <a:pt x="566928" y="222504"/>
                  </a:lnTo>
                  <a:lnTo>
                    <a:pt x="566483" y="220980"/>
                  </a:lnTo>
                  <a:lnTo>
                    <a:pt x="557784" y="190500"/>
                  </a:lnTo>
                  <a:lnTo>
                    <a:pt x="556260" y="186690"/>
                  </a:lnTo>
                  <a:lnTo>
                    <a:pt x="556260" y="288036"/>
                  </a:lnTo>
                  <a:lnTo>
                    <a:pt x="554736" y="301752"/>
                  </a:lnTo>
                  <a:lnTo>
                    <a:pt x="554736" y="315468"/>
                  </a:lnTo>
                  <a:lnTo>
                    <a:pt x="553212" y="329184"/>
                  </a:lnTo>
                  <a:lnTo>
                    <a:pt x="550164" y="342900"/>
                  </a:lnTo>
                  <a:lnTo>
                    <a:pt x="547116" y="355092"/>
                  </a:lnTo>
                  <a:lnTo>
                    <a:pt x="544068" y="368808"/>
                  </a:lnTo>
                  <a:lnTo>
                    <a:pt x="544068" y="367284"/>
                  </a:lnTo>
                  <a:lnTo>
                    <a:pt x="537972" y="381000"/>
                  </a:lnTo>
                  <a:lnTo>
                    <a:pt x="539496" y="379476"/>
                  </a:lnTo>
                  <a:lnTo>
                    <a:pt x="534924" y="393192"/>
                  </a:lnTo>
                  <a:lnTo>
                    <a:pt x="534924" y="391668"/>
                  </a:lnTo>
                  <a:lnTo>
                    <a:pt x="528828" y="405384"/>
                  </a:lnTo>
                  <a:lnTo>
                    <a:pt x="528828" y="403860"/>
                  </a:lnTo>
                  <a:lnTo>
                    <a:pt x="516636" y="428244"/>
                  </a:lnTo>
                  <a:lnTo>
                    <a:pt x="516636" y="426720"/>
                  </a:lnTo>
                  <a:lnTo>
                    <a:pt x="509016" y="438912"/>
                  </a:lnTo>
                  <a:lnTo>
                    <a:pt x="501396" y="448056"/>
                  </a:lnTo>
                  <a:lnTo>
                    <a:pt x="502920" y="448056"/>
                  </a:lnTo>
                  <a:lnTo>
                    <a:pt x="493776" y="458724"/>
                  </a:lnTo>
                  <a:lnTo>
                    <a:pt x="486156" y="467868"/>
                  </a:lnTo>
                  <a:lnTo>
                    <a:pt x="467868" y="487680"/>
                  </a:lnTo>
                  <a:lnTo>
                    <a:pt x="467868" y="486156"/>
                  </a:lnTo>
                  <a:lnTo>
                    <a:pt x="458724" y="495300"/>
                  </a:lnTo>
                  <a:lnTo>
                    <a:pt x="448056" y="502920"/>
                  </a:lnTo>
                  <a:lnTo>
                    <a:pt x="435864" y="510540"/>
                  </a:lnTo>
                  <a:lnTo>
                    <a:pt x="437388" y="510540"/>
                  </a:lnTo>
                  <a:lnTo>
                    <a:pt x="426720" y="516636"/>
                  </a:lnTo>
                  <a:lnTo>
                    <a:pt x="414528" y="524256"/>
                  </a:lnTo>
                  <a:lnTo>
                    <a:pt x="403860" y="530352"/>
                  </a:lnTo>
                  <a:lnTo>
                    <a:pt x="405384" y="530352"/>
                  </a:lnTo>
                  <a:lnTo>
                    <a:pt x="391668" y="534924"/>
                  </a:lnTo>
                  <a:lnTo>
                    <a:pt x="367284" y="544068"/>
                  </a:lnTo>
                  <a:lnTo>
                    <a:pt x="353568" y="547116"/>
                  </a:lnTo>
                  <a:lnTo>
                    <a:pt x="355092" y="547116"/>
                  </a:lnTo>
                  <a:lnTo>
                    <a:pt x="341376" y="550164"/>
                  </a:lnTo>
                  <a:lnTo>
                    <a:pt x="327660" y="553212"/>
                  </a:lnTo>
                  <a:lnTo>
                    <a:pt x="315468" y="554736"/>
                  </a:lnTo>
                  <a:lnTo>
                    <a:pt x="300228" y="556260"/>
                  </a:lnTo>
                  <a:lnTo>
                    <a:pt x="288036" y="556260"/>
                  </a:lnTo>
                  <a:lnTo>
                    <a:pt x="286512" y="556260"/>
                  </a:lnTo>
                  <a:lnTo>
                    <a:pt x="274320" y="556260"/>
                  </a:lnTo>
                  <a:lnTo>
                    <a:pt x="246888" y="553212"/>
                  </a:lnTo>
                  <a:lnTo>
                    <a:pt x="233172" y="550164"/>
                  </a:lnTo>
                  <a:lnTo>
                    <a:pt x="234696" y="550164"/>
                  </a:lnTo>
                  <a:lnTo>
                    <a:pt x="219456" y="547116"/>
                  </a:lnTo>
                  <a:lnTo>
                    <a:pt x="220980" y="547116"/>
                  </a:lnTo>
                  <a:lnTo>
                    <a:pt x="207264" y="544068"/>
                  </a:lnTo>
                  <a:lnTo>
                    <a:pt x="170688" y="530352"/>
                  </a:lnTo>
                  <a:lnTo>
                    <a:pt x="172212" y="530352"/>
                  </a:lnTo>
                  <a:lnTo>
                    <a:pt x="160020" y="524256"/>
                  </a:lnTo>
                  <a:lnTo>
                    <a:pt x="147828" y="516636"/>
                  </a:lnTo>
                  <a:lnTo>
                    <a:pt x="149352" y="516636"/>
                  </a:lnTo>
                  <a:lnTo>
                    <a:pt x="137160" y="510540"/>
                  </a:lnTo>
                  <a:lnTo>
                    <a:pt x="138684" y="510540"/>
                  </a:lnTo>
                  <a:lnTo>
                    <a:pt x="117348" y="495300"/>
                  </a:lnTo>
                  <a:lnTo>
                    <a:pt x="109728" y="487680"/>
                  </a:lnTo>
                  <a:lnTo>
                    <a:pt x="108204" y="486156"/>
                  </a:lnTo>
                  <a:lnTo>
                    <a:pt x="108204" y="487680"/>
                  </a:lnTo>
                  <a:lnTo>
                    <a:pt x="89916" y="467868"/>
                  </a:lnTo>
                  <a:lnTo>
                    <a:pt x="80772" y="458724"/>
                  </a:lnTo>
                  <a:lnTo>
                    <a:pt x="73152" y="448056"/>
                  </a:lnTo>
                  <a:lnTo>
                    <a:pt x="65532" y="438912"/>
                  </a:lnTo>
                  <a:lnTo>
                    <a:pt x="58864" y="428244"/>
                  </a:lnTo>
                  <a:lnTo>
                    <a:pt x="57912" y="426720"/>
                  </a:lnTo>
                  <a:lnTo>
                    <a:pt x="57912" y="428244"/>
                  </a:lnTo>
                  <a:lnTo>
                    <a:pt x="46482" y="405384"/>
                  </a:lnTo>
                  <a:lnTo>
                    <a:pt x="45720" y="403860"/>
                  </a:lnTo>
                  <a:lnTo>
                    <a:pt x="45720" y="405384"/>
                  </a:lnTo>
                  <a:lnTo>
                    <a:pt x="41656" y="393192"/>
                  </a:lnTo>
                  <a:lnTo>
                    <a:pt x="41148" y="391668"/>
                  </a:lnTo>
                  <a:lnTo>
                    <a:pt x="41148" y="393192"/>
                  </a:lnTo>
                  <a:lnTo>
                    <a:pt x="35052" y="379476"/>
                  </a:lnTo>
                  <a:lnTo>
                    <a:pt x="36576" y="381000"/>
                  </a:lnTo>
                  <a:lnTo>
                    <a:pt x="36068" y="379476"/>
                  </a:lnTo>
                  <a:lnTo>
                    <a:pt x="32512" y="368808"/>
                  </a:lnTo>
                  <a:lnTo>
                    <a:pt x="32004" y="367284"/>
                  </a:lnTo>
                  <a:lnTo>
                    <a:pt x="32004" y="368808"/>
                  </a:lnTo>
                  <a:lnTo>
                    <a:pt x="28956" y="355092"/>
                  </a:lnTo>
                  <a:lnTo>
                    <a:pt x="25908" y="342900"/>
                  </a:lnTo>
                  <a:lnTo>
                    <a:pt x="22860" y="329184"/>
                  </a:lnTo>
                  <a:lnTo>
                    <a:pt x="19812" y="301752"/>
                  </a:lnTo>
                  <a:lnTo>
                    <a:pt x="19812" y="274320"/>
                  </a:lnTo>
                  <a:lnTo>
                    <a:pt x="22860" y="246888"/>
                  </a:lnTo>
                  <a:lnTo>
                    <a:pt x="22860" y="248412"/>
                  </a:lnTo>
                  <a:lnTo>
                    <a:pt x="23190" y="246888"/>
                  </a:lnTo>
                  <a:lnTo>
                    <a:pt x="28956" y="220980"/>
                  </a:lnTo>
                  <a:lnTo>
                    <a:pt x="28956" y="222504"/>
                  </a:lnTo>
                  <a:lnTo>
                    <a:pt x="29286" y="220980"/>
                  </a:lnTo>
                  <a:lnTo>
                    <a:pt x="32004" y="208788"/>
                  </a:lnTo>
                  <a:lnTo>
                    <a:pt x="35052" y="198120"/>
                  </a:lnTo>
                  <a:lnTo>
                    <a:pt x="36576" y="195072"/>
                  </a:lnTo>
                  <a:lnTo>
                    <a:pt x="35052" y="196596"/>
                  </a:lnTo>
                  <a:lnTo>
                    <a:pt x="51816" y="160020"/>
                  </a:lnTo>
                  <a:lnTo>
                    <a:pt x="80772" y="117348"/>
                  </a:lnTo>
                  <a:lnTo>
                    <a:pt x="117348" y="80772"/>
                  </a:lnTo>
                  <a:lnTo>
                    <a:pt x="128016" y="73152"/>
                  </a:lnTo>
                  <a:lnTo>
                    <a:pt x="128016" y="74676"/>
                  </a:lnTo>
                  <a:lnTo>
                    <a:pt x="129844" y="73152"/>
                  </a:lnTo>
                  <a:lnTo>
                    <a:pt x="137160" y="67056"/>
                  </a:lnTo>
                  <a:lnTo>
                    <a:pt x="138684" y="65532"/>
                  </a:lnTo>
                  <a:lnTo>
                    <a:pt x="137160" y="65532"/>
                  </a:lnTo>
                  <a:lnTo>
                    <a:pt x="147828" y="59436"/>
                  </a:lnTo>
                  <a:lnTo>
                    <a:pt x="160020" y="51816"/>
                  </a:lnTo>
                  <a:lnTo>
                    <a:pt x="160020" y="53340"/>
                  </a:lnTo>
                  <a:lnTo>
                    <a:pt x="162687" y="51816"/>
                  </a:lnTo>
                  <a:lnTo>
                    <a:pt x="207264" y="32004"/>
                  </a:lnTo>
                  <a:lnTo>
                    <a:pt x="233172" y="25908"/>
                  </a:lnTo>
                  <a:lnTo>
                    <a:pt x="246888" y="22860"/>
                  </a:lnTo>
                  <a:lnTo>
                    <a:pt x="260604" y="21336"/>
                  </a:lnTo>
                  <a:lnTo>
                    <a:pt x="274320" y="21336"/>
                  </a:lnTo>
                  <a:lnTo>
                    <a:pt x="286512" y="19812"/>
                  </a:lnTo>
                  <a:lnTo>
                    <a:pt x="301752" y="21336"/>
                  </a:lnTo>
                  <a:lnTo>
                    <a:pt x="315468" y="21336"/>
                  </a:lnTo>
                  <a:lnTo>
                    <a:pt x="327660" y="22860"/>
                  </a:lnTo>
                  <a:lnTo>
                    <a:pt x="367284" y="32004"/>
                  </a:lnTo>
                  <a:lnTo>
                    <a:pt x="405384" y="47244"/>
                  </a:lnTo>
                  <a:lnTo>
                    <a:pt x="414528" y="53340"/>
                  </a:lnTo>
                  <a:lnTo>
                    <a:pt x="414528" y="51816"/>
                  </a:lnTo>
                  <a:lnTo>
                    <a:pt x="426720" y="59436"/>
                  </a:lnTo>
                  <a:lnTo>
                    <a:pt x="437388" y="65532"/>
                  </a:lnTo>
                  <a:lnTo>
                    <a:pt x="435864" y="65532"/>
                  </a:lnTo>
                  <a:lnTo>
                    <a:pt x="437388" y="67056"/>
                  </a:lnTo>
                  <a:lnTo>
                    <a:pt x="448056" y="74676"/>
                  </a:lnTo>
                  <a:lnTo>
                    <a:pt x="448056" y="73152"/>
                  </a:lnTo>
                  <a:lnTo>
                    <a:pt x="458724" y="80772"/>
                  </a:lnTo>
                  <a:lnTo>
                    <a:pt x="486156" y="108204"/>
                  </a:lnTo>
                  <a:lnTo>
                    <a:pt x="493776" y="117348"/>
                  </a:lnTo>
                  <a:lnTo>
                    <a:pt x="502920" y="128016"/>
                  </a:lnTo>
                  <a:lnTo>
                    <a:pt x="501396" y="128016"/>
                  </a:lnTo>
                  <a:lnTo>
                    <a:pt x="502920" y="129540"/>
                  </a:lnTo>
                  <a:lnTo>
                    <a:pt x="509016" y="138684"/>
                  </a:lnTo>
                  <a:lnTo>
                    <a:pt x="522732" y="160020"/>
                  </a:lnTo>
                  <a:lnTo>
                    <a:pt x="528828" y="172212"/>
                  </a:lnTo>
                  <a:lnTo>
                    <a:pt x="539496" y="196596"/>
                  </a:lnTo>
                  <a:lnTo>
                    <a:pt x="537972" y="195072"/>
                  </a:lnTo>
                  <a:lnTo>
                    <a:pt x="539496" y="198120"/>
                  </a:lnTo>
                  <a:lnTo>
                    <a:pt x="544068" y="208788"/>
                  </a:lnTo>
                  <a:lnTo>
                    <a:pt x="547116" y="222504"/>
                  </a:lnTo>
                  <a:lnTo>
                    <a:pt x="547116" y="220980"/>
                  </a:lnTo>
                  <a:lnTo>
                    <a:pt x="553212" y="248412"/>
                  </a:lnTo>
                  <a:lnTo>
                    <a:pt x="553212" y="246888"/>
                  </a:lnTo>
                  <a:lnTo>
                    <a:pt x="554736" y="260604"/>
                  </a:lnTo>
                  <a:lnTo>
                    <a:pt x="554736" y="274320"/>
                  </a:lnTo>
                  <a:lnTo>
                    <a:pt x="556260" y="288036"/>
                  </a:lnTo>
                  <a:lnTo>
                    <a:pt x="556260" y="186690"/>
                  </a:lnTo>
                  <a:lnTo>
                    <a:pt x="545592" y="160020"/>
                  </a:lnTo>
                  <a:lnTo>
                    <a:pt x="530352" y="132588"/>
                  </a:lnTo>
                  <a:lnTo>
                    <a:pt x="493776" y="85344"/>
                  </a:lnTo>
                  <a:lnTo>
                    <a:pt x="479145" y="73152"/>
                  </a:lnTo>
                  <a:lnTo>
                    <a:pt x="453542" y="51816"/>
                  </a:lnTo>
                  <a:lnTo>
                    <a:pt x="448056" y="47244"/>
                  </a:lnTo>
                  <a:lnTo>
                    <a:pt x="397764" y="21336"/>
                  </a:lnTo>
                  <a:lnTo>
                    <a:pt x="392430" y="19812"/>
                  </a:lnTo>
                  <a:lnTo>
                    <a:pt x="344424" y="6096"/>
                  </a:lnTo>
                  <a:lnTo>
                    <a:pt x="286512" y="0"/>
                  </a:lnTo>
                  <a:lnTo>
                    <a:pt x="259080" y="1524"/>
                  </a:lnTo>
                  <a:lnTo>
                    <a:pt x="204216" y="12192"/>
                  </a:lnTo>
                  <a:lnTo>
                    <a:pt x="150876" y="33528"/>
                  </a:lnTo>
                  <a:lnTo>
                    <a:pt x="103632" y="65532"/>
                  </a:lnTo>
                  <a:lnTo>
                    <a:pt x="62484" y="106680"/>
                  </a:lnTo>
                  <a:lnTo>
                    <a:pt x="28956" y="160020"/>
                  </a:lnTo>
                  <a:lnTo>
                    <a:pt x="6096" y="222504"/>
                  </a:lnTo>
                  <a:lnTo>
                    <a:pt x="0" y="259080"/>
                  </a:lnTo>
                  <a:lnTo>
                    <a:pt x="0" y="316992"/>
                  </a:lnTo>
                  <a:lnTo>
                    <a:pt x="4572" y="345948"/>
                  </a:lnTo>
                  <a:lnTo>
                    <a:pt x="15240" y="384048"/>
                  </a:lnTo>
                  <a:lnTo>
                    <a:pt x="19812" y="393192"/>
                  </a:lnTo>
                  <a:lnTo>
                    <a:pt x="28956" y="417576"/>
                  </a:lnTo>
                  <a:lnTo>
                    <a:pt x="70104" y="478536"/>
                  </a:lnTo>
                  <a:lnTo>
                    <a:pt x="124968" y="527304"/>
                  </a:lnTo>
                  <a:lnTo>
                    <a:pt x="170688" y="551688"/>
                  </a:lnTo>
                  <a:lnTo>
                    <a:pt x="190500" y="560832"/>
                  </a:lnTo>
                  <a:lnTo>
                    <a:pt x="219456" y="568452"/>
                  </a:lnTo>
                  <a:lnTo>
                    <a:pt x="227076" y="569976"/>
                  </a:lnTo>
                  <a:lnTo>
                    <a:pt x="233172" y="571500"/>
                  </a:lnTo>
                  <a:lnTo>
                    <a:pt x="263652" y="576072"/>
                  </a:lnTo>
                  <a:lnTo>
                    <a:pt x="288036" y="576072"/>
                  </a:lnTo>
                  <a:lnTo>
                    <a:pt x="301752" y="576072"/>
                  </a:lnTo>
                  <a:lnTo>
                    <a:pt x="316992" y="576072"/>
                  </a:lnTo>
                  <a:lnTo>
                    <a:pt x="332232" y="573024"/>
                  </a:lnTo>
                  <a:lnTo>
                    <a:pt x="341376" y="571500"/>
                  </a:lnTo>
                  <a:lnTo>
                    <a:pt x="355092" y="568452"/>
                  </a:lnTo>
                  <a:lnTo>
                    <a:pt x="370332" y="565404"/>
                  </a:lnTo>
                  <a:lnTo>
                    <a:pt x="405384" y="551688"/>
                  </a:lnTo>
                  <a:lnTo>
                    <a:pt x="426720" y="541020"/>
                  </a:lnTo>
                  <a:lnTo>
                    <a:pt x="437388" y="534924"/>
                  </a:lnTo>
                  <a:lnTo>
                    <a:pt x="443484" y="531876"/>
                  </a:lnTo>
                  <a:lnTo>
                    <a:pt x="473964" y="509016"/>
                  </a:lnTo>
                  <a:lnTo>
                    <a:pt x="495300" y="487680"/>
                  </a:lnTo>
                  <a:lnTo>
                    <a:pt x="502920" y="480060"/>
                  </a:lnTo>
                  <a:lnTo>
                    <a:pt x="525780" y="451104"/>
                  </a:lnTo>
                  <a:lnTo>
                    <a:pt x="538632" y="428244"/>
                  </a:lnTo>
                  <a:lnTo>
                    <a:pt x="539496" y="426720"/>
                  </a:lnTo>
                  <a:lnTo>
                    <a:pt x="544068" y="417576"/>
                  </a:lnTo>
                  <a:lnTo>
                    <a:pt x="556260" y="391668"/>
                  </a:lnTo>
                  <a:lnTo>
                    <a:pt x="560832" y="382524"/>
                  </a:lnTo>
                  <a:lnTo>
                    <a:pt x="569976" y="342900"/>
                  </a:lnTo>
                  <a:lnTo>
                    <a:pt x="576072" y="303276"/>
                  </a:lnTo>
                  <a:lnTo>
                    <a:pt x="576072" y="288036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66976" y="2358152"/>
            <a:ext cx="342340" cy="411123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algn="ctr">
              <a:lnSpc>
                <a:spcPts val="1619"/>
              </a:lnSpc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S</a:t>
            </a:r>
            <a:endParaRPr sz="1412">
              <a:latin typeface="Arial"/>
              <a:cs typeface="Arial"/>
            </a:endParaRPr>
          </a:p>
          <a:p>
            <a:pPr algn="ctr">
              <a:lnSpc>
                <a:spcPts val="1460"/>
              </a:lnSpc>
            </a:pPr>
            <a:r>
              <a:rPr sz="1279" spc="-9" dirty="0">
                <a:solidFill>
                  <a:srgbClr val="FFFFFF"/>
                </a:solidFill>
                <a:latin typeface="Microsoft Sans Serif"/>
                <a:cs typeface="Microsoft Sans Serif"/>
              </a:rPr>
              <a:t>start</a:t>
            </a:r>
            <a:endParaRPr sz="1279">
              <a:latin typeface="Microsoft Sans Serif"/>
              <a:cs typeface="Microsoft Sans Serif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327250" y="2736475"/>
          <a:ext cx="2511239" cy="16997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4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713">
                <a:tc>
                  <a:txBody>
                    <a:bodyPr/>
                    <a:lstStyle/>
                    <a:p>
                      <a:pPr marL="74295">
                        <a:lnSpc>
                          <a:spcPts val="1714"/>
                        </a:lnSpc>
                      </a:pPr>
                      <a:r>
                        <a:rPr sz="1300" b="1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expnd.</a:t>
                      </a:r>
                      <a:r>
                        <a:rPr sz="1300" b="1" spc="-85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714"/>
                        </a:lnSpc>
                      </a:pPr>
                      <a:r>
                        <a:rPr sz="1300" b="1" spc="-10" dirty="0">
                          <a:solidFill>
                            <a:srgbClr val="101010"/>
                          </a:solidFill>
                          <a:latin typeface="Arial"/>
                          <a:cs typeface="Arial"/>
                        </a:rPr>
                        <a:t>Frontier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5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714"/>
                        </a:lnSpc>
                      </a:pPr>
                      <a:r>
                        <a:rPr sz="1300" spc="-2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{S}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274">
                <a:tc>
                  <a:txBody>
                    <a:bodyPr/>
                    <a:lstStyle/>
                    <a:p>
                      <a:pPr marL="74295">
                        <a:lnSpc>
                          <a:spcPts val="1725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725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{A,B,C}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74295">
                        <a:lnSpc>
                          <a:spcPts val="1710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710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41">
                <a:tc>
                  <a:txBody>
                    <a:bodyPr/>
                    <a:lstStyle/>
                    <a:p>
                      <a:pPr marL="74295">
                        <a:lnSpc>
                          <a:spcPts val="1710"/>
                        </a:lnSpc>
                      </a:pPr>
                      <a:r>
                        <a:rPr sz="1300" spc="-2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B.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710"/>
                        </a:lnSpc>
                      </a:pPr>
                      <a:r>
                        <a:rPr sz="1300" spc="-2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721">
                <a:tc>
                  <a:txBody>
                    <a:bodyPr/>
                    <a:lstStyle/>
                    <a:p>
                      <a:pPr marL="74295">
                        <a:lnSpc>
                          <a:spcPts val="1735"/>
                        </a:lnSpc>
                      </a:pPr>
                      <a:r>
                        <a:rPr sz="1300" spc="-2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C.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735"/>
                        </a:lnSpc>
                      </a:pPr>
                      <a:r>
                        <a:rPr sz="130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</a:t>
                      </a:r>
                      <a:r>
                        <a:rPr sz="1300" spc="-35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401">
                <a:tc>
                  <a:txBody>
                    <a:bodyPr/>
                    <a:lstStyle/>
                    <a:p>
                      <a:pPr marL="74295">
                        <a:lnSpc>
                          <a:spcPts val="1725"/>
                        </a:lnSpc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725"/>
                        </a:lnSpc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{A,B,C}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9204">
                <a:tc>
                  <a:txBody>
                    <a:bodyPr/>
                    <a:lstStyle/>
                    <a:p>
                      <a:pPr marL="74295">
                        <a:lnSpc>
                          <a:spcPts val="1050"/>
                        </a:lnSpc>
                        <a:spcBef>
                          <a:spcPts val="5"/>
                        </a:spcBef>
                      </a:pPr>
                      <a:r>
                        <a:rPr sz="1300" spc="-5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6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050"/>
                        </a:lnSpc>
                        <a:spcBef>
                          <a:spcPts val="5"/>
                        </a:spcBef>
                      </a:pPr>
                      <a:r>
                        <a:rPr sz="1300" spc="-10" dirty="0">
                          <a:solidFill>
                            <a:srgbClr val="101010"/>
                          </a:solidFill>
                          <a:latin typeface="Microsoft Sans Serif"/>
                          <a:cs typeface="Microsoft Sans Serif"/>
                        </a:rPr>
                        <a:t>{D,E,B,C}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6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7338509" y="2788919"/>
            <a:ext cx="1199590" cy="248771"/>
          </a:xfrm>
          <a:custGeom>
            <a:avLst/>
            <a:gdLst/>
            <a:ahLst/>
            <a:cxnLst/>
            <a:rect l="l" t="t" r="r" b="b"/>
            <a:pathLst>
              <a:path w="1359534" h="281939">
                <a:moveTo>
                  <a:pt x="487680" y="16764"/>
                </a:moveTo>
                <a:lnTo>
                  <a:pt x="477012" y="0"/>
                </a:lnTo>
                <a:lnTo>
                  <a:pt x="0" y="281940"/>
                </a:lnTo>
                <a:lnTo>
                  <a:pt x="39624" y="281940"/>
                </a:lnTo>
                <a:lnTo>
                  <a:pt x="487680" y="16764"/>
                </a:lnTo>
                <a:close/>
              </a:path>
              <a:path w="1359534" h="281939">
                <a:moveTo>
                  <a:pt x="690372" y="88392"/>
                </a:moveTo>
                <a:lnTo>
                  <a:pt x="669036" y="88392"/>
                </a:lnTo>
                <a:lnTo>
                  <a:pt x="669036" y="281940"/>
                </a:lnTo>
                <a:lnTo>
                  <a:pt x="690372" y="281940"/>
                </a:lnTo>
                <a:lnTo>
                  <a:pt x="690372" y="88392"/>
                </a:lnTo>
                <a:close/>
              </a:path>
              <a:path w="1359534" h="281939">
                <a:moveTo>
                  <a:pt x="1359408" y="281940"/>
                </a:moveTo>
                <a:lnTo>
                  <a:pt x="882396" y="0"/>
                </a:lnTo>
                <a:lnTo>
                  <a:pt x="871728" y="16764"/>
                </a:lnTo>
                <a:lnTo>
                  <a:pt x="1319784" y="281940"/>
                </a:lnTo>
                <a:lnTo>
                  <a:pt x="1359408" y="2819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 txBox="1"/>
          <p:nvPr/>
        </p:nvSpPr>
        <p:spPr>
          <a:xfrm>
            <a:off x="7092057" y="2924260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5</a:t>
            </a:r>
            <a:endParaRPr sz="1279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00606" y="2924260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91456" y="2924260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865172" y="3037690"/>
            <a:ext cx="2144806" cy="648260"/>
            <a:chOff x="5900928" y="3442715"/>
            <a:chExt cx="2430780" cy="734695"/>
          </a:xfrm>
        </p:grpSpPr>
        <p:sp>
          <p:nvSpPr>
            <p:cNvPr id="14" name="object 14"/>
            <p:cNvSpPr/>
            <p:nvPr/>
          </p:nvSpPr>
          <p:spPr>
            <a:xfrm>
              <a:off x="5911718" y="3610355"/>
              <a:ext cx="556260" cy="276225"/>
            </a:xfrm>
            <a:custGeom>
              <a:avLst/>
              <a:gdLst/>
              <a:ahLst/>
              <a:cxnLst/>
              <a:rect l="l" t="t" r="r" b="b"/>
              <a:pathLst>
                <a:path w="556260" h="276225">
                  <a:moveTo>
                    <a:pt x="277246" y="0"/>
                  </a:moveTo>
                  <a:lnTo>
                    <a:pt x="239146" y="3048"/>
                  </a:lnTo>
                  <a:lnTo>
                    <a:pt x="169042" y="22860"/>
                  </a:lnTo>
                  <a:lnTo>
                    <a:pt x="108082" y="57912"/>
                  </a:lnTo>
                  <a:lnTo>
                    <a:pt x="57790" y="108204"/>
                  </a:lnTo>
                  <a:lnTo>
                    <a:pt x="21214" y="170688"/>
                  </a:lnTo>
                  <a:lnTo>
                    <a:pt x="1402" y="240792"/>
                  </a:lnTo>
                  <a:lnTo>
                    <a:pt x="0" y="275844"/>
                  </a:lnTo>
                  <a:lnTo>
                    <a:pt x="555894" y="275844"/>
                  </a:lnTo>
                  <a:lnTo>
                    <a:pt x="545470" y="204216"/>
                  </a:lnTo>
                  <a:lnTo>
                    <a:pt x="518038" y="138684"/>
                  </a:lnTo>
                  <a:lnTo>
                    <a:pt x="473842" y="82296"/>
                  </a:lnTo>
                  <a:lnTo>
                    <a:pt x="417454" y="38100"/>
                  </a:lnTo>
                  <a:lnTo>
                    <a:pt x="351922" y="10668"/>
                  </a:lnTo>
                  <a:lnTo>
                    <a:pt x="27724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5900928" y="3601211"/>
              <a:ext cx="575945" cy="285115"/>
            </a:xfrm>
            <a:custGeom>
              <a:avLst/>
              <a:gdLst/>
              <a:ahLst/>
              <a:cxnLst/>
              <a:rect l="l" t="t" r="r" b="b"/>
              <a:pathLst>
                <a:path w="575945" h="285114">
                  <a:moveTo>
                    <a:pt x="575919" y="284988"/>
                  </a:moveTo>
                  <a:lnTo>
                    <a:pt x="574548" y="257556"/>
                  </a:lnTo>
                  <a:lnTo>
                    <a:pt x="570306" y="233172"/>
                  </a:lnTo>
                  <a:lnTo>
                    <a:pt x="568452" y="222504"/>
                  </a:lnTo>
                  <a:lnTo>
                    <a:pt x="564286" y="207264"/>
                  </a:lnTo>
                  <a:lnTo>
                    <a:pt x="559308" y="188976"/>
                  </a:lnTo>
                  <a:lnTo>
                    <a:pt x="551599" y="170688"/>
                  </a:lnTo>
                  <a:lnTo>
                    <a:pt x="547116" y="160020"/>
                  </a:lnTo>
                  <a:lnTo>
                    <a:pt x="533869" y="137160"/>
                  </a:lnTo>
                  <a:lnTo>
                    <a:pt x="530352" y="131064"/>
                  </a:lnTo>
                  <a:lnTo>
                    <a:pt x="511467" y="106680"/>
                  </a:lnTo>
                  <a:lnTo>
                    <a:pt x="493776" y="83820"/>
                  </a:lnTo>
                  <a:lnTo>
                    <a:pt x="448056" y="47244"/>
                  </a:lnTo>
                  <a:lnTo>
                    <a:pt x="424383" y="35052"/>
                  </a:lnTo>
                  <a:lnTo>
                    <a:pt x="397764" y="21336"/>
                  </a:lnTo>
                  <a:lnTo>
                    <a:pt x="392912" y="19812"/>
                  </a:lnTo>
                  <a:lnTo>
                    <a:pt x="344424" y="4572"/>
                  </a:lnTo>
                  <a:lnTo>
                    <a:pt x="288036" y="0"/>
                  </a:lnTo>
                  <a:lnTo>
                    <a:pt x="260604" y="1524"/>
                  </a:lnTo>
                  <a:lnTo>
                    <a:pt x="204216" y="12192"/>
                  </a:lnTo>
                  <a:lnTo>
                    <a:pt x="152400" y="32004"/>
                  </a:lnTo>
                  <a:lnTo>
                    <a:pt x="103632" y="64008"/>
                  </a:lnTo>
                  <a:lnTo>
                    <a:pt x="62484" y="106680"/>
                  </a:lnTo>
                  <a:lnTo>
                    <a:pt x="30480" y="160020"/>
                  </a:lnTo>
                  <a:lnTo>
                    <a:pt x="7620" y="222504"/>
                  </a:lnTo>
                  <a:lnTo>
                    <a:pt x="0" y="272796"/>
                  </a:lnTo>
                  <a:lnTo>
                    <a:pt x="0" y="284988"/>
                  </a:lnTo>
                  <a:lnTo>
                    <a:pt x="20142" y="284988"/>
                  </a:lnTo>
                  <a:lnTo>
                    <a:pt x="21336" y="274320"/>
                  </a:lnTo>
                  <a:lnTo>
                    <a:pt x="21336" y="260604"/>
                  </a:lnTo>
                  <a:lnTo>
                    <a:pt x="22860" y="246888"/>
                  </a:lnTo>
                  <a:lnTo>
                    <a:pt x="25908" y="233172"/>
                  </a:lnTo>
                  <a:lnTo>
                    <a:pt x="25908" y="234696"/>
                  </a:lnTo>
                  <a:lnTo>
                    <a:pt x="26238" y="233172"/>
                  </a:lnTo>
                  <a:lnTo>
                    <a:pt x="32004" y="207264"/>
                  </a:lnTo>
                  <a:lnTo>
                    <a:pt x="32004" y="208788"/>
                  </a:lnTo>
                  <a:lnTo>
                    <a:pt x="32651" y="207264"/>
                  </a:lnTo>
                  <a:lnTo>
                    <a:pt x="36576" y="198120"/>
                  </a:lnTo>
                  <a:lnTo>
                    <a:pt x="36576" y="195072"/>
                  </a:lnTo>
                  <a:lnTo>
                    <a:pt x="47244" y="170688"/>
                  </a:lnTo>
                  <a:lnTo>
                    <a:pt x="47244" y="172212"/>
                  </a:lnTo>
                  <a:lnTo>
                    <a:pt x="48006" y="170688"/>
                  </a:lnTo>
                  <a:lnTo>
                    <a:pt x="53340" y="160020"/>
                  </a:lnTo>
                  <a:lnTo>
                    <a:pt x="65532" y="137160"/>
                  </a:lnTo>
                  <a:lnTo>
                    <a:pt x="65532" y="138684"/>
                  </a:lnTo>
                  <a:lnTo>
                    <a:pt x="66484" y="137160"/>
                  </a:lnTo>
                  <a:lnTo>
                    <a:pt x="73152" y="126492"/>
                  </a:lnTo>
                  <a:lnTo>
                    <a:pt x="73152" y="128016"/>
                  </a:lnTo>
                  <a:lnTo>
                    <a:pt x="74447" y="126492"/>
                  </a:lnTo>
                  <a:lnTo>
                    <a:pt x="82296" y="117348"/>
                  </a:lnTo>
                  <a:lnTo>
                    <a:pt x="89916" y="106680"/>
                  </a:lnTo>
                  <a:lnTo>
                    <a:pt x="89916" y="108204"/>
                  </a:lnTo>
                  <a:lnTo>
                    <a:pt x="117348" y="80772"/>
                  </a:lnTo>
                  <a:lnTo>
                    <a:pt x="149352" y="59436"/>
                  </a:lnTo>
                  <a:lnTo>
                    <a:pt x="149352" y="57912"/>
                  </a:lnTo>
                  <a:lnTo>
                    <a:pt x="170688" y="47244"/>
                  </a:lnTo>
                  <a:lnTo>
                    <a:pt x="172212" y="45720"/>
                  </a:lnTo>
                  <a:lnTo>
                    <a:pt x="170688" y="45720"/>
                  </a:lnTo>
                  <a:lnTo>
                    <a:pt x="184404" y="41148"/>
                  </a:lnTo>
                  <a:lnTo>
                    <a:pt x="196596" y="35052"/>
                  </a:lnTo>
                  <a:lnTo>
                    <a:pt x="196596" y="36576"/>
                  </a:lnTo>
                  <a:lnTo>
                    <a:pt x="200660" y="35052"/>
                  </a:lnTo>
                  <a:lnTo>
                    <a:pt x="208788" y="32004"/>
                  </a:lnTo>
                  <a:lnTo>
                    <a:pt x="220980" y="28956"/>
                  </a:lnTo>
                  <a:lnTo>
                    <a:pt x="234696" y="25908"/>
                  </a:lnTo>
                  <a:lnTo>
                    <a:pt x="234696" y="24384"/>
                  </a:lnTo>
                  <a:lnTo>
                    <a:pt x="246888" y="22860"/>
                  </a:lnTo>
                  <a:lnTo>
                    <a:pt x="274320" y="19812"/>
                  </a:lnTo>
                  <a:lnTo>
                    <a:pt x="301752" y="19812"/>
                  </a:lnTo>
                  <a:lnTo>
                    <a:pt x="342900" y="24384"/>
                  </a:lnTo>
                  <a:lnTo>
                    <a:pt x="341376" y="24384"/>
                  </a:lnTo>
                  <a:lnTo>
                    <a:pt x="342900" y="25908"/>
                  </a:lnTo>
                  <a:lnTo>
                    <a:pt x="355092" y="28956"/>
                  </a:lnTo>
                  <a:lnTo>
                    <a:pt x="368808" y="32004"/>
                  </a:lnTo>
                  <a:lnTo>
                    <a:pt x="381000" y="36576"/>
                  </a:lnTo>
                  <a:lnTo>
                    <a:pt x="381000" y="35052"/>
                  </a:lnTo>
                  <a:lnTo>
                    <a:pt x="393192" y="41148"/>
                  </a:lnTo>
                  <a:lnTo>
                    <a:pt x="405384" y="45720"/>
                  </a:lnTo>
                  <a:lnTo>
                    <a:pt x="403860" y="45720"/>
                  </a:lnTo>
                  <a:lnTo>
                    <a:pt x="405384" y="47244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26720" y="57912"/>
                  </a:lnTo>
                  <a:lnTo>
                    <a:pt x="428244" y="59436"/>
                  </a:lnTo>
                  <a:lnTo>
                    <a:pt x="438912" y="65532"/>
                  </a:lnTo>
                  <a:lnTo>
                    <a:pt x="448056" y="73152"/>
                  </a:lnTo>
                  <a:lnTo>
                    <a:pt x="458724" y="80772"/>
                  </a:lnTo>
                  <a:lnTo>
                    <a:pt x="477012" y="97536"/>
                  </a:lnTo>
                  <a:lnTo>
                    <a:pt x="486156" y="108204"/>
                  </a:lnTo>
                  <a:lnTo>
                    <a:pt x="486156" y="106680"/>
                  </a:lnTo>
                  <a:lnTo>
                    <a:pt x="495300" y="117348"/>
                  </a:lnTo>
                  <a:lnTo>
                    <a:pt x="502920" y="128016"/>
                  </a:lnTo>
                  <a:lnTo>
                    <a:pt x="510540" y="138684"/>
                  </a:lnTo>
                  <a:lnTo>
                    <a:pt x="510540" y="137160"/>
                  </a:lnTo>
                  <a:lnTo>
                    <a:pt x="524256" y="160020"/>
                  </a:lnTo>
                  <a:lnTo>
                    <a:pt x="530352" y="172212"/>
                  </a:lnTo>
                  <a:lnTo>
                    <a:pt x="530352" y="170688"/>
                  </a:lnTo>
                  <a:lnTo>
                    <a:pt x="539496" y="195072"/>
                  </a:lnTo>
                  <a:lnTo>
                    <a:pt x="539496" y="198120"/>
                  </a:lnTo>
                  <a:lnTo>
                    <a:pt x="544068" y="208788"/>
                  </a:lnTo>
                  <a:lnTo>
                    <a:pt x="544068" y="207264"/>
                  </a:lnTo>
                  <a:lnTo>
                    <a:pt x="550164" y="234696"/>
                  </a:lnTo>
                  <a:lnTo>
                    <a:pt x="550164" y="233172"/>
                  </a:lnTo>
                  <a:lnTo>
                    <a:pt x="553212" y="246888"/>
                  </a:lnTo>
                  <a:lnTo>
                    <a:pt x="556260" y="274320"/>
                  </a:lnTo>
                  <a:lnTo>
                    <a:pt x="556260" y="284988"/>
                  </a:lnTo>
                  <a:lnTo>
                    <a:pt x="575919" y="284988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6188964" y="3442715"/>
              <a:ext cx="288290" cy="163195"/>
            </a:xfrm>
            <a:custGeom>
              <a:avLst/>
              <a:gdLst/>
              <a:ahLst/>
              <a:cxnLst/>
              <a:rect l="l" t="t" r="r" b="b"/>
              <a:pathLst>
                <a:path w="288289" h="163195">
                  <a:moveTo>
                    <a:pt x="288036" y="0"/>
                  </a:moveTo>
                  <a:lnTo>
                    <a:pt x="248412" y="0"/>
                  </a:lnTo>
                  <a:lnTo>
                    <a:pt x="30480" y="128016"/>
                  </a:lnTo>
                  <a:lnTo>
                    <a:pt x="19812" y="109728"/>
                  </a:lnTo>
                  <a:lnTo>
                    <a:pt x="0" y="156972"/>
                  </a:lnTo>
                  <a:lnTo>
                    <a:pt x="21336" y="160020"/>
                  </a:lnTo>
                  <a:lnTo>
                    <a:pt x="51815" y="163068"/>
                  </a:lnTo>
                  <a:lnTo>
                    <a:pt x="41148" y="146304"/>
                  </a:lnTo>
                  <a:lnTo>
                    <a:pt x="2880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6838432" y="3610355"/>
              <a:ext cx="556260" cy="276225"/>
            </a:xfrm>
            <a:custGeom>
              <a:avLst/>
              <a:gdLst/>
              <a:ahLst/>
              <a:cxnLst/>
              <a:rect l="l" t="t" r="r" b="b"/>
              <a:pathLst>
                <a:path w="556259" h="276225">
                  <a:moveTo>
                    <a:pt x="278648" y="0"/>
                  </a:moveTo>
                  <a:lnTo>
                    <a:pt x="240548" y="3048"/>
                  </a:lnTo>
                  <a:lnTo>
                    <a:pt x="170444" y="22860"/>
                  </a:lnTo>
                  <a:lnTo>
                    <a:pt x="107960" y="57912"/>
                  </a:lnTo>
                  <a:lnTo>
                    <a:pt x="57668" y="108204"/>
                  </a:lnTo>
                  <a:lnTo>
                    <a:pt x="22616" y="170688"/>
                  </a:lnTo>
                  <a:lnTo>
                    <a:pt x="2804" y="240792"/>
                  </a:lnTo>
                  <a:lnTo>
                    <a:pt x="0" y="275844"/>
                  </a:lnTo>
                  <a:lnTo>
                    <a:pt x="555894" y="275844"/>
                  </a:lnTo>
                  <a:lnTo>
                    <a:pt x="546872" y="204216"/>
                  </a:lnTo>
                  <a:lnTo>
                    <a:pt x="519440" y="138684"/>
                  </a:lnTo>
                  <a:lnTo>
                    <a:pt x="475244" y="82296"/>
                  </a:lnTo>
                  <a:lnTo>
                    <a:pt x="418856" y="38100"/>
                  </a:lnTo>
                  <a:lnTo>
                    <a:pt x="351800" y="10668"/>
                  </a:lnTo>
                  <a:lnTo>
                    <a:pt x="27864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6829044" y="3601211"/>
              <a:ext cx="575945" cy="285115"/>
            </a:xfrm>
            <a:custGeom>
              <a:avLst/>
              <a:gdLst/>
              <a:ahLst/>
              <a:cxnLst/>
              <a:rect l="l" t="t" r="r" b="b"/>
              <a:pathLst>
                <a:path w="575945" h="285114">
                  <a:moveTo>
                    <a:pt x="575919" y="284988"/>
                  </a:moveTo>
                  <a:lnTo>
                    <a:pt x="574548" y="257556"/>
                  </a:lnTo>
                  <a:lnTo>
                    <a:pt x="569239" y="233172"/>
                  </a:lnTo>
                  <a:lnTo>
                    <a:pt x="566928" y="222504"/>
                  </a:lnTo>
                  <a:lnTo>
                    <a:pt x="562762" y="207264"/>
                  </a:lnTo>
                  <a:lnTo>
                    <a:pt x="557784" y="188976"/>
                  </a:lnTo>
                  <a:lnTo>
                    <a:pt x="550075" y="170688"/>
                  </a:lnTo>
                  <a:lnTo>
                    <a:pt x="545592" y="160020"/>
                  </a:lnTo>
                  <a:lnTo>
                    <a:pt x="533552" y="137160"/>
                  </a:lnTo>
                  <a:lnTo>
                    <a:pt x="530352" y="131064"/>
                  </a:lnTo>
                  <a:lnTo>
                    <a:pt x="511467" y="106680"/>
                  </a:lnTo>
                  <a:lnTo>
                    <a:pt x="493776" y="83820"/>
                  </a:lnTo>
                  <a:lnTo>
                    <a:pt x="448056" y="47244"/>
                  </a:lnTo>
                  <a:lnTo>
                    <a:pt x="424383" y="35052"/>
                  </a:lnTo>
                  <a:lnTo>
                    <a:pt x="397764" y="21336"/>
                  </a:lnTo>
                  <a:lnTo>
                    <a:pt x="392912" y="19812"/>
                  </a:lnTo>
                  <a:lnTo>
                    <a:pt x="344424" y="4572"/>
                  </a:lnTo>
                  <a:lnTo>
                    <a:pt x="286512" y="0"/>
                  </a:lnTo>
                  <a:lnTo>
                    <a:pt x="259080" y="1524"/>
                  </a:lnTo>
                  <a:lnTo>
                    <a:pt x="204216" y="12192"/>
                  </a:lnTo>
                  <a:lnTo>
                    <a:pt x="150876" y="32004"/>
                  </a:lnTo>
                  <a:lnTo>
                    <a:pt x="103632" y="64008"/>
                  </a:lnTo>
                  <a:lnTo>
                    <a:pt x="62484" y="106680"/>
                  </a:lnTo>
                  <a:lnTo>
                    <a:pt x="28956" y="160020"/>
                  </a:lnTo>
                  <a:lnTo>
                    <a:pt x="6096" y="222504"/>
                  </a:lnTo>
                  <a:lnTo>
                    <a:pt x="0" y="257556"/>
                  </a:lnTo>
                  <a:lnTo>
                    <a:pt x="0" y="284988"/>
                  </a:lnTo>
                  <a:lnTo>
                    <a:pt x="19812" y="284988"/>
                  </a:lnTo>
                  <a:lnTo>
                    <a:pt x="19812" y="274320"/>
                  </a:lnTo>
                  <a:lnTo>
                    <a:pt x="22860" y="246888"/>
                  </a:lnTo>
                  <a:lnTo>
                    <a:pt x="25908" y="233172"/>
                  </a:lnTo>
                  <a:lnTo>
                    <a:pt x="25908" y="234696"/>
                  </a:lnTo>
                  <a:lnTo>
                    <a:pt x="26238" y="233172"/>
                  </a:lnTo>
                  <a:lnTo>
                    <a:pt x="32004" y="207264"/>
                  </a:lnTo>
                  <a:lnTo>
                    <a:pt x="32004" y="208788"/>
                  </a:lnTo>
                  <a:lnTo>
                    <a:pt x="32435" y="207264"/>
                  </a:lnTo>
                  <a:lnTo>
                    <a:pt x="35052" y="198120"/>
                  </a:lnTo>
                  <a:lnTo>
                    <a:pt x="36576" y="195072"/>
                  </a:lnTo>
                  <a:lnTo>
                    <a:pt x="35052" y="195072"/>
                  </a:lnTo>
                  <a:lnTo>
                    <a:pt x="45720" y="170688"/>
                  </a:lnTo>
                  <a:lnTo>
                    <a:pt x="45720" y="172212"/>
                  </a:lnTo>
                  <a:lnTo>
                    <a:pt x="46482" y="170688"/>
                  </a:lnTo>
                  <a:lnTo>
                    <a:pt x="51816" y="160020"/>
                  </a:lnTo>
                  <a:lnTo>
                    <a:pt x="65532" y="137160"/>
                  </a:lnTo>
                  <a:lnTo>
                    <a:pt x="65532" y="138684"/>
                  </a:lnTo>
                  <a:lnTo>
                    <a:pt x="66484" y="137160"/>
                  </a:lnTo>
                  <a:lnTo>
                    <a:pt x="73152" y="126492"/>
                  </a:lnTo>
                  <a:lnTo>
                    <a:pt x="73152" y="128016"/>
                  </a:lnTo>
                  <a:lnTo>
                    <a:pt x="74231" y="126492"/>
                  </a:lnTo>
                  <a:lnTo>
                    <a:pt x="80772" y="117348"/>
                  </a:lnTo>
                  <a:lnTo>
                    <a:pt x="89916" y="106680"/>
                  </a:lnTo>
                  <a:lnTo>
                    <a:pt x="89916" y="108204"/>
                  </a:lnTo>
                  <a:lnTo>
                    <a:pt x="91211" y="106680"/>
                  </a:lnTo>
                  <a:lnTo>
                    <a:pt x="99060" y="97536"/>
                  </a:lnTo>
                  <a:lnTo>
                    <a:pt x="117348" y="80772"/>
                  </a:lnTo>
                  <a:lnTo>
                    <a:pt x="128016" y="73152"/>
                  </a:lnTo>
                  <a:lnTo>
                    <a:pt x="137160" y="65532"/>
                  </a:lnTo>
                  <a:lnTo>
                    <a:pt x="147828" y="59436"/>
                  </a:lnTo>
                  <a:lnTo>
                    <a:pt x="149352" y="57912"/>
                  </a:lnTo>
                  <a:lnTo>
                    <a:pt x="147828" y="57912"/>
                  </a:lnTo>
                  <a:lnTo>
                    <a:pt x="160020" y="51816"/>
                  </a:lnTo>
                  <a:lnTo>
                    <a:pt x="170688" y="47244"/>
                  </a:lnTo>
                  <a:lnTo>
                    <a:pt x="172212" y="45720"/>
                  </a:lnTo>
                  <a:lnTo>
                    <a:pt x="170688" y="45720"/>
                  </a:lnTo>
                  <a:lnTo>
                    <a:pt x="182880" y="41148"/>
                  </a:lnTo>
                  <a:lnTo>
                    <a:pt x="195072" y="35052"/>
                  </a:lnTo>
                  <a:lnTo>
                    <a:pt x="195072" y="36576"/>
                  </a:lnTo>
                  <a:lnTo>
                    <a:pt x="199136" y="35052"/>
                  </a:lnTo>
                  <a:lnTo>
                    <a:pt x="207264" y="32004"/>
                  </a:lnTo>
                  <a:lnTo>
                    <a:pt x="219456" y="28956"/>
                  </a:lnTo>
                  <a:lnTo>
                    <a:pt x="233172" y="25908"/>
                  </a:lnTo>
                  <a:lnTo>
                    <a:pt x="234696" y="24384"/>
                  </a:lnTo>
                  <a:lnTo>
                    <a:pt x="233172" y="24384"/>
                  </a:lnTo>
                  <a:lnTo>
                    <a:pt x="274320" y="19812"/>
                  </a:lnTo>
                  <a:lnTo>
                    <a:pt x="286512" y="19812"/>
                  </a:lnTo>
                  <a:lnTo>
                    <a:pt x="288036" y="19812"/>
                  </a:lnTo>
                  <a:lnTo>
                    <a:pt x="300228" y="19812"/>
                  </a:lnTo>
                  <a:lnTo>
                    <a:pt x="301752" y="19812"/>
                  </a:lnTo>
                  <a:lnTo>
                    <a:pt x="315468" y="21336"/>
                  </a:lnTo>
                  <a:lnTo>
                    <a:pt x="327660" y="22860"/>
                  </a:lnTo>
                  <a:lnTo>
                    <a:pt x="341376" y="24384"/>
                  </a:lnTo>
                  <a:lnTo>
                    <a:pt x="341376" y="25908"/>
                  </a:lnTo>
                  <a:lnTo>
                    <a:pt x="355092" y="28956"/>
                  </a:lnTo>
                  <a:lnTo>
                    <a:pt x="367284" y="32004"/>
                  </a:lnTo>
                  <a:lnTo>
                    <a:pt x="379476" y="36576"/>
                  </a:lnTo>
                  <a:lnTo>
                    <a:pt x="379476" y="35052"/>
                  </a:lnTo>
                  <a:lnTo>
                    <a:pt x="391668" y="41148"/>
                  </a:lnTo>
                  <a:lnTo>
                    <a:pt x="405384" y="45720"/>
                  </a:lnTo>
                  <a:lnTo>
                    <a:pt x="403860" y="45720"/>
                  </a:lnTo>
                  <a:lnTo>
                    <a:pt x="405384" y="47244"/>
                  </a:lnTo>
                  <a:lnTo>
                    <a:pt x="426720" y="57912"/>
                  </a:lnTo>
                  <a:lnTo>
                    <a:pt x="426720" y="59436"/>
                  </a:lnTo>
                  <a:lnTo>
                    <a:pt x="437388" y="65532"/>
                  </a:lnTo>
                  <a:lnTo>
                    <a:pt x="458724" y="80772"/>
                  </a:lnTo>
                  <a:lnTo>
                    <a:pt x="477012" y="97536"/>
                  </a:lnTo>
                  <a:lnTo>
                    <a:pt x="486156" y="108204"/>
                  </a:lnTo>
                  <a:lnTo>
                    <a:pt x="486156" y="106680"/>
                  </a:lnTo>
                  <a:lnTo>
                    <a:pt x="493776" y="117348"/>
                  </a:lnTo>
                  <a:lnTo>
                    <a:pt x="502920" y="128016"/>
                  </a:lnTo>
                  <a:lnTo>
                    <a:pt x="509016" y="138684"/>
                  </a:lnTo>
                  <a:lnTo>
                    <a:pt x="509016" y="137160"/>
                  </a:lnTo>
                  <a:lnTo>
                    <a:pt x="522732" y="160020"/>
                  </a:lnTo>
                  <a:lnTo>
                    <a:pt x="528828" y="172212"/>
                  </a:lnTo>
                  <a:lnTo>
                    <a:pt x="528828" y="170688"/>
                  </a:lnTo>
                  <a:lnTo>
                    <a:pt x="539496" y="195072"/>
                  </a:lnTo>
                  <a:lnTo>
                    <a:pt x="537972" y="195072"/>
                  </a:lnTo>
                  <a:lnTo>
                    <a:pt x="539496" y="198120"/>
                  </a:lnTo>
                  <a:lnTo>
                    <a:pt x="544068" y="208788"/>
                  </a:lnTo>
                  <a:lnTo>
                    <a:pt x="544068" y="207264"/>
                  </a:lnTo>
                  <a:lnTo>
                    <a:pt x="550164" y="234696"/>
                  </a:lnTo>
                  <a:lnTo>
                    <a:pt x="550164" y="233172"/>
                  </a:lnTo>
                  <a:lnTo>
                    <a:pt x="553212" y="246888"/>
                  </a:lnTo>
                  <a:lnTo>
                    <a:pt x="554736" y="260604"/>
                  </a:lnTo>
                  <a:lnTo>
                    <a:pt x="554736" y="274320"/>
                  </a:lnTo>
                  <a:lnTo>
                    <a:pt x="555917" y="284988"/>
                  </a:lnTo>
                  <a:lnTo>
                    <a:pt x="575919" y="284988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7766548" y="3610355"/>
              <a:ext cx="556260" cy="276225"/>
            </a:xfrm>
            <a:custGeom>
              <a:avLst/>
              <a:gdLst/>
              <a:ahLst/>
              <a:cxnLst/>
              <a:rect l="l" t="t" r="r" b="b"/>
              <a:pathLst>
                <a:path w="556259" h="276225">
                  <a:moveTo>
                    <a:pt x="277124" y="0"/>
                  </a:moveTo>
                  <a:lnTo>
                    <a:pt x="203972" y="10668"/>
                  </a:lnTo>
                  <a:lnTo>
                    <a:pt x="136916" y="38100"/>
                  </a:lnTo>
                  <a:lnTo>
                    <a:pt x="80528" y="82296"/>
                  </a:lnTo>
                  <a:lnTo>
                    <a:pt x="37856" y="138684"/>
                  </a:lnTo>
                  <a:lnTo>
                    <a:pt x="8900" y="204216"/>
                  </a:lnTo>
                  <a:lnTo>
                    <a:pt x="0" y="275844"/>
                  </a:lnTo>
                  <a:lnTo>
                    <a:pt x="555772" y="275844"/>
                  </a:lnTo>
                  <a:lnTo>
                    <a:pt x="546872" y="204216"/>
                  </a:lnTo>
                  <a:lnTo>
                    <a:pt x="517916" y="138684"/>
                  </a:lnTo>
                  <a:lnTo>
                    <a:pt x="475244" y="82296"/>
                  </a:lnTo>
                  <a:lnTo>
                    <a:pt x="418856" y="38100"/>
                  </a:lnTo>
                  <a:lnTo>
                    <a:pt x="351800" y="10668"/>
                  </a:lnTo>
                  <a:lnTo>
                    <a:pt x="27712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7755636" y="3442715"/>
              <a:ext cx="576580" cy="443865"/>
            </a:xfrm>
            <a:custGeom>
              <a:avLst/>
              <a:gdLst/>
              <a:ahLst/>
              <a:cxnLst/>
              <a:rect l="l" t="t" r="r" b="b"/>
              <a:pathLst>
                <a:path w="576579" h="443864">
                  <a:moveTo>
                    <a:pt x="576072" y="416052"/>
                  </a:moveTo>
                  <a:lnTo>
                    <a:pt x="570763" y="391668"/>
                  </a:lnTo>
                  <a:lnTo>
                    <a:pt x="568452" y="381000"/>
                  </a:lnTo>
                  <a:lnTo>
                    <a:pt x="564286" y="365760"/>
                  </a:lnTo>
                  <a:lnTo>
                    <a:pt x="559308" y="347472"/>
                  </a:lnTo>
                  <a:lnTo>
                    <a:pt x="551599" y="329184"/>
                  </a:lnTo>
                  <a:lnTo>
                    <a:pt x="547116" y="318516"/>
                  </a:lnTo>
                  <a:lnTo>
                    <a:pt x="535076" y="295656"/>
                  </a:lnTo>
                  <a:lnTo>
                    <a:pt x="531876" y="289560"/>
                  </a:lnTo>
                  <a:lnTo>
                    <a:pt x="512203" y="265176"/>
                  </a:lnTo>
                  <a:lnTo>
                    <a:pt x="493776" y="242316"/>
                  </a:lnTo>
                  <a:lnTo>
                    <a:pt x="449580" y="205740"/>
                  </a:lnTo>
                  <a:lnTo>
                    <a:pt x="425196" y="193548"/>
                  </a:lnTo>
                  <a:lnTo>
                    <a:pt x="397764" y="179832"/>
                  </a:lnTo>
                  <a:lnTo>
                    <a:pt x="392912" y="178308"/>
                  </a:lnTo>
                  <a:lnTo>
                    <a:pt x="344424" y="163068"/>
                  </a:lnTo>
                  <a:lnTo>
                    <a:pt x="288036" y="158496"/>
                  </a:lnTo>
                  <a:lnTo>
                    <a:pt x="272491" y="159372"/>
                  </a:lnTo>
                  <a:lnTo>
                    <a:pt x="288036" y="156972"/>
                  </a:lnTo>
                  <a:lnTo>
                    <a:pt x="269748" y="109728"/>
                  </a:lnTo>
                  <a:lnTo>
                    <a:pt x="259080" y="128016"/>
                  </a:lnTo>
                  <a:lnTo>
                    <a:pt x="41148" y="0"/>
                  </a:lnTo>
                  <a:lnTo>
                    <a:pt x="1524" y="0"/>
                  </a:lnTo>
                  <a:lnTo>
                    <a:pt x="248412" y="146304"/>
                  </a:lnTo>
                  <a:lnTo>
                    <a:pt x="237744" y="163068"/>
                  </a:lnTo>
                  <a:lnTo>
                    <a:pt x="252056" y="161645"/>
                  </a:lnTo>
                  <a:lnTo>
                    <a:pt x="204216" y="170688"/>
                  </a:lnTo>
                  <a:lnTo>
                    <a:pt x="152400" y="190500"/>
                  </a:lnTo>
                  <a:lnTo>
                    <a:pt x="105156" y="222504"/>
                  </a:lnTo>
                  <a:lnTo>
                    <a:pt x="64008" y="265176"/>
                  </a:lnTo>
                  <a:lnTo>
                    <a:pt x="30480" y="318516"/>
                  </a:lnTo>
                  <a:lnTo>
                    <a:pt x="7620" y="381000"/>
                  </a:lnTo>
                  <a:lnTo>
                    <a:pt x="0" y="431292"/>
                  </a:lnTo>
                  <a:lnTo>
                    <a:pt x="0" y="443484"/>
                  </a:lnTo>
                  <a:lnTo>
                    <a:pt x="20142" y="443484"/>
                  </a:lnTo>
                  <a:lnTo>
                    <a:pt x="22860" y="419100"/>
                  </a:lnTo>
                  <a:lnTo>
                    <a:pt x="22860" y="405384"/>
                  </a:lnTo>
                  <a:lnTo>
                    <a:pt x="25908" y="391668"/>
                  </a:lnTo>
                  <a:lnTo>
                    <a:pt x="25908" y="393192"/>
                  </a:lnTo>
                  <a:lnTo>
                    <a:pt x="26238" y="391668"/>
                  </a:lnTo>
                  <a:lnTo>
                    <a:pt x="32004" y="365760"/>
                  </a:lnTo>
                  <a:lnTo>
                    <a:pt x="32004" y="367284"/>
                  </a:lnTo>
                  <a:lnTo>
                    <a:pt x="32651" y="365760"/>
                  </a:lnTo>
                  <a:lnTo>
                    <a:pt x="36576" y="356616"/>
                  </a:lnTo>
                  <a:lnTo>
                    <a:pt x="38100" y="353568"/>
                  </a:lnTo>
                  <a:lnTo>
                    <a:pt x="36576" y="353568"/>
                  </a:lnTo>
                  <a:lnTo>
                    <a:pt x="47244" y="329184"/>
                  </a:lnTo>
                  <a:lnTo>
                    <a:pt x="47244" y="330708"/>
                  </a:lnTo>
                  <a:lnTo>
                    <a:pt x="48006" y="329184"/>
                  </a:lnTo>
                  <a:lnTo>
                    <a:pt x="53340" y="318516"/>
                  </a:lnTo>
                  <a:lnTo>
                    <a:pt x="67056" y="295656"/>
                  </a:lnTo>
                  <a:lnTo>
                    <a:pt x="67056" y="297180"/>
                  </a:lnTo>
                  <a:lnTo>
                    <a:pt x="67818" y="295656"/>
                  </a:lnTo>
                  <a:lnTo>
                    <a:pt x="73152" y="284988"/>
                  </a:lnTo>
                  <a:lnTo>
                    <a:pt x="73152" y="286512"/>
                  </a:lnTo>
                  <a:lnTo>
                    <a:pt x="74447" y="284988"/>
                  </a:lnTo>
                  <a:lnTo>
                    <a:pt x="82296" y="275844"/>
                  </a:lnTo>
                  <a:lnTo>
                    <a:pt x="89916" y="265176"/>
                  </a:lnTo>
                  <a:lnTo>
                    <a:pt x="89916" y="266700"/>
                  </a:lnTo>
                  <a:lnTo>
                    <a:pt x="117348" y="239268"/>
                  </a:lnTo>
                  <a:lnTo>
                    <a:pt x="149352" y="217932"/>
                  </a:lnTo>
                  <a:lnTo>
                    <a:pt x="149352" y="216408"/>
                  </a:lnTo>
                  <a:lnTo>
                    <a:pt x="161544" y="210312"/>
                  </a:lnTo>
                  <a:lnTo>
                    <a:pt x="172212" y="205740"/>
                  </a:lnTo>
                  <a:lnTo>
                    <a:pt x="172212" y="204216"/>
                  </a:lnTo>
                  <a:lnTo>
                    <a:pt x="184404" y="199644"/>
                  </a:lnTo>
                  <a:lnTo>
                    <a:pt x="196596" y="193548"/>
                  </a:lnTo>
                  <a:lnTo>
                    <a:pt x="196596" y="195072"/>
                  </a:lnTo>
                  <a:lnTo>
                    <a:pt x="200660" y="193548"/>
                  </a:lnTo>
                  <a:lnTo>
                    <a:pt x="208788" y="190500"/>
                  </a:lnTo>
                  <a:lnTo>
                    <a:pt x="220980" y="187452"/>
                  </a:lnTo>
                  <a:lnTo>
                    <a:pt x="234696" y="184404"/>
                  </a:lnTo>
                  <a:lnTo>
                    <a:pt x="236220" y="182880"/>
                  </a:lnTo>
                  <a:lnTo>
                    <a:pt x="234696" y="182880"/>
                  </a:lnTo>
                  <a:lnTo>
                    <a:pt x="248412" y="181356"/>
                  </a:lnTo>
                  <a:lnTo>
                    <a:pt x="260604" y="179832"/>
                  </a:lnTo>
                  <a:lnTo>
                    <a:pt x="274320" y="178308"/>
                  </a:lnTo>
                  <a:lnTo>
                    <a:pt x="288036" y="178308"/>
                  </a:lnTo>
                  <a:lnTo>
                    <a:pt x="289560" y="178308"/>
                  </a:lnTo>
                  <a:lnTo>
                    <a:pt x="301752" y="178308"/>
                  </a:lnTo>
                  <a:lnTo>
                    <a:pt x="303276" y="178308"/>
                  </a:lnTo>
                  <a:lnTo>
                    <a:pt x="315468" y="179832"/>
                  </a:lnTo>
                  <a:lnTo>
                    <a:pt x="342900" y="182880"/>
                  </a:lnTo>
                  <a:lnTo>
                    <a:pt x="341376" y="182880"/>
                  </a:lnTo>
                  <a:lnTo>
                    <a:pt x="342900" y="184404"/>
                  </a:lnTo>
                  <a:lnTo>
                    <a:pt x="356616" y="187452"/>
                  </a:lnTo>
                  <a:lnTo>
                    <a:pt x="368808" y="190500"/>
                  </a:lnTo>
                  <a:lnTo>
                    <a:pt x="381000" y="195072"/>
                  </a:lnTo>
                  <a:lnTo>
                    <a:pt x="381000" y="193548"/>
                  </a:lnTo>
                  <a:lnTo>
                    <a:pt x="393192" y="199644"/>
                  </a:lnTo>
                  <a:lnTo>
                    <a:pt x="405384" y="204216"/>
                  </a:lnTo>
                  <a:lnTo>
                    <a:pt x="403860" y="204216"/>
                  </a:lnTo>
                  <a:lnTo>
                    <a:pt x="405384" y="205740"/>
                  </a:lnTo>
                  <a:lnTo>
                    <a:pt x="416052" y="210312"/>
                  </a:lnTo>
                  <a:lnTo>
                    <a:pt x="428244" y="216408"/>
                  </a:lnTo>
                  <a:lnTo>
                    <a:pt x="426720" y="216408"/>
                  </a:lnTo>
                  <a:lnTo>
                    <a:pt x="428244" y="217932"/>
                  </a:lnTo>
                  <a:lnTo>
                    <a:pt x="438912" y="224028"/>
                  </a:lnTo>
                  <a:lnTo>
                    <a:pt x="449580" y="231648"/>
                  </a:lnTo>
                  <a:lnTo>
                    <a:pt x="458724" y="239268"/>
                  </a:lnTo>
                  <a:lnTo>
                    <a:pt x="477012" y="256032"/>
                  </a:lnTo>
                  <a:lnTo>
                    <a:pt x="487680" y="266700"/>
                  </a:lnTo>
                  <a:lnTo>
                    <a:pt x="487680" y="265176"/>
                  </a:lnTo>
                  <a:lnTo>
                    <a:pt x="502920" y="286512"/>
                  </a:lnTo>
                  <a:lnTo>
                    <a:pt x="510540" y="297180"/>
                  </a:lnTo>
                  <a:lnTo>
                    <a:pt x="510540" y="295656"/>
                  </a:lnTo>
                  <a:lnTo>
                    <a:pt x="524256" y="318516"/>
                  </a:lnTo>
                  <a:lnTo>
                    <a:pt x="530352" y="330708"/>
                  </a:lnTo>
                  <a:lnTo>
                    <a:pt x="530352" y="329184"/>
                  </a:lnTo>
                  <a:lnTo>
                    <a:pt x="541020" y="353568"/>
                  </a:lnTo>
                  <a:lnTo>
                    <a:pt x="539496" y="353568"/>
                  </a:lnTo>
                  <a:lnTo>
                    <a:pt x="541020" y="356616"/>
                  </a:lnTo>
                  <a:lnTo>
                    <a:pt x="544068" y="367284"/>
                  </a:lnTo>
                  <a:lnTo>
                    <a:pt x="544068" y="365760"/>
                  </a:lnTo>
                  <a:lnTo>
                    <a:pt x="550164" y="393192"/>
                  </a:lnTo>
                  <a:lnTo>
                    <a:pt x="550164" y="391668"/>
                  </a:lnTo>
                  <a:lnTo>
                    <a:pt x="554736" y="405384"/>
                  </a:lnTo>
                  <a:lnTo>
                    <a:pt x="554736" y="419100"/>
                  </a:lnTo>
                  <a:lnTo>
                    <a:pt x="557441" y="443484"/>
                  </a:lnTo>
                  <a:lnTo>
                    <a:pt x="576072" y="443484"/>
                  </a:lnTo>
                  <a:lnTo>
                    <a:pt x="576072" y="4160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6600" y="3442715"/>
              <a:ext cx="97535" cy="18745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911596" y="3886199"/>
              <a:ext cx="556260" cy="281940"/>
            </a:xfrm>
            <a:custGeom>
              <a:avLst/>
              <a:gdLst/>
              <a:ahLst/>
              <a:cxnLst/>
              <a:rect l="l" t="t" r="r" b="b"/>
              <a:pathLst>
                <a:path w="556260" h="281939">
                  <a:moveTo>
                    <a:pt x="556016" y="0"/>
                  </a:moveTo>
                  <a:lnTo>
                    <a:pt x="121" y="0"/>
                  </a:lnTo>
                  <a:lnTo>
                    <a:pt x="0" y="3048"/>
                  </a:lnTo>
                  <a:lnTo>
                    <a:pt x="1524" y="41148"/>
                  </a:lnTo>
                  <a:lnTo>
                    <a:pt x="21336" y="111251"/>
                  </a:lnTo>
                  <a:lnTo>
                    <a:pt x="57912" y="172212"/>
                  </a:lnTo>
                  <a:lnTo>
                    <a:pt x="108203" y="222503"/>
                  </a:lnTo>
                  <a:lnTo>
                    <a:pt x="169163" y="259079"/>
                  </a:lnTo>
                  <a:lnTo>
                    <a:pt x="239267" y="278891"/>
                  </a:lnTo>
                  <a:lnTo>
                    <a:pt x="277367" y="281939"/>
                  </a:lnTo>
                  <a:lnTo>
                    <a:pt x="315467" y="278891"/>
                  </a:lnTo>
                  <a:lnTo>
                    <a:pt x="385571" y="259079"/>
                  </a:lnTo>
                  <a:lnTo>
                    <a:pt x="448055" y="222503"/>
                  </a:lnTo>
                  <a:lnTo>
                    <a:pt x="498348" y="172212"/>
                  </a:lnTo>
                  <a:lnTo>
                    <a:pt x="533400" y="111251"/>
                  </a:lnTo>
                  <a:lnTo>
                    <a:pt x="553212" y="41148"/>
                  </a:lnTo>
                  <a:lnTo>
                    <a:pt x="556259" y="3048"/>
                  </a:lnTo>
                  <a:lnTo>
                    <a:pt x="55601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5900928" y="3886199"/>
              <a:ext cx="576580" cy="291465"/>
            </a:xfrm>
            <a:custGeom>
              <a:avLst/>
              <a:gdLst/>
              <a:ahLst/>
              <a:cxnLst/>
              <a:rect l="l" t="t" r="r" b="b"/>
              <a:pathLst>
                <a:path w="576579" h="291464">
                  <a:moveTo>
                    <a:pt x="576072" y="3048"/>
                  </a:moveTo>
                  <a:lnTo>
                    <a:pt x="575919" y="0"/>
                  </a:lnTo>
                  <a:lnTo>
                    <a:pt x="556260" y="0"/>
                  </a:lnTo>
                  <a:lnTo>
                    <a:pt x="556260" y="15240"/>
                  </a:lnTo>
                  <a:lnTo>
                    <a:pt x="554736" y="30480"/>
                  </a:lnTo>
                  <a:lnTo>
                    <a:pt x="554736" y="28956"/>
                  </a:lnTo>
                  <a:lnTo>
                    <a:pt x="553212" y="44196"/>
                  </a:lnTo>
                  <a:lnTo>
                    <a:pt x="553212" y="42672"/>
                  </a:lnTo>
                  <a:lnTo>
                    <a:pt x="547116" y="70104"/>
                  </a:lnTo>
                  <a:lnTo>
                    <a:pt x="547116" y="68580"/>
                  </a:lnTo>
                  <a:lnTo>
                    <a:pt x="544068" y="82296"/>
                  </a:lnTo>
                  <a:lnTo>
                    <a:pt x="539496" y="94488"/>
                  </a:lnTo>
                  <a:lnTo>
                    <a:pt x="534924" y="108204"/>
                  </a:lnTo>
                  <a:lnTo>
                    <a:pt x="534924" y="106680"/>
                  </a:lnTo>
                  <a:lnTo>
                    <a:pt x="518160" y="141732"/>
                  </a:lnTo>
                  <a:lnTo>
                    <a:pt x="501396" y="163068"/>
                  </a:lnTo>
                  <a:lnTo>
                    <a:pt x="502920" y="163068"/>
                  </a:lnTo>
                  <a:lnTo>
                    <a:pt x="495300" y="173736"/>
                  </a:lnTo>
                  <a:lnTo>
                    <a:pt x="467868" y="201168"/>
                  </a:lnTo>
                  <a:lnTo>
                    <a:pt x="458724" y="208788"/>
                  </a:lnTo>
                  <a:lnTo>
                    <a:pt x="448056" y="217932"/>
                  </a:lnTo>
                  <a:lnTo>
                    <a:pt x="437388" y="225552"/>
                  </a:lnTo>
                  <a:lnTo>
                    <a:pt x="438912" y="225552"/>
                  </a:lnTo>
                  <a:lnTo>
                    <a:pt x="426720" y="231648"/>
                  </a:lnTo>
                  <a:lnTo>
                    <a:pt x="428244" y="231648"/>
                  </a:lnTo>
                  <a:lnTo>
                    <a:pt x="416052" y="239268"/>
                  </a:lnTo>
                  <a:lnTo>
                    <a:pt x="416052" y="237744"/>
                  </a:lnTo>
                  <a:lnTo>
                    <a:pt x="403860" y="243840"/>
                  </a:lnTo>
                  <a:lnTo>
                    <a:pt x="405384" y="243840"/>
                  </a:lnTo>
                  <a:lnTo>
                    <a:pt x="393192" y="249936"/>
                  </a:lnTo>
                  <a:lnTo>
                    <a:pt x="368808" y="259080"/>
                  </a:lnTo>
                  <a:lnTo>
                    <a:pt x="355092" y="262128"/>
                  </a:lnTo>
                  <a:lnTo>
                    <a:pt x="341376" y="265176"/>
                  </a:lnTo>
                  <a:lnTo>
                    <a:pt x="342900" y="265176"/>
                  </a:lnTo>
                  <a:lnTo>
                    <a:pt x="329184" y="268224"/>
                  </a:lnTo>
                  <a:lnTo>
                    <a:pt x="315468" y="269748"/>
                  </a:lnTo>
                  <a:lnTo>
                    <a:pt x="301752" y="269748"/>
                  </a:lnTo>
                  <a:lnTo>
                    <a:pt x="288036" y="271272"/>
                  </a:lnTo>
                  <a:lnTo>
                    <a:pt x="274320" y="269748"/>
                  </a:lnTo>
                  <a:lnTo>
                    <a:pt x="260604" y="269748"/>
                  </a:lnTo>
                  <a:lnTo>
                    <a:pt x="246888" y="268224"/>
                  </a:lnTo>
                  <a:lnTo>
                    <a:pt x="234696" y="265176"/>
                  </a:lnTo>
                  <a:lnTo>
                    <a:pt x="220980" y="262128"/>
                  </a:lnTo>
                  <a:lnTo>
                    <a:pt x="222504" y="262128"/>
                  </a:lnTo>
                  <a:lnTo>
                    <a:pt x="208788" y="259080"/>
                  </a:lnTo>
                  <a:lnTo>
                    <a:pt x="184404" y="249936"/>
                  </a:lnTo>
                  <a:lnTo>
                    <a:pt x="170688" y="243840"/>
                  </a:lnTo>
                  <a:lnTo>
                    <a:pt x="172212" y="243840"/>
                  </a:lnTo>
                  <a:lnTo>
                    <a:pt x="161544" y="237744"/>
                  </a:lnTo>
                  <a:lnTo>
                    <a:pt x="161544" y="239268"/>
                  </a:lnTo>
                  <a:lnTo>
                    <a:pt x="149352" y="231648"/>
                  </a:lnTo>
                  <a:lnTo>
                    <a:pt x="138684" y="225552"/>
                  </a:lnTo>
                  <a:lnTo>
                    <a:pt x="128016" y="217932"/>
                  </a:lnTo>
                  <a:lnTo>
                    <a:pt x="117348" y="208788"/>
                  </a:lnTo>
                  <a:lnTo>
                    <a:pt x="108204" y="201168"/>
                  </a:lnTo>
                  <a:lnTo>
                    <a:pt x="89916" y="182880"/>
                  </a:lnTo>
                  <a:lnTo>
                    <a:pt x="82296" y="173736"/>
                  </a:lnTo>
                  <a:lnTo>
                    <a:pt x="73152" y="163068"/>
                  </a:lnTo>
                  <a:lnTo>
                    <a:pt x="65532" y="152400"/>
                  </a:lnTo>
                  <a:lnTo>
                    <a:pt x="53340" y="131064"/>
                  </a:lnTo>
                  <a:lnTo>
                    <a:pt x="41910" y="108204"/>
                  </a:lnTo>
                  <a:lnTo>
                    <a:pt x="41148" y="106680"/>
                  </a:lnTo>
                  <a:lnTo>
                    <a:pt x="41148" y="108204"/>
                  </a:lnTo>
                  <a:lnTo>
                    <a:pt x="36576" y="94488"/>
                  </a:lnTo>
                  <a:lnTo>
                    <a:pt x="32004" y="82296"/>
                  </a:lnTo>
                  <a:lnTo>
                    <a:pt x="29286" y="70104"/>
                  </a:lnTo>
                  <a:lnTo>
                    <a:pt x="28956" y="68580"/>
                  </a:lnTo>
                  <a:lnTo>
                    <a:pt x="28956" y="70104"/>
                  </a:lnTo>
                  <a:lnTo>
                    <a:pt x="23190" y="44196"/>
                  </a:lnTo>
                  <a:lnTo>
                    <a:pt x="22860" y="42672"/>
                  </a:lnTo>
                  <a:lnTo>
                    <a:pt x="22860" y="44196"/>
                  </a:lnTo>
                  <a:lnTo>
                    <a:pt x="21488" y="30480"/>
                  </a:lnTo>
                  <a:lnTo>
                    <a:pt x="21336" y="28956"/>
                  </a:lnTo>
                  <a:lnTo>
                    <a:pt x="21336" y="16764"/>
                  </a:lnTo>
                  <a:lnTo>
                    <a:pt x="19812" y="3048"/>
                  </a:lnTo>
                  <a:lnTo>
                    <a:pt x="20142" y="0"/>
                  </a:lnTo>
                  <a:lnTo>
                    <a:pt x="0" y="0"/>
                  </a:lnTo>
                  <a:lnTo>
                    <a:pt x="0" y="18288"/>
                  </a:lnTo>
                  <a:lnTo>
                    <a:pt x="1524" y="32004"/>
                  </a:lnTo>
                  <a:lnTo>
                    <a:pt x="15240" y="97536"/>
                  </a:lnTo>
                  <a:lnTo>
                    <a:pt x="30480" y="132588"/>
                  </a:lnTo>
                  <a:lnTo>
                    <a:pt x="71628" y="193548"/>
                  </a:lnTo>
                  <a:lnTo>
                    <a:pt x="126492" y="242316"/>
                  </a:lnTo>
                  <a:lnTo>
                    <a:pt x="138684" y="248412"/>
                  </a:lnTo>
                  <a:lnTo>
                    <a:pt x="149352" y="254508"/>
                  </a:lnTo>
                  <a:lnTo>
                    <a:pt x="190500" y="274320"/>
                  </a:lnTo>
                  <a:lnTo>
                    <a:pt x="227076" y="284988"/>
                  </a:lnTo>
                  <a:lnTo>
                    <a:pt x="263652" y="291084"/>
                  </a:lnTo>
                  <a:lnTo>
                    <a:pt x="288036" y="291084"/>
                  </a:lnTo>
                  <a:lnTo>
                    <a:pt x="301752" y="291084"/>
                  </a:lnTo>
                  <a:lnTo>
                    <a:pt x="303276" y="291084"/>
                  </a:lnTo>
                  <a:lnTo>
                    <a:pt x="316992" y="289560"/>
                  </a:lnTo>
                  <a:lnTo>
                    <a:pt x="332232" y="288036"/>
                  </a:lnTo>
                  <a:lnTo>
                    <a:pt x="342900" y="284988"/>
                  </a:lnTo>
                  <a:lnTo>
                    <a:pt x="355092" y="281940"/>
                  </a:lnTo>
                  <a:lnTo>
                    <a:pt x="371856" y="278892"/>
                  </a:lnTo>
                  <a:lnTo>
                    <a:pt x="405384" y="266700"/>
                  </a:lnTo>
                  <a:lnTo>
                    <a:pt x="408432" y="265176"/>
                  </a:lnTo>
                  <a:lnTo>
                    <a:pt x="428244" y="254508"/>
                  </a:lnTo>
                  <a:lnTo>
                    <a:pt x="438912" y="248412"/>
                  </a:lnTo>
                  <a:lnTo>
                    <a:pt x="443484" y="246888"/>
                  </a:lnTo>
                  <a:lnTo>
                    <a:pt x="473964" y="224028"/>
                  </a:lnTo>
                  <a:lnTo>
                    <a:pt x="502920" y="195072"/>
                  </a:lnTo>
                  <a:lnTo>
                    <a:pt x="525780" y="166116"/>
                  </a:lnTo>
                  <a:lnTo>
                    <a:pt x="539496" y="141732"/>
                  </a:lnTo>
                  <a:lnTo>
                    <a:pt x="545592" y="132588"/>
                  </a:lnTo>
                  <a:lnTo>
                    <a:pt x="556260" y="106680"/>
                  </a:lnTo>
                  <a:lnTo>
                    <a:pt x="560832" y="96012"/>
                  </a:lnTo>
                  <a:lnTo>
                    <a:pt x="571500" y="57912"/>
                  </a:lnTo>
                  <a:lnTo>
                    <a:pt x="576072" y="18288"/>
                  </a:lnTo>
                  <a:lnTo>
                    <a:pt x="576072" y="3048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042312" y="32994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A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775076" y="3429000"/>
            <a:ext cx="1990165" cy="309282"/>
            <a:chOff x="5798820" y="3886200"/>
            <a:chExt cx="2255520" cy="350520"/>
          </a:xfrm>
        </p:grpSpPr>
        <p:sp>
          <p:nvSpPr>
            <p:cNvPr id="32" name="object 32"/>
            <p:cNvSpPr/>
            <p:nvPr/>
          </p:nvSpPr>
          <p:spPr>
            <a:xfrm>
              <a:off x="5798820" y="4088891"/>
              <a:ext cx="401320" cy="147955"/>
            </a:xfrm>
            <a:custGeom>
              <a:avLst/>
              <a:gdLst/>
              <a:ahLst/>
              <a:cxnLst/>
              <a:rect l="l" t="t" r="r" b="b"/>
              <a:pathLst>
                <a:path w="401320" h="147954">
                  <a:moveTo>
                    <a:pt x="199644" y="15240"/>
                  </a:moveTo>
                  <a:lnTo>
                    <a:pt x="187452" y="0"/>
                  </a:lnTo>
                  <a:lnTo>
                    <a:pt x="0" y="147828"/>
                  </a:lnTo>
                  <a:lnTo>
                    <a:pt x="33528" y="147828"/>
                  </a:lnTo>
                  <a:lnTo>
                    <a:pt x="199644" y="15240"/>
                  </a:lnTo>
                  <a:close/>
                </a:path>
                <a:path w="401320" h="147954">
                  <a:moveTo>
                    <a:pt x="400812" y="88392"/>
                  </a:moveTo>
                  <a:lnTo>
                    <a:pt x="381000" y="88392"/>
                  </a:lnTo>
                  <a:lnTo>
                    <a:pt x="381000" y="147828"/>
                  </a:lnTo>
                  <a:lnTo>
                    <a:pt x="400812" y="147828"/>
                  </a:lnTo>
                  <a:lnTo>
                    <a:pt x="400812" y="883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6838188" y="3886200"/>
              <a:ext cx="556260" cy="281940"/>
            </a:xfrm>
            <a:custGeom>
              <a:avLst/>
              <a:gdLst/>
              <a:ahLst/>
              <a:cxnLst/>
              <a:rect l="l" t="t" r="r" b="b"/>
              <a:pathLst>
                <a:path w="556259" h="281939">
                  <a:moveTo>
                    <a:pt x="556138" y="0"/>
                  </a:moveTo>
                  <a:lnTo>
                    <a:pt x="243" y="0"/>
                  </a:lnTo>
                  <a:lnTo>
                    <a:pt x="0" y="3048"/>
                  </a:lnTo>
                  <a:lnTo>
                    <a:pt x="3047" y="41148"/>
                  </a:lnTo>
                  <a:lnTo>
                    <a:pt x="22859" y="111251"/>
                  </a:lnTo>
                  <a:lnTo>
                    <a:pt x="57911" y="172212"/>
                  </a:lnTo>
                  <a:lnTo>
                    <a:pt x="108203" y="222503"/>
                  </a:lnTo>
                  <a:lnTo>
                    <a:pt x="170687" y="259079"/>
                  </a:lnTo>
                  <a:lnTo>
                    <a:pt x="240791" y="278891"/>
                  </a:lnTo>
                  <a:lnTo>
                    <a:pt x="278891" y="281939"/>
                  </a:lnTo>
                  <a:lnTo>
                    <a:pt x="316991" y="278891"/>
                  </a:lnTo>
                  <a:lnTo>
                    <a:pt x="387095" y="259079"/>
                  </a:lnTo>
                  <a:lnTo>
                    <a:pt x="448055" y="222503"/>
                  </a:lnTo>
                  <a:lnTo>
                    <a:pt x="498347" y="172212"/>
                  </a:lnTo>
                  <a:lnTo>
                    <a:pt x="534923" y="111251"/>
                  </a:lnTo>
                  <a:lnTo>
                    <a:pt x="554735" y="41148"/>
                  </a:lnTo>
                  <a:lnTo>
                    <a:pt x="556259" y="3048"/>
                  </a:lnTo>
                  <a:lnTo>
                    <a:pt x="55613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6829044" y="3886199"/>
              <a:ext cx="576580" cy="291465"/>
            </a:xfrm>
            <a:custGeom>
              <a:avLst/>
              <a:gdLst/>
              <a:ahLst/>
              <a:cxnLst/>
              <a:rect l="l" t="t" r="r" b="b"/>
              <a:pathLst>
                <a:path w="576579" h="291464">
                  <a:moveTo>
                    <a:pt x="576072" y="3048"/>
                  </a:moveTo>
                  <a:lnTo>
                    <a:pt x="575919" y="0"/>
                  </a:lnTo>
                  <a:lnTo>
                    <a:pt x="555917" y="0"/>
                  </a:lnTo>
                  <a:lnTo>
                    <a:pt x="556260" y="3048"/>
                  </a:lnTo>
                  <a:lnTo>
                    <a:pt x="554736" y="16764"/>
                  </a:lnTo>
                  <a:lnTo>
                    <a:pt x="554736" y="28956"/>
                  </a:lnTo>
                  <a:lnTo>
                    <a:pt x="553212" y="44196"/>
                  </a:lnTo>
                  <a:lnTo>
                    <a:pt x="553212" y="42672"/>
                  </a:lnTo>
                  <a:lnTo>
                    <a:pt x="547116" y="70104"/>
                  </a:lnTo>
                  <a:lnTo>
                    <a:pt x="547116" y="68580"/>
                  </a:lnTo>
                  <a:lnTo>
                    <a:pt x="544068" y="82296"/>
                  </a:lnTo>
                  <a:lnTo>
                    <a:pt x="537972" y="94488"/>
                  </a:lnTo>
                  <a:lnTo>
                    <a:pt x="539496" y="94488"/>
                  </a:lnTo>
                  <a:lnTo>
                    <a:pt x="534924" y="108204"/>
                  </a:lnTo>
                  <a:lnTo>
                    <a:pt x="534924" y="106680"/>
                  </a:lnTo>
                  <a:lnTo>
                    <a:pt x="522732" y="131064"/>
                  </a:lnTo>
                  <a:lnTo>
                    <a:pt x="516636" y="141732"/>
                  </a:lnTo>
                  <a:lnTo>
                    <a:pt x="501396" y="163068"/>
                  </a:lnTo>
                  <a:lnTo>
                    <a:pt x="502920" y="163068"/>
                  </a:lnTo>
                  <a:lnTo>
                    <a:pt x="493776" y="173736"/>
                  </a:lnTo>
                  <a:lnTo>
                    <a:pt x="486156" y="182880"/>
                  </a:lnTo>
                  <a:lnTo>
                    <a:pt x="467868" y="201168"/>
                  </a:lnTo>
                  <a:lnTo>
                    <a:pt x="458724" y="208788"/>
                  </a:lnTo>
                  <a:lnTo>
                    <a:pt x="448056" y="217932"/>
                  </a:lnTo>
                  <a:lnTo>
                    <a:pt x="435864" y="225552"/>
                  </a:lnTo>
                  <a:lnTo>
                    <a:pt x="437388" y="225552"/>
                  </a:lnTo>
                  <a:lnTo>
                    <a:pt x="426720" y="231648"/>
                  </a:lnTo>
                  <a:lnTo>
                    <a:pt x="414528" y="239268"/>
                  </a:lnTo>
                  <a:lnTo>
                    <a:pt x="414528" y="237744"/>
                  </a:lnTo>
                  <a:lnTo>
                    <a:pt x="403860" y="243840"/>
                  </a:lnTo>
                  <a:lnTo>
                    <a:pt x="405384" y="243840"/>
                  </a:lnTo>
                  <a:lnTo>
                    <a:pt x="391668" y="249936"/>
                  </a:lnTo>
                  <a:lnTo>
                    <a:pt x="367284" y="259080"/>
                  </a:lnTo>
                  <a:lnTo>
                    <a:pt x="353568" y="262128"/>
                  </a:lnTo>
                  <a:lnTo>
                    <a:pt x="355092" y="262128"/>
                  </a:lnTo>
                  <a:lnTo>
                    <a:pt x="341376" y="265176"/>
                  </a:lnTo>
                  <a:lnTo>
                    <a:pt x="327660" y="268224"/>
                  </a:lnTo>
                  <a:lnTo>
                    <a:pt x="315468" y="269748"/>
                  </a:lnTo>
                  <a:lnTo>
                    <a:pt x="301752" y="269748"/>
                  </a:lnTo>
                  <a:lnTo>
                    <a:pt x="288036" y="271272"/>
                  </a:lnTo>
                  <a:lnTo>
                    <a:pt x="286512" y="271272"/>
                  </a:lnTo>
                  <a:lnTo>
                    <a:pt x="274320" y="269748"/>
                  </a:lnTo>
                  <a:lnTo>
                    <a:pt x="260604" y="269748"/>
                  </a:lnTo>
                  <a:lnTo>
                    <a:pt x="246888" y="268224"/>
                  </a:lnTo>
                  <a:lnTo>
                    <a:pt x="233172" y="265176"/>
                  </a:lnTo>
                  <a:lnTo>
                    <a:pt x="234696" y="265176"/>
                  </a:lnTo>
                  <a:lnTo>
                    <a:pt x="219456" y="262128"/>
                  </a:lnTo>
                  <a:lnTo>
                    <a:pt x="220980" y="262128"/>
                  </a:lnTo>
                  <a:lnTo>
                    <a:pt x="207264" y="259080"/>
                  </a:lnTo>
                  <a:lnTo>
                    <a:pt x="182880" y="249936"/>
                  </a:lnTo>
                  <a:lnTo>
                    <a:pt x="170688" y="243840"/>
                  </a:lnTo>
                  <a:lnTo>
                    <a:pt x="172212" y="243840"/>
                  </a:lnTo>
                  <a:lnTo>
                    <a:pt x="160020" y="237744"/>
                  </a:lnTo>
                  <a:lnTo>
                    <a:pt x="160020" y="239268"/>
                  </a:lnTo>
                  <a:lnTo>
                    <a:pt x="147828" y="231648"/>
                  </a:lnTo>
                  <a:lnTo>
                    <a:pt x="149352" y="231648"/>
                  </a:lnTo>
                  <a:lnTo>
                    <a:pt x="137160" y="225552"/>
                  </a:lnTo>
                  <a:lnTo>
                    <a:pt x="138684" y="225552"/>
                  </a:lnTo>
                  <a:lnTo>
                    <a:pt x="128016" y="217932"/>
                  </a:lnTo>
                  <a:lnTo>
                    <a:pt x="117348" y="208788"/>
                  </a:lnTo>
                  <a:lnTo>
                    <a:pt x="80772" y="173736"/>
                  </a:lnTo>
                  <a:lnTo>
                    <a:pt x="57912" y="141732"/>
                  </a:lnTo>
                  <a:lnTo>
                    <a:pt x="41719" y="108204"/>
                  </a:lnTo>
                  <a:lnTo>
                    <a:pt x="41148" y="106680"/>
                  </a:lnTo>
                  <a:lnTo>
                    <a:pt x="41148" y="108204"/>
                  </a:lnTo>
                  <a:lnTo>
                    <a:pt x="35052" y="94488"/>
                  </a:lnTo>
                  <a:lnTo>
                    <a:pt x="36576" y="94488"/>
                  </a:lnTo>
                  <a:lnTo>
                    <a:pt x="32004" y="82296"/>
                  </a:lnTo>
                  <a:lnTo>
                    <a:pt x="29286" y="70104"/>
                  </a:lnTo>
                  <a:lnTo>
                    <a:pt x="28956" y="68580"/>
                  </a:lnTo>
                  <a:lnTo>
                    <a:pt x="28956" y="70104"/>
                  </a:lnTo>
                  <a:lnTo>
                    <a:pt x="23190" y="44196"/>
                  </a:lnTo>
                  <a:lnTo>
                    <a:pt x="22860" y="42672"/>
                  </a:lnTo>
                  <a:lnTo>
                    <a:pt x="22860" y="44196"/>
                  </a:lnTo>
                  <a:lnTo>
                    <a:pt x="21488" y="30480"/>
                  </a:lnTo>
                  <a:lnTo>
                    <a:pt x="21336" y="28956"/>
                  </a:lnTo>
                  <a:lnTo>
                    <a:pt x="21336" y="30480"/>
                  </a:lnTo>
                  <a:lnTo>
                    <a:pt x="19812" y="15240"/>
                  </a:lnTo>
                  <a:lnTo>
                    <a:pt x="19812" y="0"/>
                  </a:lnTo>
                  <a:lnTo>
                    <a:pt x="0" y="0"/>
                  </a:lnTo>
                  <a:lnTo>
                    <a:pt x="0" y="32004"/>
                  </a:lnTo>
                  <a:lnTo>
                    <a:pt x="4572" y="60960"/>
                  </a:lnTo>
                  <a:lnTo>
                    <a:pt x="15240" y="97536"/>
                  </a:lnTo>
                  <a:lnTo>
                    <a:pt x="19812" y="108204"/>
                  </a:lnTo>
                  <a:lnTo>
                    <a:pt x="28956" y="132588"/>
                  </a:lnTo>
                  <a:lnTo>
                    <a:pt x="70104" y="193548"/>
                  </a:lnTo>
                  <a:lnTo>
                    <a:pt x="124968" y="242316"/>
                  </a:lnTo>
                  <a:lnTo>
                    <a:pt x="137160" y="248412"/>
                  </a:lnTo>
                  <a:lnTo>
                    <a:pt x="147828" y="254508"/>
                  </a:lnTo>
                  <a:lnTo>
                    <a:pt x="190500" y="274320"/>
                  </a:lnTo>
                  <a:lnTo>
                    <a:pt x="227076" y="284988"/>
                  </a:lnTo>
                  <a:lnTo>
                    <a:pt x="233172" y="286512"/>
                  </a:lnTo>
                  <a:lnTo>
                    <a:pt x="263652" y="291084"/>
                  </a:lnTo>
                  <a:lnTo>
                    <a:pt x="288036" y="291084"/>
                  </a:lnTo>
                  <a:lnTo>
                    <a:pt x="301752" y="291084"/>
                  </a:lnTo>
                  <a:lnTo>
                    <a:pt x="303276" y="291084"/>
                  </a:lnTo>
                  <a:lnTo>
                    <a:pt x="316992" y="289560"/>
                  </a:lnTo>
                  <a:lnTo>
                    <a:pt x="332232" y="288036"/>
                  </a:lnTo>
                  <a:lnTo>
                    <a:pt x="341376" y="284988"/>
                  </a:lnTo>
                  <a:lnTo>
                    <a:pt x="355092" y="281940"/>
                  </a:lnTo>
                  <a:lnTo>
                    <a:pt x="370332" y="278892"/>
                  </a:lnTo>
                  <a:lnTo>
                    <a:pt x="405384" y="266700"/>
                  </a:lnTo>
                  <a:lnTo>
                    <a:pt x="408432" y="265176"/>
                  </a:lnTo>
                  <a:lnTo>
                    <a:pt x="426720" y="254508"/>
                  </a:lnTo>
                  <a:lnTo>
                    <a:pt x="437388" y="248412"/>
                  </a:lnTo>
                  <a:lnTo>
                    <a:pt x="473964" y="224028"/>
                  </a:lnTo>
                  <a:lnTo>
                    <a:pt x="502920" y="195072"/>
                  </a:lnTo>
                  <a:lnTo>
                    <a:pt x="539496" y="141732"/>
                  </a:lnTo>
                  <a:lnTo>
                    <a:pt x="556260" y="106680"/>
                  </a:lnTo>
                  <a:lnTo>
                    <a:pt x="569976" y="57912"/>
                  </a:lnTo>
                  <a:lnTo>
                    <a:pt x="576072" y="18288"/>
                  </a:lnTo>
                  <a:lnTo>
                    <a:pt x="576072" y="3048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8034527" y="4177284"/>
              <a:ext cx="20320" cy="59690"/>
            </a:xfrm>
            <a:custGeom>
              <a:avLst/>
              <a:gdLst/>
              <a:ahLst/>
              <a:cxnLst/>
              <a:rect l="l" t="t" r="r" b="b"/>
              <a:pathLst>
                <a:path w="20320" h="59689">
                  <a:moveTo>
                    <a:pt x="19812" y="0"/>
                  </a:moveTo>
                  <a:lnTo>
                    <a:pt x="0" y="0"/>
                  </a:lnTo>
                  <a:lnTo>
                    <a:pt x="0" y="59436"/>
                  </a:lnTo>
                  <a:lnTo>
                    <a:pt x="19812" y="59436"/>
                  </a:lnTo>
                  <a:lnTo>
                    <a:pt x="198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861217" y="32994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B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928833" y="3429000"/>
            <a:ext cx="1081368" cy="309282"/>
            <a:chOff x="7106411" y="3886200"/>
            <a:chExt cx="1225550" cy="350520"/>
          </a:xfrm>
        </p:grpSpPr>
        <p:sp>
          <p:nvSpPr>
            <p:cNvPr id="38" name="object 38"/>
            <p:cNvSpPr/>
            <p:nvPr/>
          </p:nvSpPr>
          <p:spPr>
            <a:xfrm>
              <a:off x="7106411" y="4177284"/>
              <a:ext cx="21590" cy="59690"/>
            </a:xfrm>
            <a:custGeom>
              <a:avLst/>
              <a:gdLst/>
              <a:ahLst/>
              <a:cxnLst/>
              <a:rect l="l" t="t" r="r" b="b"/>
              <a:pathLst>
                <a:path w="21590" h="59689">
                  <a:moveTo>
                    <a:pt x="21336" y="0"/>
                  </a:moveTo>
                  <a:lnTo>
                    <a:pt x="0" y="0"/>
                  </a:lnTo>
                  <a:lnTo>
                    <a:pt x="0" y="59436"/>
                  </a:lnTo>
                  <a:lnTo>
                    <a:pt x="21336" y="59436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7766303" y="3886200"/>
              <a:ext cx="556260" cy="281940"/>
            </a:xfrm>
            <a:custGeom>
              <a:avLst/>
              <a:gdLst/>
              <a:ahLst/>
              <a:cxnLst/>
              <a:rect l="l" t="t" r="r" b="b"/>
              <a:pathLst>
                <a:path w="556259" h="281939">
                  <a:moveTo>
                    <a:pt x="556016" y="0"/>
                  </a:moveTo>
                  <a:lnTo>
                    <a:pt x="243" y="0"/>
                  </a:lnTo>
                  <a:lnTo>
                    <a:pt x="0" y="3048"/>
                  </a:lnTo>
                  <a:lnTo>
                    <a:pt x="3048" y="41148"/>
                  </a:lnTo>
                  <a:lnTo>
                    <a:pt x="21336" y="111251"/>
                  </a:lnTo>
                  <a:lnTo>
                    <a:pt x="57912" y="172212"/>
                  </a:lnTo>
                  <a:lnTo>
                    <a:pt x="108203" y="222503"/>
                  </a:lnTo>
                  <a:lnTo>
                    <a:pt x="169164" y="259079"/>
                  </a:lnTo>
                  <a:lnTo>
                    <a:pt x="240792" y="278891"/>
                  </a:lnTo>
                  <a:lnTo>
                    <a:pt x="277368" y="281939"/>
                  </a:lnTo>
                  <a:lnTo>
                    <a:pt x="315468" y="278891"/>
                  </a:lnTo>
                  <a:lnTo>
                    <a:pt x="387096" y="259079"/>
                  </a:lnTo>
                  <a:lnTo>
                    <a:pt x="448055" y="222503"/>
                  </a:lnTo>
                  <a:lnTo>
                    <a:pt x="498348" y="172212"/>
                  </a:lnTo>
                  <a:lnTo>
                    <a:pt x="534924" y="111251"/>
                  </a:lnTo>
                  <a:lnTo>
                    <a:pt x="553212" y="41148"/>
                  </a:lnTo>
                  <a:lnTo>
                    <a:pt x="556260" y="3048"/>
                  </a:lnTo>
                  <a:lnTo>
                    <a:pt x="55601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7755636" y="3886199"/>
              <a:ext cx="576580" cy="291465"/>
            </a:xfrm>
            <a:custGeom>
              <a:avLst/>
              <a:gdLst/>
              <a:ahLst/>
              <a:cxnLst/>
              <a:rect l="l" t="t" r="r" b="b"/>
              <a:pathLst>
                <a:path w="576579" h="291464">
                  <a:moveTo>
                    <a:pt x="576072" y="0"/>
                  </a:moveTo>
                  <a:lnTo>
                    <a:pt x="557441" y="0"/>
                  </a:lnTo>
                  <a:lnTo>
                    <a:pt x="557784" y="3048"/>
                  </a:lnTo>
                  <a:lnTo>
                    <a:pt x="556260" y="16764"/>
                  </a:lnTo>
                  <a:lnTo>
                    <a:pt x="556260" y="15240"/>
                  </a:lnTo>
                  <a:lnTo>
                    <a:pt x="554736" y="30480"/>
                  </a:lnTo>
                  <a:lnTo>
                    <a:pt x="554736" y="42672"/>
                  </a:lnTo>
                  <a:lnTo>
                    <a:pt x="550164" y="56388"/>
                  </a:lnTo>
                  <a:lnTo>
                    <a:pt x="547116" y="70104"/>
                  </a:lnTo>
                  <a:lnTo>
                    <a:pt x="547116" y="68580"/>
                  </a:lnTo>
                  <a:lnTo>
                    <a:pt x="544068" y="82296"/>
                  </a:lnTo>
                  <a:lnTo>
                    <a:pt x="539496" y="94488"/>
                  </a:lnTo>
                  <a:lnTo>
                    <a:pt x="541020" y="94488"/>
                  </a:lnTo>
                  <a:lnTo>
                    <a:pt x="534924" y="108204"/>
                  </a:lnTo>
                  <a:lnTo>
                    <a:pt x="534924" y="106680"/>
                  </a:lnTo>
                  <a:lnTo>
                    <a:pt x="530352" y="118872"/>
                  </a:lnTo>
                  <a:lnTo>
                    <a:pt x="524256" y="131064"/>
                  </a:lnTo>
                  <a:lnTo>
                    <a:pt x="518160" y="141732"/>
                  </a:lnTo>
                  <a:lnTo>
                    <a:pt x="502920" y="163068"/>
                  </a:lnTo>
                  <a:lnTo>
                    <a:pt x="495300" y="173736"/>
                  </a:lnTo>
                  <a:lnTo>
                    <a:pt x="487680" y="182880"/>
                  </a:lnTo>
                  <a:lnTo>
                    <a:pt x="467868" y="201168"/>
                  </a:lnTo>
                  <a:lnTo>
                    <a:pt x="458724" y="208788"/>
                  </a:lnTo>
                  <a:lnTo>
                    <a:pt x="449580" y="217932"/>
                  </a:lnTo>
                  <a:lnTo>
                    <a:pt x="437388" y="225552"/>
                  </a:lnTo>
                  <a:lnTo>
                    <a:pt x="438912" y="225552"/>
                  </a:lnTo>
                  <a:lnTo>
                    <a:pt x="426720" y="231648"/>
                  </a:lnTo>
                  <a:lnTo>
                    <a:pt x="428244" y="231648"/>
                  </a:lnTo>
                  <a:lnTo>
                    <a:pt x="416052" y="239268"/>
                  </a:lnTo>
                  <a:lnTo>
                    <a:pt x="416052" y="237744"/>
                  </a:lnTo>
                  <a:lnTo>
                    <a:pt x="403860" y="243840"/>
                  </a:lnTo>
                  <a:lnTo>
                    <a:pt x="405384" y="243840"/>
                  </a:lnTo>
                  <a:lnTo>
                    <a:pt x="393192" y="249936"/>
                  </a:lnTo>
                  <a:lnTo>
                    <a:pt x="368808" y="259080"/>
                  </a:lnTo>
                  <a:lnTo>
                    <a:pt x="355092" y="262128"/>
                  </a:lnTo>
                  <a:lnTo>
                    <a:pt x="356616" y="262128"/>
                  </a:lnTo>
                  <a:lnTo>
                    <a:pt x="341376" y="265176"/>
                  </a:lnTo>
                  <a:lnTo>
                    <a:pt x="342900" y="265176"/>
                  </a:lnTo>
                  <a:lnTo>
                    <a:pt x="329184" y="268224"/>
                  </a:lnTo>
                  <a:lnTo>
                    <a:pt x="315468" y="269748"/>
                  </a:lnTo>
                  <a:lnTo>
                    <a:pt x="303276" y="269748"/>
                  </a:lnTo>
                  <a:lnTo>
                    <a:pt x="288036" y="271272"/>
                  </a:lnTo>
                  <a:lnTo>
                    <a:pt x="274320" y="269748"/>
                  </a:lnTo>
                  <a:lnTo>
                    <a:pt x="260604" y="269748"/>
                  </a:lnTo>
                  <a:lnTo>
                    <a:pt x="248412" y="268224"/>
                  </a:lnTo>
                  <a:lnTo>
                    <a:pt x="234696" y="265176"/>
                  </a:lnTo>
                  <a:lnTo>
                    <a:pt x="236220" y="265176"/>
                  </a:lnTo>
                  <a:lnTo>
                    <a:pt x="220980" y="262128"/>
                  </a:lnTo>
                  <a:lnTo>
                    <a:pt x="222504" y="262128"/>
                  </a:lnTo>
                  <a:lnTo>
                    <a:pt x="208788" y="259080"/>
                  </a:lnTo>
                  <a:lnTo>
                    <a:pt x="184404" y="249936"/>
                  </a:lnTo>
                  <a:lnTo>
                    <a:pt x="172212" y="243840"/>
                  </a:lnTo>
                  <a:lnTo>
                    <a:pt x="164198" y="239268"/>
                  </a:lnTo>
                  <a:lnTo>
                    <a:pt x="161544" y="237744"/>
                  </a:lnTo>
                  <a:lnTo>
                    <a:pt x="161544" y="239268"/>
                  </a:lnTo>
                  <a:lnTo>
                    <a:pt x="149352" y="231648"/>
                  </a:lnTo>
                  <a:lnTo>
                    <a:pt x="138684" y="225552"/>
                  </a:lnTo>
                  <a:lnTo>
                    <a:pt x="140208" y="225552"/>
                  </a:lnTo>
                  <a:lnTo>
                    <a:pt x="128016" y="217932"/>
                  </a:lnTo>
                  <a:lnTo>
                    <a:pt x="117348" y="208788"/>
                  </a:lnTo>
                  <a:lnTo>
                    <a:pt x="108204" y="201168"/>
                  </a:lnTo>
                  <a:lnTo>
                    <a:pt x="89916" y="182880"/>
                  </a:lnTo>
                  <a:lnTo>
                    <a:pt x="82296" y="173736"/>
                  </a:lnTo>
                  <a:lnTo>
                    <a:pt x="73152" y="163068"/>
                  </a:lnTo>
                  <a:lnTo>
                    <a:pt x="67056" y="152400"/>
                  </a:lnTo>
                  <a:lnTo>
                    <a:pt x="59436" y="141732"/>
                  </a:lnTo>
                  <a:lnTo>
                    <a:pt x="53340" y="131064"/>
                  </a:lnTo>
                  <a:lnTo>
                    <a:pt x="41910" y="108204"/>
                  </a:lnTo>
                  <a:lnTo>
                    <a:pt x="41148" y="106680"/>
                  </a:lnTo>
                  <a:lnTo>
                    <a:pt x="41148" y="108204"/>
                  </a:lnTo>
                  <a:lnTo>
                    <a:pt x="36576" y="94488"/>
                  </a:lnTo>
                  <a:lnTo>
                    <a:pt x="38100" y="94488"/>
                  </a:lnTo>
                  <a:lnTo>
                    <a:pt x="32004" y="82296"/>
                  </a:lnTo>
                  <a:lnTo>
                    <a:pt x="29286" y="70104"/>
                  </a:lnTo>
                  <a:lnTo>
                    <a:pt x="28956" y="68580"/>
                  </a:lnTo>
                  <a:lnTo>
                    <a:pt x="28956" y="70104"/>
                  </a:lnTo>
                  <a:lnTo>
                    <a:pt x="23190" y="44196"/>
                  </a:lnTo>
                  <a:lnTo>
                    <a:pt x="22860" y="42672"/>
                  </a:lnTo>
                  <a:lnTo>
                    <a:pt x="22860" y="30480"/>
                  </a:lnTo>
                  <a:lnTo>
                    <a:pt x="21488" y="16764"/>
                  </a:lnTo>
                  <a:lnTo>
                    <a:pt x="21336" y="15240"/>
                  </a:lnTo>
                  <a:lnTo>
                    <a:pt x="21336" y="16764"/>
                  </a:lnTo>
                  <a:lnTo>
                    <a:pt x="19812" y="3048"/>
                  </a:lnTo>
                  <a:lnTo>
                    <a:pt x="20142" y="0"/>
                  </a:lnTo>
                  <a:lnTo>
                    <a:pt x="0" y="0"/>
                  </a:lnTo>
                  <a:lnTo>
                    <a:pt x="0" y="18288"/>
                  </a:lnTo>
                  <a:lnTo>
                    <a:pt x="1524" y="32004"/>
                  </a:lnTo>
                  <a:lnTo>
                    <a:pt x="6096" y="60960"/>
                  </a:lnTo>
                  <a:lnTo>
                    <a:pt x="16764" y="97536"/>
                  </a:lnTo>
                  <a:lnTo>
                    <a:pt x="19812" y="108204"/>
                  </a:lnTo>
                  <a:lnTo>
                    <a:pt x="36576" y="143256"/>
                  </a:lnTo>
                  <a:lnTo>
                    <a:pt x="71628" y="193548"/>
                  </a:lnTo>
                  <a:lnTo>
                    <a:pt x="126492" y="242316"/>
                  </a:lnTo>
                  <a:lnTo>
                    <a:pt x="138684" y="248412"/>
                  </a:lnTo>
                  <a:lnTo>
                    <a:pt x="149352" y="254508"/>
                  </a:lnTo>
                  <a:lnTo>
                    <a:pt x="190500" y="274320"/>
                  </a:lnTo>
                  <a:lnTo>
                    <a:pt x="227076" y="284988"/>
                  </a:lnTo>
                  <a:lnTo>
                    <a:pt x="263652" y="291084"/>
                  </a:lnTo>
                  <a:lnTo>
                    <a:pt x="289560" y="291084"/>
                  </a:lnTo>
                  <a:lnTo>
                    <a:pt x="303276" y="291084"/>
                  </a:lnTo>
                  <a:lnTo>
                    <a:pt x="318516" y="289560"/>
                  </a:lnTo>
                  <a:lnTo>
                    <a:pt x="332232" y="288036"/>
                  </a:lnTo>
                  <a:lnTo>
                    <a:pt x="342900" y="284988"/>
                  </a:lnTo>
                  <a:lnTo>
                    <a:pt x="356616" y="281940"/>
                  </a:lnTo>
                  <a:lnTo>
                    <a:pt x="405384" y="266700"/>
                  </a:lnTo>
                  <a:lnTo>
                    <a:pt x="438912" y="248412"/>
                  </a:lnTo>
                  <a:lnTo>
                    <a:pt x="443484" y="246888"/>
                  </a:lnTo>
                  <a:lnTo>
                    <a:pt x="473964" y="224028"/>
                  </a:lnTo>
                  <a:lnTo>
                    <a:pt x="502920" y="196596"/>
                  </a:lnTo>
                  <a:lnTo>
                    <a:pt x="502920" y="195072"/>
                  </a:lnTo>
                  <a:lnTo>
                    <a:pt x="525780" y="166116"/>
                  </a:lnTo>
                  <a:lnTo>
                    <a:pt x="545592" y="132588"/>
                  </a:lnTo>
                  <a:lnTo>
                    <a:pt x="560832" y="96012"/>
                  </a:lnTo>
                  <a:lnTo>
                    <a:pt x="571500" y="57912"/>
                  </a:lnTo>
                  <a:lnTo>
                    <a:pt x="576072" y="18288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680123" y="329941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C</a:t>
            </a:r>
            <a:endParaRPr sz="1412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983125" y="3741906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37152" y="3741906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9</a:t>
            </a:r>
            <a:endParaRPr sz="1279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619565" y="3741906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pic>
        <p:nvPicPr>
          <p:cNvPr id="45" name="object 4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66516" y="3739627"/>
            <a:ext cx="2146151" cy="701936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7047576" y="4118318"/>
            <a:ext cx="143996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E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210300" y="3738283"/>
            <a:ext cx="594472" cy="700928"/>
            <a:chOff x="5158740" y="4236720"/>
            <a:chExt cx="673735" cy="794385"/>
          </a:xfrm>
        </p:grpSpPr>
        <p:sp>
          <p:nvSpPr>
            <p:cNvPr id="48" name="object 48"/>
            <p:cNvSpPr/>
            <p:nvPr/>
          </p:nvSpPr>
          <p:spPr>
            <a:xfrm>
              <a:off x="5446776" y="4236719"/>
              <a:ext cx="386080" cy="291465"/>
            </a:xfrm>
            <a:custGeom>
              <a:avLst/>
              <a:gdLst/>
              <a:ahLst/>
              <a:cxnLst/>
              <a:rect l="l" t="t" r="r" b="b"/>
              <a:pathLst>
                <a:path w="386079" h="291464">
                  <a:moveTo>
                    <a:pt x="385572" y="0"/>
                  </a:moveTo>
                  <a:lnTo>
                    <a:pt x="352044" y="0"/>
                  </a:lnTo>
                  <a:lnTo>
                    <a:pt x="27432" y="257556"/>
                  </a:lnTo>
                  <a:lnTo>
                    <a:pt x="13716" y="240792"/>
                  </a:lnTo>
                  <a:lnTo>
                    <a:pt x="0" y="291084"/>
                  </a:lnTo>
                  <a:lnTo>
                    <a:pt x="18288" y="291084"/>
                  </a:lnTo>
                  <a:lnTo>
                    <a:pt x="51816" y="289560"/>
                  </a:lnTo>
                  <a:lnTo>
                    <a:pt x="39624" y="274320"/>
                  </a:lnTo>
                  <a:lnTo>
                    <a:pt x="385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5169408" y="4538472"/>
              <a:ext cx="556260" cy="492759"/>
            </a:xfrm>
            <a:custGeom>
              <a:avLst/>
              <a:gdLst/>
              <a:ahLst/>
              <a:cxnLst/>
              <a:rect l="l" t="t" r="r" b="b"/>
              <a:pathLst>
                <a:path w="556260" h="492760">
                  <a:moveTo>
                    <a:pt x="277367" y="0"/>
                  </a:moveTo>
                  <a:lnTo>
                    <a:pt x="204215" y="9143"/>
                  </a:lnTo>
                  <a:lnTo>
                    <a:pt x="137159" y="38100"/>
                  </a:lnTo>
                  <a:lnTo>
                    <a:pt x="80771" y="80771"/>
                  </a:lnTo>
                  <a:lnTo>
                    <a:pt x="38100" y="137159"/>
                  </a:lnTo>
                  <a:lnTo>
                    <a:pt x="9143" y="204215"/>
                  </a:lnTo>
                  <a:lnTo>
                    <a:pt x="0" y="278891"/>
                  </a:lnTo>
                  <a:lnTo>
                    <a:pt x="1524" y="315467"/>
                  </a:lnTo>
                  <a:lnTo>
                    <a:pt x="21336" y="387095"/>
                  </a:lnTo>
                  <a:lnTo>
                    <a:pt x="57912" y="448055"/>
                  </a:lnTo>
                  <a:lnTo>
                    <a:pt x="102107" y="492251"/>
                  </a:lnTo>
                  <a:lnTo>
                    <a:pt x="454151" y="492251"/>
                  </a:lnTo>
                  <a:lnTo>
                    <a:pt x="498347" y="448055"/>
                  </a:lnTo>
                  <a:lnTo>
                    <a:pt x="534924" y="387095"/>
                  </a:lnTo>
                  <a:lnTo>
                    <a:pt x="553212" y="315467"/>
                  </a:lnTo>
                  <a:lnTo>
                    <a:pt x="556259" y="278891"/>
                  </a:lnTo>
                  <a:lnTo>
                    <a:pt x="553212" y="240791"/>
                  </a:lnTo>
                  <a:lnTo>
                    <a:pt x="534924" y="169163"/>
                  </a:lnTo>
                  <a:lnTo>
                    <a:pt x="498347" y="108203"/>
                  </a:lnTo>
                  <a:lnTo>
                    <a:pt x="448055" y="57911"/>
                  </a:lnTo>
                  <a:lnTo>
                    <a:pt x="385571" y="21335"/>
                  </a:lnTo>
                  <a:lnTo>
                    <a:pt x="315467" y="3047"/>
                  </a:lnTo>
                  <a:lnTo>
                    <a:pt x="277367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0" name="object 50"/>
            <p:cNvSpPr/>
            <p:nvPr/>
          </p:nvSpPr>
          <p:spPr>
            <a:xfrm>
              <a:off x="5158740" y="4527803"/>
              <a:ext cx="577850" cy="502920"/>
            </a:xfrm>
            <a:custGeom>
              <a:avLst/>
              <a:gdLst/>
              <a:ahLst/>
              <a:cxnLst/>
              <a:rect l="l" t="t" r="r" b="b"/>
              <a:pathLst>
                <a:path w="577850" h="502920">
                  <a:moveTo>
                    <a:pt x="577596" y="289560"/>
                  </a:moveTo>
                  <a:lnTo>
                    <a:pt x="576224" y="262128"/>
                  </a:lnTo>
                  <a:lnTo>
                    <a:pt x="576148" y="260604"/>
                  </a:lnTo>
                  <a:lnTo>
                    <a:pt x="576072" y="259080"/>
                  </a:lnTo>
                  <a:lnTo>
                    <a:pt x="573951" y="246888"/>
                  </a:lnTo>
                  <a:lnTo>
                    <a:pt x="569976" y="224028"/>
                  </a:lnTo>
                  <a:lnTo>
                    <a:pt x="568998" y="220980"/>
                  </a:lnTo>
                  <a:lnTo>
                    <a:pt x="559308" y="190500"/>
                  </a:lnTo>
                  <a:lnTo>
                    <a:pt x="531876" y="132588"/>
                  </a:lnTo>
                  <a:lnTo>
                    <a:pt x="493776" y="85344"/>
                  </a:lnTo>
                  <a:lnTo>
                    <a:pt x="449580" y="48768"/>
                  </a:lnTo>
                  <a:lnTo>
                    <a:pt x="399288" y="21336"/>
                  </a:lnTo>
                  <a:lnTo>
                    <a:pt x="393801" y="19812"/>
                  </a:lnTo>
                  <a:lnTo>
                    <a:pt x="344424" y="6096"/>
                  </a:lnTo>
                  <a:lnTo>
                    <a:pt x="289560" y="0"/>
                  </a:lnTo>
                  <a:lnTo>
                    <a:pt x="288036" y="0"/>
                  </a:lnTo>
                  <a:lnTo>
                    <a:pt x="205740" y="12192"/>
                  </a:lnTo>
                  <a:lnTo>
                    <a:pt x="152400" y="33528"/>
                  </a:lnTo>
                  <a:lnTo>
                    <a:pt x="105156" y="65532"/>
                  </a:lnTo>
                  <a:lnTo>
                    <a:pt x="64008" y="108204"/>
                  </a:lnTo>
                  <a:lnTo>
                    <a:pt x="30480" y="160020"/>
                  </a:lnTo>
                  <a:lnTo>
                    <a:pt x="9144" y="224028"/>
                  </a:lnTo>
                  <a:lnTo>
                    <a:pt x="0" y="274320"/>
                  </a:lnTo>
                  <a:lnTo>
                    <a:pt x="0" y="303276"/>
                  </a:lnTo>
                  <a:lnTo>
                    <a:pt x="6096" y="347472"/>
                  </a:lnTo>
                  <a:lnTo>
                    <a:pt x="16764" y="384048"/>
                  </a:lnTo>
                  <a:lnTo>
                    <a:pt x="32004" y="419100"/>
                  </a:lnTo>
                  <a:lnTo>
                    <a:pt x="53340" y="454152"/>
                  </a:lnTo>
                  <a:lnTo>
                    <a:pt x="73152" y="480060"/>
                  </a:lnTo>
                  <a:lnTo>
                    <a:pt x="89916" y="496824"/>
                  </a:lnTo>
                  <a:lnTo>
                    <a:pt x="96012" y="502920"/>
                  </a:lnTo>
                  <a:lnTo>
                    <a:pt x="117348" y="502920"/>
                  </a:lnTo>
                  <a:lnTo>
                    <a:pt x="128016" y="502920"/>
                  </a:lnTo>
                  <a:lnTo>
                    <a:pt x="117348" y="495300"/>
                  </a:lnTo>
                  <a:lnTo>
                    <a:pt x="118872" y="495300"/>
                  </a:lnTo>
                  <a:lnTo>
                    <a:pt x="108204" y="486156"/>
                  </a:lnTo>
                  <a:lnTo>
                    <a:pt x="108204" y="487680"/>
                  </a:lnTo>
                  <a:lnTo>
                    <a:pt x="89916" y="469392"/>
                  </a:lnTo>
                  <a:lnTo>
                    <a:pt x="91440" y="469392"/>
                  </a:lnTo>
                  <a:lnTo>
                    <a:pt x="82296" y="458724"/>
                  </a:lnTo>
                  <a:lnTo>
                    <a:pt x="82296" y="460248"/>
                  </a:lnTo>
                  <a:lnTo>
                    <a:pt x="67056" y="438912"/>
                  </a:lnTo>
                  <a:lnTo>
                    <a:pt x="59436" y="426720"/>
                  </a:lnTo>
                  <a:lnTo>
                    <a:pt x="59436" y="428244"/>
                  </a:lnTo>
                  <a:lnTo>
                    <a:pt x="53340" y="416052"/>
                  </a:lnTo>
                  <a:lnTo>
                    <a:pt x="53340" y="417576"/>
                  </a:lnTo>
                  <a:lnTo>
                    <a:pt x="47917" y="405384"/>
                  </a:lnTo>
                  <a:lnTo>
                    <a:pt x="47244" y="403860"/>
                  </a:lnTo>
                  <a:lnTo>
                    <a:pt x="47244" y="405384"/>
                  </a:lnTo>
                  <a:lnTo>
                    <a:pt x="41148" y="393192"/>
                  </a:lnTo>
                  <a:lnTo>
                    <a:pt x="36576" y="381000"/>
                  </a:lnTo>
                  <a:lnTo>
                    <a:pt x="38100" y="381000"/>
                  </a:lnTo>
                  <a:lnTo>
                    <a:pt x="34036" y="368808"/>
                  </a:lnTo>
                  <a:lnTo>
                    <a:pt x="33528" y="367284"/>
                  </a:lnTo>
                  <a:lnTo>
                    <a:pt x="33528" y="368808"/>
                  </a:lnTo>
                  <a:lnTo>
                    <a:pt x="28956" y="355092"/>
                  </a:lnTo>
                  <a:lnTo>
                    <a:pt x="25908" y="342900"/>
                  </a:lnTo>
                  <a:lnTo>
                    <a:pt x="24384" y="329184"/>
                  </a:lnTo>
                  <a:lnTo>
                    <a:pt x="21336" y="315468"/>
                  </a:lnTo>
                  <a:lnTo>
                    <a:pt x="21336" y="289560"/>
                  </a:lnTo>
                  <a:lnTo>
                    <a:pt x="21336" y="288036"/>
                  </a:lnTo>
                  <a:lnTo>
                    <a:pt x="21336" y="262128"/>
                  </a:lnTo>
                  <a:lnTo>
                    <a:pt x="21640" y="260604"/>
                  </a:lnTo>
                  <a:lnTo>
                    <a:pt x="24384" y="246888"/>
                  </a:lnTo>
                  <a:lnTo>
                    <a:pt x="24384" y="248412"/>
                  </a:lnTo>
                  <a:lnTo>
                    <a:pt x="24549" y="246888"/>
                  </a:lnTo>
                  <a:lnTo>
                    <a:pt x="25908" y="234696"/>
                  </a:lnTo>
                  <a:lnTo>
                    <a:pt x="28956" y="220980"/>
                  </a:lnTo>
                  <a:lnTo>
                    <a:pt x="28956" y="222504"/>
                  </a:lnTo>
                  <a:lnTo>
                    <a:pt x="29464" y="220980"/>
                  </a:lnTo>
                  <a:lnTo>
                    <a:pt x="33528" y="208788"/>
                  </a:lnTo>
                  <a:lnTo>
                    <a:pt x="36576" y="198120"/>
                  </a:lnTo>
                  <a:lnTo>
                    <a:pt x="38100" y="196596"/>
                  </a:lnTo>
                  <a:lnTo>
                    <a:pt x="36576" y="196596"/>
                  </a:lnTo>
                  <a:lnTo>
                    <a:pt x="41148" y="184404"/>
                  </a:lnTo>
                  <a:lnTo>
                    <a:pt x="67056" y="138684"/>
                  </a:lnTo>
                  <a:lnTo>
                    <a:pt x="91211" y="108204"/>
                  </a:lnTo>
                  <a:lnTo>
                    <a:pt x="118872" y="82296"/>
                  </a:lnTo>
                  <a:lnTo>
                    <a:pt x="129540" y="73152"/>
                  </a:lnTo>
                  <a:lnTo>
                    <a:pt x="138684" y="67056"/>
                  </a:lnTo>
                  <a:lnTo>
                    <a:pt x="140208" y="65532"/>
                  </a:lnTo>
                  <a:lnTo>
                    <a:pt x="138684" y="65532"/>
                  </a:lnTo>
                  <a:lnTo>
                    <a:pt x="149352" y="59436"/>
                  </a:lnTo>
                  <a:lnTo>
                    <a:pt x="161544" y="53340"/>
                  </a:lnTo>
                  <a:lnTo>
                    <a:pt x="172212" y="47244"/>
                  </a:lnTo>
                  <a:lnTo>
                    <a:pt x="184404" y="41148"/>
                  </a:lnTo>
                  <a:lnTo>
                    <a:pt x="196596" y="36576"/>
                  </a:lnTo>
                  <a:lnTo>
                    <a:pt x="208788" y="33528"/>
                  </a:lnTo>
                  <a:lnTo>
                    <a:pt x="222504" y="28956"/>
                  </a:lnTo>
                  <a:lnTo>
                    <a:pt x="234696" y="25908"/>
                  </a:lnTo>
                  <a:lnTo>
                    <a:pt x="248412" y="24384"/>
                  </a:lnTo>
                  <a:lnTo>
                    <a:pt x="248412" y="22860"/>
                  </a:lnTo>
                  <a:lnTo>
                    <a:pt x="262128" y="21336"/>
                  </a:lnTo>
                  <a:lnTo>
                    <a:pt x="260604" y="22860"/>
                  </a:lnTo>
                  <a:lnTo>
                    <a:pt x="262128" y="22860"/>
                  </a:lnTo>
                  <a:lnTo>
                    <a:pt x="274320" y="21336"/>
                  </a:lnTo>
                  <a:lnTo>
                    <a:pt x="288036" y="19812"/>
                  </a:lnTo>
                  <a:lnTo>
                    <a:pt x="301752" y="21336"/>
                  </a:lnTo>
                  <a:lnTo>
                    <a:pt x="303276" y="21336"/>
                  </a:lnTo>
                  <a:lnTo>
                    <a:pt x="315468" y="22860"/>
                  </a:lnTo>
                  <a:lnTo>
                    <a:pt x="316992" y="22860"/>
                  </a:lnTo>
                  <a:lnTo>
                    <a:pt x="315468" y="21336"/>
                  </a:lnTo>
                  <a:lnTo>
                    <a:pt x="330708" y="22860"/>
                  </a:lnTo>
                  <a:lnTo>
                    <a:pt x="329184" y="22860"/>
                  </a:lnTo>
                  <a:lnTo>
                    <a:pt x="330708" y="24384"/>
                  </a:lnTo>
                  <a:lnTo>
                    <a:pt x="342900" y="25908"/>
                  </a:lnTo>
                  <a:lnTo>
                    <a:pt x="356616" y="28956"/>
                  </a:lnTo>
                  <a:lnTo>
                    <a:pt x="368808" y="33528"/>
                  </a:lnTo>
                  <a:lnTo>
                    <a:pt x="381000" y="36576"/>
                  </a:lnTo>
                  <a:lnTo>
                    <a:pt x="393192" y="41148"/>
                  </a:lnTo>
                  <a:lnTo>
                    <a:pt x="405384" y="47244"/>
                  </a:lnTo>
                  <a:lnTo>
                    <a:pt x="416052" y="53340"/>
                  </a:lnTo>
                  <a:lnTo>
                    <a:pt x="428244" y="59436"/>
                  </a:lnTo>
                  <a:lnTo>
                    <a:pt x="438912" y="65532"/>
                  </a:lnTo>
                  <a:lnTo>
                    <a:pt x="438912" y="67056"/>
                  </a:lnTo>
                  <a:lnTo>
                    <a:pt x="448056" y="73152"/>
                  </a:lnTo>
                  <a:lnTo>
                    <a:pt x="458724" y="82296"/>
                  </a:lnTo>
                  <a:lnTo>
                    <a:pt x="469392" y="89916"/>
                  </a:lnTo>
                  <a:lnTo>
                    <a:pt x="487680" y="108204"/>
                  </a:lnTo>
                  <a:lnTo>
                    <a:pt x="495300" y="118872"/>
                  </a:lnTo>
                  <a:lnTo>
                    <a:pt x="504444" y="128016"/>
                  </a:lnTo>
                  <a:lnTo>
                    <a:pt x="502920" y="128016"/>
                  </a:lnTo>
                  <a:lnTo>
                    <a:pt x="524256" y="161544"/>
                  </a:lnTo>
                  <a:lnTo>
                    <a:pt x="541020" y="196596"/>
                  </a:lnTo>
                  <a:lnTo>
                    <a:pt x="539496" y="196596"/>
                  </a:lnTo>
                  <a:lnTo>
                    <a:pt x="541020" y="198120"/>
                  </a:lnTo>
                  <a:lnTo>
                    <a:pt x="544068" y="208788"/>
                  </a:lnTo>
                  <a:lnTo>
                    <a:pt x="548640" y="222504"/>
                  </a:lnTo>
                  <a:lnTo>
                    <a:pt x="548640" y="220980"/>
                  </a:lnTo>
                  <a:lnTo>
                    <a:pt x="551688" y="234696"/>
                  </a:lnTo>
                  <a:lnTo>
                    <a:pt x="553212" y="248412"/>
                  </a:lnTo>
                  <a:lnTo>
                    <a:pt x="553212" y="246888"/>
                  </a:lnTo>
                  <a:lnTo>
                    <a:pt x="556260" y="262128"/>
                  </a:lnTo>
                  <a:lnTo>
                    <a:pt x="556260" y="288036"/>
                  </a:lnTo>
                  <a:lnTo>
                    <a:pt x="556260" y="289560"/>
                  </a:lnTo>
                  <a:lnTo>
                    <a:pt x="556260" y="315468"/>
                  </a:lnTo>
                  <a:lnTo>
                    <a:pt x="553212" y="329184"/>
                  </a:lnTo>
                  <a:lnTo>
                    <a:pt x="551688" y="342900"/>
                  </a:lnTo>
                  <a:lnTo>
                    <a:pt x="548640" y="355092"/>
                  </a:lnTo>
                  <a:lnTo>
                    <a:pt x="544068" y="368808"/>
                  </a:lnTo>
                  <a:lnTo>
                    <a:pt x="544068" y="367284"/>
                  </a:lnTo>
                  <a:lnTo>
                    <a:pt x="539496" y="381000"/>
                  </a:lnTo>
                  <a:lnTo>
                    <a:pt x="541020" y="381000"/>
                  </a:lnTo>
                  <a:lnTo>
                    <a:pt x="536448" y="393192"/>
                  </a:lnTo>
                  <a:lnTo>
                    <a:pt x="530352" y="405384"/>
                  </a:lnTo>
                  <a:lnTo>
                    <a:pt x="530352" y="403860"/>
                  </a:lnTo>
                  <a:lnTo>
                    <a:pt x="524256" y="417576"/>
                  </a:lnTo>
                  <a:lnTo>
                    <a:pt x="524256" y="416052"/>
                  </a:lnTo>
                  <a:lnTo>
                    <a:pt x="518160" y="428244"/>
                  </a:lnTo>
                  <a:lnTo>
                    <a:pt x="518160" y="426720"/>
                  </a:lnTo>
                  <a:lnTo>
                    <a:pt x="510540" y="438912"/>
                  </a:lnTo>
                  <a:lnTo>
                    <a:pt x="502920" y="449580"/>
                  </a:lnTo>
                  <a:lnTo>
                    <a:pt x="504444" y="449580"/>
                  </a:lnTo>
                  <a:lnTo>
                    <a:pt x="495300" y="460248"/>
                  </a:lnTo>
                  <a:lnTo>
                    <a:pt x="495300" y="458724"/>
                  </a:lnTo>
                  <a:lnTo>
                    <a:pt x="487680" y="469392"/>
                  </a:lnTo>
                  <a:lnTo>
                    <a:pt x="469392" y="487680"/>
                  </a:lnTo>
                  <a:lnTo>
                    <a:pt x="469392" y="486156"/>
                  </a:lnTo>
                  <a:lnTo>
                    <a:pt x="458724" y="495300"/>
                  </a:lnTo>
                  <a:lnTo>
                    <a:pt x="448056" y="502920"/>
                  </a:lnTo>
                  <a:lnTo>
                    <a:pt x="481584" y="502920"/>
                  </a:lnTo>
                  <a:lnTo>
                    <a:pt x="487680" y="496824"/>
                  </a:lnTo>
                  <a:lnTo>
                    <a:pt x="502920" y="481584"/>
                  </a:lnTo>
                  <a:lnTo>
                    <a:pt x="504444" y="481584"/>
                  </a:lnTo>
                  <a:lnTo>
                    <a:pt x="524256" y="454152"/>
                  </a:lnTo>
                  <a:lnTo>
                    <a:pt x="527304" y="452628"/>
                  </a:lnTo>
                  <a:lnTo>
                    <a:pt x="541020" y="428244"/>
                  </a:lnTo>
                  <a:lnTo>
                    <a:pt x="547116" y="419100"/>
                  </a:lnTo>
                  <a:lnTo>
                    <a:pt x="556260" y="393192"/>
                  </a:lnTo>
                  <a:lnTo>
                    <a:pt x="562356" y="382524"/>
                  </a:lnTo>
                  <a:lnTo>
                    <a:pt x="571500" y="344424"/>
                  </a:lnTo>
                  <a:lnTo>
                    <a:pt x="577596" y="303276"/>
                  </a:lnTo>
                  <a:lnTo>
                    <a:pt x="577596" y="2895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387332" y="4118318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D</a:t>
            </a:r>
            <a:endParaRPr sz="1412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689563" y="4118318"/>
            <a:ext cx="133350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F</a:t>
            </a:r>
            <a:endParaRPr sz="1412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473811" y="3688912"/>
            <a:ext cx="931769" cy="699060"/>
          </a:xfrm>
          <a:prstGeom prst="rect">
            <a:avLst/>
          </a:prstGeom>
        </p:spPr>
        <p:txBody>
          <a:bodyPr vert="horz" wrap="square" lIns="0" tIns="65554" rIns="0" bIns="0" rtlCol="0">
            <a:spAutoFit/>
          </a:bodyPr>
          <a:lstStyle/>
          <a:p>
            <a:pPr marL="337875">
              <a:spcBef>
                <a:spcPts val="516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  <a:p>
            <a:pPr marL="11206">
              <a:lnSpc>
                <a:spcPts val="1549"/>
              </a:lnSpc>
              <a:spcBef>
                <a:spcPts val="481"/>
              </a:spcBef>
              <a:tabLst>
                <a:tab pos="391666" algn="l"/>
                <a:tab pos="828719" algn="l"/>
              </a:tabLst>
            </a:pPr>
            <a:r>
              <a:rPr sz="1279" b="1" spc="-44" dirty="0">
                <a:latin typeface="Arial"/>
                <a:cs typeface="Arial"/>
              </a:rPr>
              <a:t>6</a:t>
            </a:r>
            <a:r>
              <a:rPr sz="1279" b="1" dirty="0">
                <a:latin typeface="Arial"/>
                <a:cs typeface="Arial"/>
              </a:rPr>
              <a:t>	</a:t>
            </a:r>
            <a:r>
              <a:rPr sz="2118" b="1" spc="-66" baseline="1736" dirty="0">
                <a:latin typeface="Arial"/>
                <a:cs typeface="Arial"/>
              </a:rPr>
              <a:t>G</a:t>
            </a:r>
            <a:r>
              <a:rPr sz="2118" b="1" baseline="1736" dirty="0">
                <a:latin typeface="Arial"/>
                <a:cs typeface="Arial"/>
              </a:rPr>
              <a:t>	</a:t>
            </a:r>
            <a:r>
              <a:rPr sz="1279" b="1" spc="-44" dirty="0">
                <a:latin typeface="Arial"/>
                <a:cs typeface="Arial"/>
              </a:rPr>
              <a:t>1</a:t>
            </a:r>
            <a:endParaRPr sz="1279">
              <a:latin typeface="Arial"/>
              <a:cs typeface="Arial"/>
            </a:endParaRPr>
          </a:p>
          <a:p>
            <a:pPr marL="308178">
              <a:lnSpc>
                <a:spcPts val="1390"/>
              </a:lnSpc>
            </a:pPr>
            <a:r>
              <a:rPr sz="1279" spc="-18" dirty="0">
                <a:solidFill>
                  <a:srgbClr val="FFFFFF"/>
                </a:solidFill>
                <a:latin typeface="Microsoft Sans Serif"/>
                <a:cs typeface="Microsoft Sans Serif"/>
              </a:rPr>
              <a:t>goal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328221" y="4560864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7</a:t>
            </a:r>
            <a:endParaRPr sz="1279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295017" y="4438873"/>
            <a:ext cx="2631701" cy="66115"/>
            <a:chOff x="5254752" y="5030723"/>
            <a:chExt cx="2982595" cy="74930"/>
          </a:xfrm>
        </p:grpSpPr>
        <p:sp>
          <p:nvSpPr>
            <p:cNvPr id="56" name="object 56"/>
            <p:cNvSpPr/>
            <p:nvPr/>
          </p:nvSpPr>
          <p:spPr>
            <a:xfrm>
              <a:off x="6013704" y="5030723"/>
              <a:ext cx="352425" cy="64135"/>
            </a:xfrm>
            <a:custGeom>
              <a:avLst/>
              <a:gdLst/>
              <a:ahLst/>
              <a:cxnLst/>
              <a:rect l="l" t="t" r="r" b="b"/>
              <a:pathLst>
                <a:path w="352425" h="64135">
                  <a:moveTo>
                    <a:pt x="352044" y="0"/>
                  </a:moveTo>
                  <a:lnTo>
                    <a:pt x="0" y="0"/>
                  </a:lnTo>
                  <a:lnTo>
                    <a:pt x="6096" y="6095"/>
                  </a:lnTo>
                  <a:lnTo>
                    <a:pt x="67056" y="42671"/>
                  </a:lnTo>
                  <a:lnTo>
                    <a:pt x="137160" y="60959"/>
                  </a:lnTo>
                  <a:lnTo>
                    <a:pt x="175260" y="64007"/>
                  </a:lnTo>
                  <a:lnTo>
                    <a:pt x="213360" y="60959"/>
                  </a:lnTo>
                  <a:lnTo>
                    <a:pt x="283463" y="42671"/>
                  </a:lnTo>
                  <a:lnTo>
                    <a:pt x="345948" y="6095"/>
                  </a:lnTo>
                  <a:lnTo>
                    <a:pt x="35204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96940" y="5030723"/>
              <a:ext cx="193548" cy="73151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6190488" y="5076443"/>
              <a:ext cx="66040" cy="29209"/>
            </a:xfrm>
            <a:custGeom>
              <a:avLst/>
              <a:gdLst/>
              <a:ahLst/>
              <a:cxnLst/>
              <a:rect l="l" t="t" r="r" b="b"/>
              <a:pathLst>
                <a:path w="66039" h="29210">
                  <a:moveTo>
                    <a:pt x="65532" y="0"/>
                  </a:moveTo>
                  <a:lnTo>
                    <a:pt x="53340" y="3048"/>
                  </a:lnTo>
                  <a:lnTo>
                    <a:pt x="39624" y="4572"/>
                  </a:lnTo>
                  <a:lnTo>
                    <a:pt x="25908" y="6096"/>
                  </a:lnTo>
                  <a:lnTo>
                    <a:pt x="12192" y="7620"/>
                  </a:lnTo>
                  <a:lnTo>
                    <a:pt x="0" y="7620"/>
                  </a:lnTo>
                  <a:lnTo>
                    <a:pt x="0" y="27432"/>
                  </a:lnTo>
                  <a:lnTo>
                    <a:pt x="13716" y="28956"/>
                  </a:lnTo>
                  <a:lnTo>
                    <a:pt x="25908" y="27432"/>
                  </a:lnTo>
                  <a:lnTo>
                    <a:pt x="28956" y="27432"/>
                  </a:lnTo>
                  <a:lnTo>
                    <a:pt x="39624" y="25908"/>
                  </a:lnTo>
                  <a:lnTo>
                    <a:pt x="42672" y="25908"/>
                  </a:lnTo>
                  <a:lnTo>
                    <a:pt x="53340" y="22860"/>
                  </a:lnTo>
                  <a:lnTo>
                    <a:pt x="65532" y="19812"/>
                  </a:lnTo>
                  <a:lnTo>
                    <a:pt x="655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56020" y="5030723"/>
              <a:ext cx="124967" cy="65531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5271516" y="5030723"/>
              <a:ext cx="352425" cy="64135"/>
            </a:xfrm>
            <a:custGeom>
              <a:avLst/>
              <a:gdLst/>
              <a:ahLst/>
              <a:cxnLst/>
              <a:rect l="l" t="t" r="r" b="b"/>
              <a:pathLst>
                <a:path w="352425" h="64135">
                  <a:moveTo>
                    <a:pt x="352044" y="0"/>
                  </a:moveTo>
                  <a:lnTo>
                    <a:pt x="0" y="0"/>
                  </a:lnTo>
                  <a:lnTo>
                    <a:pt x="6096" y="6095"/>
                  </a:lnTo>
                  <a:lnTo>
                    <a:pt x="67056" y="42671"/>
                  </a:lnTo>
                  <a:lnTo>
                    <a:pt x="138684" y="60959"/>
                  </a:lnTo>
                  <a:lnTo>
                    <a:pt x="175260" y="64007"/>
                  </a:lnTo>
                  <a:lnTo>
                    <a:pt x="213360" y="60959"/>
                  </a:lnTo>
                  <a:lnTo>
                    <a:pt x="283463" y="42671"/>
                  </a:lnTo>
                  <a:lnTo>
                    <a:pt x="345948" y="6095"/>
                  </a:lnTo>
                  <a:lnTo>
                    <a:pt x="35204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1" name="object 6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54752" y="5030723"/>
              <a:ext cx="207263" cy="74675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5460492" y="5030723"/>
              <a:ext cx="180340" cy="74930"/>
            </a:xfrm>
            <a:custGeom>
              <a:avLst/>
              <a:gdLst/>
              <a:ahLst/>
              <a:cxnLst/>
              <a:rect l="l" t="t" r="r" b="b"/>
              <a:pathLst>
                <a:path w="180339" h="74929">
                  <a:moveTo>
                    <a:pt x="179832" y="0"/>
                  </a:moveTo>
                  <a:lnTo>
                    <a:pt x="147828" y="0"/>
                  </a:lnTo>
                  <a:lnTo>
                    <a:pt x="137160" y="7620"/>
                  </a:lnTo>
                  <a:lnTo>
                    <a:pt x="126492" y="15240"/>
                  </a:lnTo>
                  <a:lnTo>
                    <a:pt x="114300" y="21336"/>
                  </a:lnTo>
                  <a:lnTo>
                    <a:pt x="103632" y="27432"/>
                  </a:lnTo>
                  <a:lnTo>
                    <a:pt x="91440" y="32004"/>
                  </a:lnTo>
                  <a:lnTo>
                    <a:pt x="79248" y="38100"/>
                  </a:lnTo>
                  <a:lnTo>
                    <a:pt x="79248" y="36576"/>
                  </a:lnTo>
                  <a:lnTo>
                    <a:pt x="67056" y="42672"/>
                  </a:lnTo>
                  <a:lnTo>
                    <a:pt x="67056" y="41148"/>
                  </a:lnTo>
                  <a:lnTo>
                    <a:pt x="53340" y="45720"/>
                  </a:lnTo>
                  <a:lnTo>
                    <a:pt x="54864" y="45720"/>
                  </a:lnTo>
                  <a:lnTo>
                    <a:pt x="41148" y="48768"/>
                  </a:lnTo>
                  <a:lnTo>
                    <a:pt x="27432" y="50292"/>
                  </a:lnTo>
                  <a:lnTo>
                    <a:pt x="28956" y="50292"/>
                  </a:lnTo>
                  <a:lnTo>
                    <a:pt x="13716" y="51816"/>
                  </a:lnTo>
                  <a:lnTo>
                    <a:pt x="15240" y="51816"/>
                  </a:lnTo>
                  <a:lnTo>
                    <a:pt x="0" y="53340"/>
                  </a:lnTo>
                  <a:lnTo>
                    <a:pt x="1524" y="53340"/>
                  </a:lnTo>
                  <a:lnTo>
                    <a:pt x="1524" y="74676"/>
                  </a:lnTo>
                  <a:lnTo>
                    <a:pt x="15240" y="73152"/>
                  </a:lnTo>
                  <a:lnTo>
                    <a:pt x="16764" y="73152"/>
                  </a:lnTo>
                  <a:lnTo>
                    <a:pt x="28956" y="71628"/>
                  </a:lnTo>
                  <a:lnTo>
                    <a:pt x="30480" y="71628"/>
                  </a:lnTo>
                  <a:lnTo>
                    <a:pt x="41148" y="68580"/>
                  </a:lnTo>
                  <a:lnTo>
                    <a:pt x="54864" y="65532"/>
                  </a:lnTo>
                  <a:lnTo>
                    <a:pt x="67056" y="62484"/>
                  </a:lnTo>
                  <a:lnTo>
                    <a:pt x="70104" y="62484"/>
                  </a:lnTo>
                  <a:lnTo>
                    <a:pt x="79248" y="59436"/>
                  </a:lnTo>
                  <a:lnTo>
                    <a:pt x="91440" y="53340"/>
                  </a:lnTo>
                  <a:lnTo>
                    <a:pt x="103632" y="50292"/>
                  </a:lnTo>
                  <a:lnTo>
                    <a:pt x="108204" y="48768"/>
                  </a:lnTo>
                  <a:lnTo>
                    <a:pt x="126492" y="38100"/>
                  </a:lnTo>
                  <a:lnTo>
                    <a:pt x="137160" y="32004"/>
                  </a:lnTo>
                  <a:lnTo>
                    <a:pt x="141732" y="28956"/>
                  </a:lnTo>
                  <a:lnTo>
                    <a:pt x="173736" y="6096"/>
                  </a:lnTo>
                  <a:lnTo>
                    <a:pt x="1798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7868412" y="5030723"/>
              <a:ext cx="352425" cy="64135"/>
            </a:xfrm>
            <a:custGeom>
              <a:avLst/>
              <a:gdLst/>
              <a:ahLst/>
              <a:cxnLst/>
              <a:rect l="l" t="t" r="r" b="b"/>
              <a:pathLst>
                <a:path w="352425" h="64135">
                  <a:moveTo>
                    <a:pt x="352044" y="0"/>
                  </a:moveTo>
                  <a:lnTo>
                    <a:pt x="0" y="0"/>
                  </a:lnTo>
                  <a:lnTo>
                    <a:pt x="6096" y="6095"/>
                  </a:lnTo>
                  <a:lnTo>
                    <a:pt x="67056" y="42671"/>
                  </a:lnTo>
                  <a:lnTo>
                    <a:pt x="138684" y="60959"/>
                  </a:lnTo>
                  <a:lnTo>
                    <a:pt x="175260" y="64007"/>
                  </a:lnTo>
                  <a:lnTo>
                    <a:pt x="213360" y="60959"/>
                  </a:lnTo>
                  <a:lnTo>
                    <a:pt x="284988" y="42671"/>
                  </a:lnTo>
                  <a:lnTo>
                    <a:pt x="345948" y="6095"/>
                  </a:lnTo>
                  <a:lnTo>
                    <a:pt x="35204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4" name="object 6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51648" y="5030723"/>
              <a:ext cx="207263" cy="74675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8057388" y="5030723"/>
              <a:ext cx="180340" cy="74930"/>
            </a:xfrm>
            <a:custGeom>
              <a:avLst/>
              <a:gdLst/>
              <a:ahLst/>
              <a:cxnLst/>
              <a:rect l="l" t="t" r="r" b="b"/>
              <a:pathLst>
                <a:path w="180340" h="74929">
                  <a:moveTo>
                    <a:pt x="179832" y="0"/>
                  </a:moveTo>
                  <a:lnTo>
                    <a:pt x="147828" y="0"/>
                  </a:lnTo>
                  <a:lnTo>
                    <a:pt x="137160" y="7620"/>
                  </a:lnTo>
                  <a:lnTo>
                    <a:pt x="126492" y="15240"/>
                  </a:lnTo>
                  <a:lnTo>
                    <a:pt x="114300" y="21336"/>
                  </a:lnTo>
                  <a:lnTo>
                    <a:pt x="103632" y="27432"/>
                  </a:lnTo>
                  <a:lnTo>
                    <a:pt x="91440" y="32004"/>
                  </a:lnTo>
                  <a:lnTo>
                    <a:pt x="79248" y="38100"/>
                  </a:lnTo>
                  <a:lnTo>
                    <a:pt x="79248" y="36576"/>
                  </a:lnTo>
                  <a:lnTo>
                    <a:pt x="67056" y="42672"/>
                  </a:lnTo>
                  <a:lnTo>
                    <a:pt x="67056" y="41148"/>
                  </a:lnTo>
                  <a:lnTo>
                    <a:pt x="53340" y="45720"/>
                  </a:lnTo>
                  <a:lnTo>
                    <a:pt x="54864" y="45720"/>
                  </a:lnTo>
                  <a:lnTo>
                    <a:pt x="41148" y="48768"/>
                  </a:lnTo>
                  <a:lnTo>
                    <a:pt x="27432" y="50292"/>
                  </a:lnTo>
                  <a:lnTo>
                    <a:pt x="28956" y="50292"/>
                  </a:lnTo>
                  <a:lnTo>
                    <a:pt x="13716" y="51816"/>
                  </a:lnTo>
                  <a:lnTo>
                    <a:pt x="15240" y="51816"/>
                  </a:lnTo>
                  <a:lnTo>
                    <a:pt x="0" y="53340"/>
                  </a:lnTo>
                  <a:lnTo>
                    <a:pt x="1524" y="53340"/>
                  </a:lnTo>
                  <a:lnTo>
                    <a:pt x="1524" y="74676"/>
                  </a:lnTo>
                  <a:lnTo>
                    <a:pt x="15240" y="73152"/>
                  </a:lnTo>
                  <a:lnTo>
                    <a:pt x="16764" y="73152"/>
                  </a:lnTo>
                  <a:lnTo>
                    <a:pt x="28956" y="71628"/>
                  </a:lnTo>
                  <a:lnTo>
                    <a:pt x="30480" y="71628"/>
                  </a:lnTo>
                  <a:lnTo>
                    <a:pt x="41148" y="68580"/>
                  </a:lnTo>
                  <a:lnTo>
                    <a:pt x="54864" y="65532"/>
                  </a:lnTo>
                  <a:lnTo>
                    <a:pt x="67056" y="62484"/>
                  </a:lnTo>
                  <a:lnTo>
                    <a:pt x="70104" y="62484"/>
                  </a:lnTo>
                  <a:lnTo>
                    <a:pt x="79248" y="59436"/>
                  </a:lnTo>
                  <a:lnTo>
                    <a:pt x="91440" y="53340"/>
                  </a:lnTo>
                  <a:lnTo>
                    <a:pt x="103632" y="50292"/>
                  </a:lnTo>
                  <a:lnTo>
                    <a:pt x="108204" y="48768"/>
                  </a:lnTo>
                  <a:lnTo>
                    <a:pt x="126492" y="38100"/>
                  </a:lnTo>
                  <a:lnTo>
                    <a:pt x="137160" y="32004"/>
                  </a:lnTo>
                  <a:lnTo>
                    <a:pt x="141732" y="28956"/>
                  </a:lnTo>
                  <a:lnTo>
                    <a:pt x="173736" y="6096"/>
                  </a:lnTo>
                  <a:lnTo>
                    <a:pt x="1798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6940296" y="5030723"/>
              <a:ext cx="353695" cy="64135"/>
            </a:xfrm>
            <a:custGeom>
              <a:avLst/>
              <a:gdLst/>
              <a:ahLst/>
              <a:cxnLst/>
              <a:rect l="l" t="t" r="r" b="b"/>
              <a:pathLst>
                <a:path w="353695" h="64135">
                  <a:moveTo>
                    <a:pt x="353568" y="0"/>
                  </a:moveTo>
                  <a:lnTo>
                    <a:pt x="0" y="0"/>
                  </a:lnTo>
                  <a:lnTo>
                    <a:pt x="6096" y="6095"/>
                  </a:lnTo>
                  <a:lnTo>
                    <a:pt x="68579" y="42671"/>
                  </a:lnTo>
                  <a:lnTo>
                    <a:pt x="138683" y="60959"/>
                  </a:lnTo>
                  <a:lnTo>
                    <a:pt x="176783" y="64007"/>
                  </a:lnTo>
                  <a:lnTo>
                    <a:pt x="214883" y="60959"/>
                  </a:lnTo>
                  <a:lnTo>
                    <a:pt x="284987" y="42671"/>
                  </a:lnTo>
                  <a:lnTo>
                    <a:pt x="345948" y="6095"/>
                  </a:lnTo>
                  <a:lnTo>
                    <a:pt x="353568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7" name="object 6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25056" y="5030723"/>
              <a:ext cx="192024" cy="73151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7117080" y="5076443"/>
              <a:ext cx="67310" cy="29209"/>
            </a:xfrm>
            <a:custGeom>
              <a:avLst/>
              <a:gdLst/>
              <a:ahLst/>
              <a:cxnLst/>
              <a:rect l="l" t="t" r="r" b="b"/>
              <a:pathLst>
                <a:path w="67309" h="29210">
                  <a:moveTo>
                    <a:pt x="67056" y="0"/>
                  </a:moveTo>
                  <a:lnTo>
                    <a:pt x="53340" y="3048"/>
                  </a:lnTo>
                  <a:lnTo>
                    <a:pt x="54864" y="3048"/>
                  </a:lnTo>
                  <a:lnTo>
                    <a:pt x="41148" y="4572"/>
                  </a:lnTo>
                  <a:lnTo>
                    <a:pt x="27432" y="6096"/>
                  </a:lnTo>
                  <a:lnTo>
                    <a:pt x="13716" y="7620"/>
                  </a:lnTo>
                  <a:lnTo>
                    <a:pt x="0" y="7620"/>
                  </a:lnTo>
                  <a:lnTo>
                    <a:pt x="0" y="27432"/>
                  </a:lnTo>
                  <a:lnTo>
                    <a:pt x="13716" y="28956"/>
                  </a:lnTo>
                  <a:lnTo>
                    <a:pt x="15240" y="28956"/>
                  </a:lnTo>
                  <a:lnTo>
                    <a:pt x="27432" y="27432"/>
                  </a:lnTo>
                  <a:lnTo>
                    <a:pt x="28956" y="27432"/>
                  </a:lnTo>
                  <a:lnTo>
                    <a:pt x="41148" y="25908"/>
                  </a:lnTo>
                  <a:lnTo>
                    <a:pt x="44196" y="25908"/>
                  </a:lnTo>
                  <a:lnTo>
                    <a:pt x="54864" y="22860"/>
                  </a:lnTo>
                  <a:lnTo>
                    <a:pt x="67056" y="19812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9" name="object 6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84136" y="5030723"/>
              <a:ext cx="124968" cy="65531"/>
            </a:xfrm>
            <a:prstGeom prst="rect">
              <a:avLst/>
            </a:prstGeom>
          </p:spPr>
        </p:pic>
      </p:grpSp>
      <p:grpSp>
        <p:nvGrpSpPr>
          <p:cNvPr id="70" name="object 70"/>
          <p:cNvGrpSpPr/>
          <p:nvPr/>
        </p:nvGrpSpPr>
        <p:grpSpPr>
          <a:xfrm>
            <a:off x="6210300" y="4814047"/>
            <a:ext cx="509868" cy="327212"/>
            <a:chOff x="5158740" y="5455920"/>
            <a:chExt cx="577850" cy="370840"/>
          </a:xfrm>
        </p:grpSpPr>
        <p:sp>
          <p:nvSpPr>
            <p:cNvPr id="71" name="object 71"/>
            <p:cNvSpPr/>
            <p:nvPr/>
          </p:nvSpPr>
          <p:spPr>
            <a:xfrm>
              <a:off x="5169408" y="5466588"/>
              <a:ext cx="556260" cy="360045"/>
            </a:xfrm>
            <a:custGeom>
              <a:avLst/>
              <a:gdLst/>
              <a:ahLst/>
              <a:cxnLst/>
              <a:rect l="l" t="t" r="r" b="b"/>
              <a:pathLst>
                <a:path w="556260" h="360045">
                  <a:moveTo>
                    <a:pt x="277367" y="0"/>
                  </a:moveTo>
                  <a:lnTo>
                    <a:pt x="204215" y="9143"/>
                  </a:lnTo>
                  <a:lnTo>
                    <a:pt x="137159" y="36575"/>
                  </a:lnTo>
                  <a:lnTo>
                    <a:pt x="80771" y="80772"/>
                  </a:lnTo>
                  <a:lnTo>
                    <a:pt x="38100" y="137160"/>
                  </a:lnTo>
                  <a:lnTo>
                    <a:pt x="9143" y="204216"/>
                  </a:lnTo>
                  <a:lnTo>
                    <a:pt x="0" y="277368"/>
                  </a:lnTo>
                  <a:lnTo>
                    <a:pt x="1524" y="315468"/>
                  </a:lnTo>
                  <a:lnTo>
                    <a:pt x="9143" y="352044"/>
                  </a:lnTo>
                  <a:lnTo>
                    <a:pt x="12191" y="359663"/>
                  </a:lnTo>
                  <a:lnTo>
                    <a:pt x="544067" y="359663"/>
                  </a:lnTo>
                  <a:lnTo>
                    <a:pt x="553212" y="315468"/>
                  </a:lnTo>
                  <a:lnTo>
                    <a:pt x="556259" y="277368"/>
                  </a:lnTo>
                  <a:lnTo>
                    <a:pt x="553212" y="239268"/>
                  </a:lnTo>
                  <a:lnTo>
                    <a:pt x="534924" y="169163"/>
                  </a:lnTo>
                  <a:lnTo>
                    <a:pt x="498347" y="106680"/>
                  </a:lnTo>
                  <a:lnTo>
                    <a:pt x="448055" y="57912"/>
                  </a:lnTo>
                  <a:lnTo>
                    <a:pt x="385571" y="21336"/>
                  </a:lnTo>
                  <a:lnTo>
                    <a:pt x="315467" y="1524"/>
                  </a:lnTo>
                  <a:lnTo>
                    <a:pt x="277367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2" name="object 72"/>
            <p:cNvSpPr/>
            <p:nvPr/>
          </p:nvSpPr>
          <p:spPr>
            <a:xfrm>
              <a:off x="5158740" y="5455919"/>
              <a:ext cx="577850" cy="370840"/>
            </a:xfrm>
            <a:custGeom>
              <a:avLst/>
              <a:gdLst/>
              <a:ahLst/>
              <a:cxnLst/>
              <a:rect l="l" t="t" r="r" b="b"/>
              <a:pathLst>
                <a:path w="577850" h="370839">
                  <a:moveTo>
                    <a:pt x="577596" y="288036"/>
                  </a:moveTo>
                  <a:lnTo>
                    <a:pt x="576148" y="260604"/>
                  </a:lnTo>
                  <a:lnTo>
                    <a:pt x="576072" y="259080"/>
                  </a:lnTo>
                  <a:lnTo>
                    <a:pt x="571741" y="233172"/>
                  </a:lnTo>
                  <a:lnTo>
                    <a:pt x="569976" y="222504"/>
                  </a:lnTo>
                  <a:lnTo>
                    <a:pt x="564896" y="207264"/>
                  </a:lnTo>
                  <a:lnTo>
                    <a:pt x="559308" y="190500"/>
                  </a:lnTo>
                  <a:lnTo>
                    <a:pt x="551383" y="170688"/>
                  </a:lnTo>
                  <a:lnTo>
                    <a:pt x="547116" y="160020"/>
                  </a:lnTo>
                  <a:lnTo>
                    <a:pt x="531876" y="132588"/>
                  </a:lnTo>
                  <a:lnTo>
                    <a:pt x="493776" y="83820"/>
                  </a:lnTo>
                  <a:lnTo>
                    <a:pt x="455104" y="51816"/>
                  </a:lnTo>
                  <a:lnTo>
                    <a:pt x="449580" y="47244"/>
                  </a:lnTo>
                  <a:lnTo>
                    <a:pt x="399288" y="21336"/>
                  </a:lnTo>
                  <a:lnTo>
                    <a:pt x="393788" y="19812"/>
                  </a:lnTo>
                  <a:lnTo>
                    <a:pt x="344424" y="6096"/>
                  </a:lnTo>
                  <a:lnTo>
                    <a:pt x="289560" y="0"/>
                  </a:lnTo>
                  <a:lnTo>
                    <a:pt x="288036" y="0"/>
                  </a:lnTo>
                  <a:lnTo>
                    <a:pt x="205740" y="12192"/>
                  </a:lnTo>
                  <a:lnTo>
                    <a:pt x="152400" y="33528"/>
                  </a:lnTo>
                  <a:lnTo>
                    <a:pt x="105156" y="64008"/>
                  </a:lnTo>
                  <a:lnTo>
                    <a:pt x="64008" y="106680"/>
                  </a:lnTo>
                  <a:lnTo>
                    <a:pt x="30480" y="160020"/>
                  </a:lnTo>
                  <a:lnTo>
                    <a:pt x="9144" y="222504"/>
                  </a:lnTo>
                  <a:lnTo>
                    <a:pt x="0" y="272796"/>
                  </a:lnTo>
                  <a:lnTo>
                    <a:pt x="0" y="303276"/>
                  </a:lnTo>
                  <a:lnTo>
                    <a:pt x="1524" y="316992"/>
                  </a:lnTo>
                  <a:lnTo>
                    <a:pt x="3048" y="332232"/>
                  </a:lnTo>
                  <a:lnTo>
                    <a:pt x="6096" y="345948"/>
                  </a:lnTo>
                  <a:lnTo>
                    <a:pt x="12192" y="370332"/>
                  </a:lnTo>
                  <a:lnTo>
                    <a:pt x="21336" y="370332"/>
                  </a:lnTo>
                  <a:lnTo>
                    <a:pt x="33528" y="370332"/>
                  </a:lnTo>
                  <a:lnTo>
                    <a:pt x="33528" y="367284"/>
                  </a:lnTo>
                  <a:lnTo>
                    <a:pt x="28956" y="355092"/>
                  </a:lnTo>
                  <a:lnTo>
                    <a:pt x="25908" y="341376"/>
                  </a:lnTo>
                  <a:lnTo>
                    <a:pt x="24384" y="329184"/>
                  </a:lnTo>
                  <a:lnTo>
                    <a:pt x="21336" y="315468"/>
                  </a:lnTo>
                  <a:lnTo>
                    <a:pt x="21336" y="260604"/>
                  </a:lnTo>
                  <a:lnTo>
                    <a:pt x="24384" y="246888"/>
                  </a:lnTo>
                  <a:lnTo>
                    <a:pt x="25908" y="233172"/>
                  </a:lnTo>
                  <a:lnTo>
                    <a:pt x="25908" y="234696"/>
                  </a:lnTo>
                  <a:lnTo>
                    <a:pt x="26238" y="233172"/>
                  </a:lnTo>
                  <a:lnTo>
                    <a:pt x="28956" y="220980"/>
                  </a:lnTo>
                  <a:lnTo>
                    <a:pt x="33528" y="207264"/>
                  </a:lnTo>
                  <a:lnTo>
                    <a:pt x="33528" y="208788"/>
                  </a:lnTo>
                  <a:lnTo>
                    <a:pt x="33959" y="207264"/>
                  </a:lnTo>
                  <a:lnTo>
                    <a:pt x="36576" y="198120"/>
                  </a:lnTo>
                  <a:lnTo>
                    <a:pt x="38100" y="195072"/>
                  </a:lnTo>
                  <a:lnTo>
                    <a:pt x="36576" y="196596"/>
                  </a:lnTo>
                  <a:lnTo>
                    <a:pt x="41148" y="184404"/>
                  </a:lnTo>
                  <a:lnTo>
                    <a:pt x="47244" y="170688"/>
                  </a:lnTo>
                  <a:lnTo>
                    <a:pt x="47244" y="172212"/>
                  </a:lnTo>
                  <a:lnTo>
                    <a:pt x="48107" y="170688"/>
                  </a:lnTo>
                  <a:lnTo>
                    <a:pt x="53340" y="161544"/>
                  </a:lnTo>
                  <a:lnTo>
                    <a:pt x="53340" y="160020"/>
                  </a:lnTo>
                  <a:lnTo>
                    <a:pt x="67056" y="138684"/>
                  </a:lnTo>
                  <a:lnTo>
                    <a:pt x="89916" y="108204"/>
                  </a:lnTo>
                  <a:lnTo>
                    <a:pt x="118872" y="80772"/>
                  </a:lnTo>
                  <a:lnTo>
                    <a:pt x="129540" y="73152"/>
                  </a:lnTo>
                  <a:lnTo>
                    <a:pt x="138684" y="65532"/>
                  </a:lnTo>
                  <a:lnTo>
                    <a:pt x="149352" y="59436"/>
                  </a:lnTo>
                  <a:lnTo>
                    <a:pt x="161544" y="51816"/>
                  </a:lnTo>
                  <a:lnTo>
                    <a:pt x="161544" y="53340"/>
                  </a:lnTo>
                  <a:lnTo>
                    <a:pt x="164211" y="51816"/>
                  </a:lnTo>
                  <a:lnTo>
                    <a:pt x="172212" y="47244"/>
                  </a:lnTo>
                  <a:lnTo>
                    <a:pt x="184404" y="41148"/>
                  </a:lnTo>
                  <a:lnTo>
                    <a:pt x="208788" y="32004"/>
                  </a:lnTo>
                  <a:lnTo>
                    <a:pt x="222504" y="28956"/>
                  </a:lnTo>
                  <a:lnTo>
                    <a:pt x="234696" y="25908"/>
                  </a:lnTo>
                  <a:lnTo>
                    <a:pt x="248412" y="22860"/>
                  </a:lnTo>
                  <a:lnTo>
                    <a:pt x="262128" y="21336"/>
                  </a:lnTo>
                  <a:lnTo>
                    <a:pt x="274320" y="19812"/>
                  </a:lnTo>
                  <a:lnTo>
                    <a:pt x="288036" y="19812"/>
                  </a:lnTo>
                  <a:lnTo>
                    <a:pt x="289560" y="19812"/>
                  </a:lnTo>
                  <a:lnTo>
                    <a:pt x="301752" y="19812"/>
                  </a:lnTo>
                  <a:lnTo>
                    <a:pt x="303276" y="19812"/>
                  </a:lnTo>
                  <a:lnTo>
                    <a:pt x="315468" y="21336"/>
                  </a:lnTo>
                  <a:lnTo>
                    <a:pt x="330708" y="22860"/>
                  </a:lnTo>
                  <a:lnTo>
                    <a:pt x="342900" y="25908"/>
                  </a:lnTo>
                  <a:lnTo>
                    <a:pt x="356616" y="28956"/>
                  </a:lnTo>
                  <a:lnTo>
                    <a:pt x="368808" y="32004"/>
                  </a:lnTo>
                  <a:lnTo>
                    <a:pt x="393192" y="41148"/>
                  </a:lnTo>
                  <a:lnTo>
                    <a:pt x="405384" y="47244"/>
                  </a:lnTo>
                  <a:lnTo>
                    <a:pt x="416052" y="53340"/>
                  </a:lnTo>
                  <a:lnTo>
                    <a:pt x="416052" y="51816"/>
                  </a:lnTo>
                  <a:lnTo>
                    <a:pt x="428244" y="59436"/>
                  </a:lnTo>
                  <a:lnTo>
                    <a:pt x="438912" y="65532"/>
                  </a:lnTo>
                  <a:lnTo>
                    <a:pt x="448056" y="73152"/>
                  </a:lnTo>
                  <a:lnTo>
                    <a:pt x="458724" y="80772"/>
                  </a:lnTo>
                  <a:lnTo>
                    <a:pt x="469392" y="89916"/>
                  </a:lnTo>
                  <a:lnTo>
                    <a:pt x="487680" y="108204"/>
                  </a:lnTo>
                  <a:lnTo>
                    <a:pt x="495300" y="117348"/>
                  </a:lnTo>
                  <a:lnTo>
                    <a:pt x="504444" y="128016"/>
                  </a:lnTo>
                  <a:lnTo>
                    <a:pt x="510540" y="138684"/>
                  </a:lnTo>
                  <a:lnTo>
                    <a:pt x="524256" y="160020"/>
                  </a:lnTo>
                  <a:lnTo>
                    <a:pt x="524256" y="161544"/>
                  </a:lnTo>
                  <a:lnTo>
                    <a:pt x="530352" y="172212"/>
                  </a:lnTo>
                  <a:lnTo>
                    <a:pt x="530352" y="170688"/>
                  </a:lnTo>
                  <a:lnTo>
                    <a:pt x="536448" y="184404"/>
                  </a:lnTo>
                  <a:lnTo>
                    <a:pt x="541020" y="196596"/>
                  </a:lnTo>
                  <a:lnTo>
                    <a:pt x="539496" y="195072"/>
                  </a:lnTo>
                  <a:lnTo>
                    <a:pt x="541020" y="198120"/>
                  </a:lnTo>
                  <a:lnTo>
                    <a:pt x="544068" y="208788"/>
                  </a:lnTo>
                  <a:lnTo>
                    <a:pt x="544068" y="207264"/>
                  </a:lnTo>
                  <a:lnTo>
                    <a:pt x="548640" y="220980"/>
                  </a:lnTo>
                  <a:lnTo>
                    <a:pt x="551688" y="234696"/>
                  </a:lnTo>
                  <a:lnTo>
                    <a:pt x="551688" y="233172"/>
                  </a:lnTo>
                  <a:lnTo>
                    <a:pt x="553212" y="246888"/>
                  </a:lnTo>
                  <a:lnTo>
                    <a:pt x="556260" y="260604"/>
                  </a:lnTo>
                  <a:lnTo>
                    <a:pt x="556260" y="315468"/>
                  </a:lnTo>
                  <a:lnTo>
                    <a:pt x="553212" y="329184"/>
                  </a:lnTo>
                  <a:lnTo>
                    <a:pt x="551688" y="341376"/>
                  </a:lnTo>
                  <a:lnTo>
                    <a:pt x="548640" y="355092"/>
                  </a:lnTo>
                  <a:lnTo>
                    <a:pt x="544068" y="367284"/>
                  </a:lnTo>
                  <a:lnTo>
                    <a:pt x="544068" y="370332"/>
                  </a:lnTo>
                  <a:lnTo>
                    <a:pt x="556260" y="370332"/>
                  </a:lnTo>
                  <a:lnTo>
                    <a:pt x="565404" y="370332"/>
                  </a:lnTo>
                  <a:lnTo>
                    <a:pt x="571500" y="342900"/>
                  </a:lnTo>
                  <a:lnTo>
                    <a:pt x="577596" y="303276"/>
                  </a:lnTo>
                  <a:lnTo>
                    <a:pt x="577596" y="288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6387332" y="4935953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H</a:t>
            </a:r>
            <a:endParaRPr sz="1412">
              <a:latin typeface="Arial"/>
              <a:cs typeface="Arial"/>
            </a:endParaRPr>
          </a:p>
        </p:txBody>
      </p:sp>
      <p:sp>
        <p:nvSpPr>
          <p:cNvPr id="77" name="object 77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78" name="object 78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15</a:t>
            </a:fld>
            <a:endParaRPr spc="-22" dirty="0"/>
          </a:p>
        </p:txBody>
      </p:sp>
      <p:sp>
        <p:nvSpPr>
          <p:cNvPr id="74" name="object 74"/>
          <p:cNvSpPr txBox="1"/>
          <p:nvPr/>
        </p:nvSpPr>
        <p:spPr>
          <a:xfrm>
            <a:off x="3381972" y="4492781"/>
            <a:ext cx="504265" cy="950984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11206">
              <a:spcBef>
                <a:spcPts val="393"/>
              </a:spcBef>
            </a:pPr>
            <a:r>
              <a:rPr sz="1279" spc="-22" dirty="0">
                <a:solidFill>
                  <a:srgbClr val="101010"/>
                </a:solidFill>
                <a:latin typeface="Microsoft Sans Serif"/>
                <a:cs typeface="Microsoft Sans Serif"/>
              </a:rPr>
              <a:t>D.</a:t>
            </a:r>
            <a:endParaRPr sz="1279">
              <a:latin typeface="Microsoft Sans Serif"/>
              <a:cs typeface="Microsoft Sans Serif"/>
            </a:endParaRPr>
          </a:p>
          <a:p>
            <a:pPr marL="11206" marR="330591">
              <a:lnSpc>
                <a:spcPct val="119300"/>
              </a:lnSpc>
              <a:spcBef>
                <a:spcPts val="9"/>
              </a:spcBef>
            </a:pPr>
            <a:r>
              <a:rPr sz="1279" spc="-22" dirty="0">
                <a:solidFill>
                  <a:srgbClr val="101010"/>
                </a:solidFill>
                <a:latin typeface="Microsoft Sans Serif"/>
                <a:cs typeface="Microsoft Sans Serif"/>
              </a:rPr>
              <a:t>E. </a:t>
            </a:r>
            <a:r>
              <a:rPr sz="1279" spc="-44" dirty="0">
                <a:solidFill>
                  <a:srgbClr val="101010"/>
                </a:solidFill>
                <a:latin typeface="Microsoft Sans Serif"/>
                <a:cs typeface="Microsoft Sans Serif"/>
              </a:rPr>
              <a:t>B</a:t>
            </a:r>
            <a:endParaRPr sz="1279">
              <a:latin typeface="Microsoft Sans Serif"/>
              <a:cs typeface="Microsoft Sans Serif"/>
            </a:endParaRPr>
          </a:p>
          <a:p>
            <a:pPr marL="11206">
              <a:spcBef>
                <a:spcPts val="309"/>
              </a:spcBef>
            </a:pPr>
            <a:r>
              <a:rPr sz="1279" dirty="0">
                <a:solidFill>
                  <a:srgbClr val="101010"/>
                </a:solidFill>
                <a:latin typeface="Microsoft Sans Serif"/>
                <a:cs typeface="Microsoft Sans Serif"/>
              </a:rPr>
              <a:t>G</a:t>
            </a:r>
            <a:r>
              <a:rPr sz="1279" spc="9" dirty="0">
                <a:solidFill>
                  <a:srgbClr val="101010"/>
                </a:solidFill>
                <a:latin typeface="Microsoft Sans Serif"/>
                <a:cs typeface="Microsoft Sans Serif"/>
              </a:rPr>
              <a:t> </a:t>
            </a:r>
            <a:r>
              <a:rPr sz="1279" spc="-18" dirty="0">
                <a:solidFill>
                  <a:srgbClr val="4F82BD"/>
                </a:solidFill>
                <a:latin typeface="Microsoft Sans Serif"/>
                <a:cs typeface="Microsoft Sans Serif"/>
              </a:rPr>
              <a:t>goal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434872" y="4492782"/>
            <a:ext cx="1049991" cy="953164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11206">
              <a:spcBef>
                <a:spcPts val="393"/>
              </a:spcBef>
            </a:pPr>
            <a:r>
              <a:rPr sz="1279" spc="-9" dirty="0">
                <a:solidFill>
                  <a:srgbClr val="101010"/>
                </a:solidFill>
                <a:latin typeface="Microsoft Sans Serif"/>
                <a:cs typeface="Microsoft Sans Serif"/>
              </a:rPr>
              <a:t>{E,B,C}</a:t>
            </a:r>
            <a:endParaRPr sz="1279">
              <a:latin typeface="Microsoft Sans Serif"/>
              <a:cs typeface="Microsoft Sans Serif"/>
            </a:endParaRPr>
          </a:p>
          <a:p>
            <a:pPr marL="11206">
              <a:spcBef>
                <a:spcPts val="304"/>
              </a:spcBef>
            </a:pPr>
            <a:r>
              <a:rPr sz="1279" spc="-9" dirty="0">
                <a:solidFill>
                  <a:srgbClr val="101010"/>
                </a:solidFill>
                <a:latin typeface="Microsoft Sans Serif"/>
                <a:cs typeface="Microsoft Sans Serif"/>
              </a:rPr>
              <a:t>{B,C}</a:t>
            </a:r>
            <a:endParaRPr sz="1279">
              <a:latin typeface="Microsoft Sans Serif"/>
              <a:cs typeface="Microsoft Sans Serif"/>
            </a:endParaRPr>
          </a:p>
          <a:p>
            <a:pPr marL="11206">
              <a:spcBef>
                <a:spcPts val="296"/>
              </a:spcBef>
            </a:pPr>
            <a:r>
              <a:rPr sz="1279" spc="-9" dirty="0">
                <a:solidFill>
                  <a:srgbClr val="101010"/>
                </a:solidFill>
                <a:latin typeface="Microsoft Sans Serif"/>
                <a:cs typeface="Microsoft Sans Serif"/>
              </a:rPr>
              <a:t>{G,C}</a:t>
            </a:r>
            <a:endParaRPr sz="1279">
              <a:latin typeface="Microsoft Sans Serif"/>
              <a:cs typeface="Microsoft Sans Serif"/>
            </a:endParaRPr>
          </a:p>
          <a:p>
            <a:pPr marL="11206">
              <a:spcBef>
                <a:spcPts val="309"/>
              </a:spcBef>
            </a:pPr>
            <a:r>
              <a:rPr sz="1279" dirty="0">
                <a:solidFill>
                  <a:srgbClr val="101010"/>
                </a:solidFill>
                <a:latin typeface="Microsoft Sans Serif"/>
                <a:cs typeface="Microsoft Sans Serif"/>
              </a:rPr>
              <a:t>{C}</a:t>
            </a:r>
            <a:r>
              <a:rPr sz="1279" spc="-26" dirty="0">
                <a:solidFill>
                  <a:srgbClr val="101010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FF7B80"/>
                </a:solidFill>
                <a:latin typeface="Microsoft Sans Serif"/>
                <a:cs typeface="Microsoft Sans Serif"/>
              </a:rPr>
              <a:t>no</a:t>
            </a:r>
            <a:r>
              <a:rPr sz="1279" spc="-44" dirty="0">
                <a:solidFill>
                  <a:srgbClr val="FF7B80"/>
                </a:solidFill>
                <a:latin typeface="Microsoft Sans Serif"/>
                <a:cs typeface="Microsoft Sans Serif"/>
              </a:rPr>
              <a:t> </a:t>
            </a:r>
            <a:r>
              <a:rPr sz="1279" spc="-9" dirty="0">
                <a:solidFill>
                  <a:srgbClr val="FF7B80"/>
                </a:solidFill>
                <a:latin typeface="Microsoft Sans Serif"/>
                <a:cs typeface="Microsoft Sans Serif"/>
              </a:rPr>
              <a:t>expand</a:t>
            </a:r>
            <a:endParaRPr sz="1279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639788"/>
            <a:ext cx="6825545" cy="534378"/>
          </a:xfrm>
          <a:prstGeom prst="rect">
            <a:avLst/>
          </a:prstGeom>
        </p:spPr>
        <p:txBody>
          <a:bodyPr vert="horz" wrap="square" lIns="0" tIns="92139" rIns="0" bIns="0" rtlCol="0" anchor="ctr">
            <a:spAutoFit/>
          </a:bodyPr>
          <a:lstStyle/>
          <a:p>
            <a:pPr marL="1290986">
              <a:lnSpc>
                <a:spcPct val="100000"/>
              </a:lnSpc>
              <a:spcBef>
                <a:spcPts val="79"/>
              </a:spcBef>
            </a:pPr>
            <a:r>
              <a:rPr sz="2868" spc="-141" dirty="0"/>
              <a:t>Iterative‐Deepening</a:t>
            </a:r>
            <a:r>
              <a:rPr sz="2868" spc="-124" dirty="0"/>
              <a:t> </a:t>
            </a:r>
            <a:r>
              <a:rPr sz="2868" spc="-84" dirty="0"/>
              <a:t>Search(IDS)</a:t>
            </a:r>
            <a:endParaRPr sz="2868"/>
          </a:p>
        </p:txBody>
      </p:sp>
      <p:sp>
        <p:nvSpPr>
          <p:cNvPr id="3" name="object 3"/>
          <p:cNvSpPr txBox="1"/>
          <p:nvPr/>
        </p:nvSpPr>
        <p:spPr>
          <a:xfrm>
            <a:off x="7085331" y="290949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5</a:t>
            </a:r>
            <a:endParaRPr sz="1279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93880" y="290949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86043" y="290949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20113" y="2161673"/>
            <a:ext cx="3314140" cy="538998"/>
          </a:xfrm>
          <a:prstGeom prst="rect">
            <a:avLst/>
          </a:prstGeom>
        </p:spPr>
        <p:txBody>
          <a:bodyPr vert="horz" wrap="square" lIns="0" tIns="72838" rIns="0" bIns="0" rtlCol="0">
            <a:spAutoFit/>
          </a:bodyPr>
          <a:lstStyle/>
          <a:p>
            <a:pPr marL="11206">
              <a:spcBef>
                <a:spcPts val="574"/>
              </a:spcBef>
            </a:pPr>
            <a:r>
              <a:rPr sz="1412" b="1" spc="-9" dirty="0">
                <a:solidFill>
                  <a:srgbClr val="CC3300"/>
                </a:solidFill>
                <a:latin typeface="Courier New"/>
                <a:cs typeface="Courier New"/>
              </a:rPr>
              <a:t>deepeningSearch(problem)</a:t>
            </a:r>
            <a:endParaRPr sz="1412">
              <a:latin typeface="Courier New"/>
              <a:cs typeface="Courier New"/>
            </a:endParaRPr>
          </a:p>
          <a:p>
            <a:pPr marL="11206">
              <a:spcBef>
                <a:spcPts val="437"/>
              </a:spcBef>
            </a:pP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depth:</a:t>
            </a:r>
            <a:r>
              <a:rPr sz="1279" spc="-35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2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# of</a:t>
            </a:r>
            <a:r>
              <a:rPr sz="1279" spc="-4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nodes</a:t>
            </a:r>
            <a:r>
              <a:rPr sz="1279" spc="-13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tested:</a:t>
            </a:r>
            <a:r>
              <a:rPr sz="1279" spc="-35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latin typeface="Microsoft Sans Serif"/>
                <a:cs typeface="Microsoft Sans Serif"/>
              </a:rPr>
              <a:t>7(3)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,</a:t>
            </a:r>
            <a:r>
              <a:rPr sz="1279" spc="-26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dirty="0">
                <a:solidFill>
                  <a:srgbClr val="1F497C"/>
                </a:solidFill>
                <a:latin typeface="Microsoft Sans Serif"/>
                <a:cs typeface="Microsoft Sans Serif"/>
              </a:rPr>
              <a:t>expanded:</a:t>
            </a:r>
            <a:r>
              <a:rPr sz="1279" spc="-22" dirty="0">
                <a:solidFill>
                  <a:srgbClr val="1F497C"/>
                </a:solidFill>
                <a:latin typeface="Microsoft Sans Serif"/>
                <a:cs typeface="Microsoft Sans Serif"/>
              </a:rPr>
              <a:t> </a:t>
            </a:r>
            <a:r>
              <a:rPr sz="1279" spc="-44" dirty="0">
                <a:latin typeface="Microsoft Sans Serif"/>
                <a:cs typeface="Microsoft Sans Serif"/>
              </a:rPr>
              <a:t>4</a:t>
            </a:r>
            <a:endParaRPr sz="1279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676029" y="2345167"/>
            <a:ext cx="509868" cy="507066"/>
            <a:chOff x="6819900" y="2657855"/>
            <a:chExt cx="577850" cy="574675"/>
          </a:xfrm>
        </p:grpSpPr>
        <p:sp>
          <p:nvSpPr>
            <p:cNvPr id="8" name="object 8"/>
            <p:cNvSpPr/>
            <p:nvPr/>
          </p:nvSpPr>
          <p:spPr>
            <a:xfrm>
              <a:off x="6830567" y="2665475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4">
                  <a:moveTo>
                    <a:pt x="278891" y="0"/>
                  </a:moveTo>
                  <a:lnTo>
                    <a:pt x="240791" y="3048"/>
                  </a:lnTo>
                  <a:lnTo>
                    <a:pt x="170687" y="22860"/>
                  </a:lnTo>
                  <a:lnTo>
                    <a:pt x="108203" y="57912"/>
                  </a:lnTo>
                  <a:lnTo>
                    <a:pt x="57911" y="108203"/>
                  </a:lnTo>
                  <a:lnTo>
                    <a:pt x="22859" y="170687"/>
                  </a:lnTo>
                  <a:lnTo>
                    <a:pt x="3048" y="240791"/>
                  </a:lnTo>
                  <a:lnTo>
                    <a:pt x="0" y="278891"/>
                  </a:lnTo>
                  <a:lnTo>
                    <a:pt x="3048" y="316991"/>
                  </a:lnTo>
                  <a:lnTo>
                    <a:pt x="22859" y="387096"/>
                  </a:lnTo>
                  <a:lnTo>
                    <a:pt x="57911" y="449579"/>
                  </a:lnTo>
                  <a:lnTo>
                    <a:pt x="108203" y="499872"/>
                  </a:lnTo>
                  <a:lnTo>
                    <a:pt x="170687" y="534924"/>
                  </a:lnTo>
                  <a:lnTo>
                    <a:pt x="240791" y="554736"/>
                  </a:lnTo>
                  <a:lnTo>
                    <a:pt x="278891" y="557784"/>
                  </a:lnTo>
                  <a:lnTo>
                    <a:pt x="316991" y="554736"/>
                  </a:lnTo>
                  <a:lnTo>
                    <a:pt x="387096" y="534924"/>
                  </a:lnTo>
                  <a:lnTo>
                    <a:pt x="448055" y="499872"/>
                  </a:lnTo>
                  <a:lnTo>
                    <a:pt x="498348" y="449579"/>
                  </a:lnTo>
                  <a:lnTo>
                    <a:pt x="534924" y="387096"/>
                  </a:lnTo>
                  <a:lnTo>
                    <a:pt x="554735" y="316991"/>
                  </a:lnTo>
                  <a:lnTo>
                    <a:pt x="557783" y="278891"/>
                  </a:lnTo>
                  <a:lnTo>
                    <a:pt x="554735" y="240791"/>
                  </a:lnTo>
                  <a:lnTo>
                    <a:pt x="534924" y="170687"/>
                  </a:lnTo>
                  <a:lnTo>
                    <a:pt x="498348" y="108203"/>
                  </a:lnTo>
                  <a:lnTo>
                    <a:pt x="448055" y="57912"/>
                  </a:lnTo>
                  <a:lnTo>
                    <a:pt x="387096" y="22860"/>
                  </a:lnTo>
                  <a:lnTo>
                    <a:pt x="316991" y="3048"/>
                  </a:lnTo>
                  <a:lnTo>
                    <a:pt x="278891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6819900" y="2657855"/>
              <a:ext cx="577850" cy="574675"/>
            </a:xfrm>
            <a:custGeom>
              <a:avLst/>
              <a:gdLst/>
              <a:ahLst/>
              <a:cxnLst/>
              <a:rect l="l" t="t" r="r" b="b"/>
              <a:pathLst>
                <a:path w="577850" h="574675">
                  <a:moveTo>
                    <a:pt x="577596" y="286512"/>
                  </a:moveTo>
                  <a:lnTo>
                    <a:pt x="572693" y="245364"/>
                  </a:lnTo>
                  <a:lnTo>
                    <a:pt x="569976" y="222504"/>
                  </a:lnTo>
                  <a:lnTo>
                    <a:pt x="569099" y="219456"/>
                  </a:lnTo>
                  <a:lnTo>
                    <a:pt x="560832" y="190500"/>
                  </a:lnTo>
                  <a:lnTo>
                    <a:pt x="557784" y="183286"/>
                  </a:lnTo>
                  <a:lnTo>
                    <a:pt x="557784" y="272796"/>
                  </a:lnTo>
                  <a:lnTo>
                    <a:pt x="557784" y="300228"/>
                  </a:lnTo>
                  <a:lnTo>
                    <a:pt x="554736" y="313944"/>
                  </a:lnTo>
                  <a:lnTo>
                    <a:pt x="554736" y="327660"/>
                  </a:lnTo>
                  <a:lnTo>
                    <a:pt x="551688" y="341376"/>
                  </a:lnTo>
                  <a:lnTo>
                    <a:pt x="551688" y="339852"/>
                  </a:lnTo>
                  <a:lnTo>
                    <a:pt x="545592" y="367284"/>
                  </a:lnTo>
                  <a:lnTo>
                    <a:pt x="545592" y="365760"/>
                  </a:lnTo>
                  <a:lnTo>
                    <a:pt x="541020" y="379476"/>
                  </a:lnTo>
                  <a:lnTo>
                    <a:pt x="541020" y="377952"/>
                  </a:lnTo>
                  <a:lnTo>
                    <a:pt x="534924" y="391668"/>
                  </a:lnTo>
                  <a:lnTo>
                    <a:pt x="530352" y="403860"/>
                  </a:lnTo>
                  <a:lnTo>
                    <a:pt x="530352" y="402336"/>
                  </a:lnTo>
                  <a:lnTo>
                    <a:pt x="518160" y="426720"/>
                  </a:lnTo>
                  <a:lnTo>
                    <a:pt x="518160" y="425196"/>
                  </a:lnTo>
                  <a:lnTo>
                    <a:pt x="510540" y="437388"/>
                  </a:lnTo>
                  <a:lnTo>
                    <a:pt x="510540" y="435864"/>
                  </a:lnTo>
                  <a:lnTo>
                    <a:pt x="495300" y="457200"/>
                  </a:lnTo>
                  <a:lnTo>
                    <a:pt x="496824" y="457200"/>
                  </a:lnTo>
                  <a:lnTo>
                    <a:pt x="487680" y="466344"/>
                  </a:lnTo>
                  <a:lnTo>
                    <a:pt x="478536" y="477012"/>
                  </a:lnTo>
                  <a:lnTo>
                    <a:pt x="469392" y="484860"/>
                  </a:lnTo>
                  <a:lnTo>
                    <a:pt x="469392" y="484632"/>
                  </a:lnTo>
                  <a:lnTo>
                    <a:pt x="458724" y="493776"/>
                  </a:lnTo>
                  <a:lnTo>
                    <a:pt x="449580" y="501396"/>
                  </a:lnTo>
                  <a:lnTo>
                    <a:pt x="438912" y="509016"/>
                  </a:lnTo>
                  <a:lnTo>
                    <a:pt x="440436" y="509016"/>
                  </a:lnTo>
                  <a:lnTo>
                    <a:pt x="426720" y="515112"/>
                  </a:lnTo>
                  <a:lnTo>
                    <a:pt x="428244" y="515112"/>
                  </a:lnTo>
                  <a:lnTo>
                    <a:pt x="416052" y="522732"/>
                  </a:lnTo>
                  <a:lnTo>
                    <a:pt x="416052" y="523494"/>
                  </a:lnTo>
                  <a:lnTo>
                    <a:pt x="405384" y="528828"/>
                  </a:lnTo>
                  <a:lnTo>
                    <a:pt x="393192" y="533400"/>
                  </a:lnTo>
                  <a:lnTo>
                    <a:pt x="381000" y="539496"/>
                  </a:lnTo>
                  <a:lnTo>
                    <a:pt x="381000" y="537972"/>
                  </a:lnTo>
                  <a:lnTo>
                    <a:pt x="368808" y="542544"/>
                  </a:lnTo>
                  <a:lnTo>
                    <a:pt x="356616" y="545592"/>
                  </a:lnTo>
                  <a:lnTo>
                    <a:pt x="342900" y="548640"/>
                  </a:lnTo>
                  <a:lnTo>
                    <a:pt x="344424" y="548640"/>
                  </a:lnTo>
                  <a:lnTo>
                    <a:pt x="329184" y="551688"/>
                  </a:lnTo>
                  <a:lnTo>
                    <a:pt x="315468" y="553212"/>
                  </a:lnTo>
                  <a:lnTo>
                    <a:pt x="316992" y="553212"/>
                  </a:lnTo>
                  <a:lnTo>
                    <a:pt x="303276" y="554736"/>
                  </a:lnTo>
                  <a:lnTo>
                    <a:pt x="275844" y="554736"/>
                  </a:lnTo>
                  <a:lnTo>
                    <a:pt x="274320" y="554736"/>
                  </a:lnTo>
                  <a:lnTo>
                    <a:pt x="262128" y="553212"/>
                  </a:lnTo>
                  <a:lnTo>
                    <a:pt x="248412" y="551688"/>
                  </a:lnTo>
                  <a:lnTo>
                    <a:pt x="234696" y="548640"/>
                  </a:lnTo>
                  <a:lnTo>
                    <a:pt x="236220" y="548640"/>
                  </a:lnTo>
                  <a:lnTo>
                    <a:pt x="220980" y="545592"/>
                  </a:lnTo>
                  <a:lnTo>
                    <a:pt x="222504" y="545592"/>
                  </a:lnTo>
                  <a:lnTo>
                    <a:pt x="208788" y="542544"/>
                  </a:lnTo>
                  <a:lnTo>
                    <a:pt x="196596" y="537972"/>
                  </a:lnTo>
                  <a:lnTo>
                    <a:pt x="196596" y="539496"/>
                  </a:lnTo>
                  <a:lnTo>
                    <a:pt x="184404" y="533400"/>
                  </a:lnTo>
                  <a:lnTo>
                    <a:pt x="185928" y="533400"/>
                  </a:lnTo>
                  <a:lnTo>
                    <a:pt x="172212" y="528828"/>
                  </a:lnTo>
                  <a:lnTo>
                    <a:pt x="161544" y="522732"/>
                  </a:lnTo>
                  <a:lnTo>
                    <a:pt x="138684" y="509016"/>
                  </a:lnTo>
                  <a:lnTo>
                    <a:pt x="140208" y="509016"/>
                  </a:lnTo>
                  <a:lnTo>
                    <a:pt x="128016" y="501396"/>
                  </a:lnTo>
                  <a:lnTo>
                    <a:pt x="118872" y="493776"/>
                  </a:lnTo>
                  <a:lnTo>
                    <a:pt x="109982" y="486156"/>
                  </a:lnTo>
                  <a:lnTo>
                    <a:pt x="108204" y="484632"/>
                  </a:lnTo>
                  <a:lnTo>
                    <a:pt x="108204" y="486156"/>
                  </a:lnTo>
                  <a:lnTo>
                    <a:pt x="89916" y="466344"/>
                  </a:lnTo>
                  <a:lnTo>
                    <a:pt x="82296" y="457200"/>
                  </a:lnTo>
                  <a:lnTo>
                    <a:pt x="68135" y="437388"/>
                  </a:lnTo>
                  <a:lnTo>
                    <a:pt x="67056" y="435864"/>
                  </a:lnTo>
                  <a:lnTo>
                    <a:pt x="67056" y="437388"/>
                  </a:lnTo>
                  <a:lnTo>
                    <a:pt x="59436" y="425196"/>
                  </a:lnTo>
                  <a:lnTo>
                    <a:pt x="60960" y="426720"/>
                  </a:lnTo>
                  <a:lnTo>
                    <a:pt x="53340" y="414528"/>
                  </a:lnTo>
                  <a:lnTo>
                    <a:pt x="47244" y="402336"/>
                  </a:lnTo>
                  <a:lnTo>
                    <a:pt x="48768" y="403860"/>
                  </a:lnTo>
                  <a:lnTo>
                    <a:pt x="48006" y="402336"/>
                  </a:lnTo>
                  <a:lnTo>
                    <a:pt x="42672" y="391668"/>
                  </a:lnTo>
                  <a:lnTo>
                    <a:pt x="38608" y="379476"/>
                  </a:lnTo>
                  <a:lnTo>
                    <a:pt x="38100" y="377952"/>
                  </a:lnTo>
                  <a:lnTo>
                    <a:pt x="38100" y="379476"/>
                  </a:lnTo>
                  <a:lnTo>
                    <a:pt x="32677" y="367284"/>
                  </a:lnTo>
                  <a:lnTo>
                    <a:pt x="32004" y="365760"/>
                  </a:lnTo>
                  <a:lnTo>
                    <a:pt x="32004" y="367284"/>
                  </a:lnTo>
                  <a:lnTo>
                    <a:pt x="26238" y="341376"/>
                  </a:lnTo>
                  <a:lnTo>
                    <a:pt x="25908" y="339852"/>
                  </a:lnTo>
                  <a:lnTo>
                    <a:pt x="25908" y="341376"/>
                  </a:lnTo>
                  <a:lnTo>
                    <a:pt x="21336" y="300228"/>
                  </a:lnTo>
                  <a:lnTo>
                    <a:pt x="21336" y="272796"/>
                  </a:lnTo>
                  <a:lnTo>
                    <a:pt x="22860" y="259080"/>
                  </a:lnTo>
                  <a:lnTo>
                    <a:pt x="22860" y="260604"/>
                  </a:lnTo>
                  <a:lnTo>
                    <a:pt x="23012" y="259080"/>
                  </a:lnTo>
                  <a:lnTo>
                    <a:pt x="24384" y="245364"/>
                  </a:lnTo>
                  <a:lnTo>
                    <a:pt x="24384" y="246888"/>
                  </a:lnTo>
                  <a:lnTo>
                    <a:pt x="24549" y="245364"/>
                  </a:lnTo>
                  <a:lnTo>
                    <a:pt x="25908" y="233172"/>
                  </a:lnTo>
                  <a:lnTo>
                    <a:pt x="28956" y="219456"/>
                  </a:lnTo>
                  <a:lnTo>
                    <a:pt x="28956" y="220980"/>
                  </a:lnTo>
                  <a:lnTo>
                    <a:pt x="29286" y="219456"/>
                  </a:lnTo>
                  <a:lnTo>
                    <a:pt x="32004" y="207264"/>
                  </a:lnTo>
                  <a:lnTo>
                    <a:pt x="38100" y="195072"/>
                  </a:lnTo>
                  <a:lnTo>
                    <a:pt x="42672" y="181356"/>
                  </a:lnTo>
                  <a:lnTo>
                    <a:pt x="42672" y="182880"/>
                  </a:lnTo>
                  <a:lnTo>
                    <a:pt x="43319" y="181356"/>
                  </a:lnTo>
                  <a:lnTo>
                    <a:pt x="47244" y="172212"/>
                  </a:lnTo>
                  <a:lnTo>
                    <a:pt x="48768" y="170688"/>
                  </a:lnTo>
                  <a:lnTo>
                    <a:pt x="47244" y="170688"/>
                  </a:lnTo>
                  <a:lnTo>
                    <a:pt x="53340" y="158496"/>
                  </a:lnTo>
                  <a:lnTo>
                    <a:pt x="59436" y="149352"/>
                  </a:lnTo>
                  <a:lnTo>
                    <a:pt x="60960" y="147828"/>
                  </a:lnTo>
                  <a:lnTo>
                    <a:pt x="59436" y="147828"/>
                  </a:lnTo>
                  <a:lnTo>
                    <a:pt x="82296" y="115824"/>
                  </a:lnTo>
                  <a:lnTo>
                    <a:pt x="89916" y="106680"/>
                  </a:lnTo>
                  <a:lnTo>
                    <a:pt x="108204" y="88392"/>
                  </a:lnTo>
                  <a:lnTo>
                    <a:pt x="118872" y="80772"/>
                  </a:lnTo>
                  <a:lnTo>
                    <a:pt x="118872" y="79248"/>
                  </a:lnTo>
                  <a:lnTo>
                    <a:pt x="128016" y="71628"/>
                  </a:lnTo>
                  <a:lnTo>
                    <a:pt x="138684" y="65532"/>
                  </a:lnTo>
                  <a:lnTo>
                    <a:pt x="140208" y="64008"/>
                  </a:lnTo>
                  <a:lnTo>
                    <a:pt x="138684" y="64008"/>
                  </a:lnTo>
                  <a:lnTo>
                    <a:pt x="161544" y="50292"/>
                  </a:lnTo>
                  <a:lnTo>
                    <a:pt x="161544" y="51816"/>
                  </a:lnTo>
                  <a:lnTo>
                    <a:pt x="164211" y="50292"/>
                  </a:lnTo>
                  <a:lnTo>
                    <a:pt x="208788" y="30480"/>
                  </a:lnTo>
                  <a:lnTo>
                    <a:pt x="234696" y="24384"/>
                  </a:lnTo>
                  <a:lnTo>
                    <a:pt x="248412" y="21336"/>
                  </a:lnTo>
                  <a:lnTo>
                    <a:pt x="262128" y="19812"/>
                  </a:lnTo>
                  <a:lnTo>
                    <a:pt x="274320" y="19812"/>
                  </a:lnTo>
                  <a:lnTo>
                    <a:pt x="289560" y="18288"/>
                  </a:lnTo>
                  <a:lnTo>
                    <a:pt x="303276" y="19812"/>
                  </a:lnTo>
                  <a:lnTo>
                    <a:pt x="315468" y="19812"/>
                  </a:lnTo>
                  <a:lnTo>
                    <a:pt x="316992" y="19812"/>
                  </a:lnTo>
                  <a:lnTo>
                    <a:pt x="368808" y="30480"/>
                  </a:lnTo>
                  <a:lnTo>
                    <a:pt x="405384" y="45720"/>
                  </a:lnTo>
                  <a:lnTo>
                    <a:pt x="416052" y="50292"/>
                  </a:lnTo>
                  <a:lnTo>
                    <a:pt x="428244" y="57912"/>
                  </a:lnTo>
                  <a:lnTo>
                    <a:pt x="440436" y="64008"/>
                  </a:lnTo>
                  <a:lnTo>
                    <a:pt x="438912" y="64008"/>
                  </a:lnTo>
                  <a:lnTo>
                    <a:pt x="440436" y="65532"/>
                  </a:lnTo>
                  <a:lnTo>
                    <a:pt x="449580" y="71628"/>
                  </a:lnTo>
                  <a:lnTo>
                    <a:pt x="449580" y="73152"/>
                  </a:lnTo>
                  <a:lnTo>
                    <a:pt x="458724" y="79248"/>
                  </a:lnTo>
                  <a:lnTo>
                    <a:pt x="469392" y="88392"/>
                  </a:lnTo>
                  <a:lnTo>
                    <a:pt x="496824" y="115824"/>
                  </a:lnTo>
                  <a:lnTo>
                    <a:pt x="495300" y="115824"/>
                  </a:lnTo>
                  <a:lnTo>
                    <a:pt x="496824" y="117348"/>
                  </a:lnTo>
                  <a:lnTo>
                    <a:pt x="502920" y="126492"/>
                  </a:lnTo>
                  <a:lnTo>
                    <a:pt x="518160" y="147828"/>
                  </a:lnTo>
                  <a:lnTo>
                    <a:pt x="530352" y="170688"/>
                  </a:lnTo>
                  <a:lnTo>
                    <a:pt x="534924" y="182880"/>
                  </a:lnTo>
                  <a:lnTo>
                    <a:pt x="534924" y="181356"/>
                  </a:lnTo>
                  <a:lnTo>
                    <a:pt x="541020" y="195072"/>
                  </a:lnTo>
                  <a:lnTo>
                    <a:pt x="545592" y="207264"/>
                  </a:lnTo>
                  <a:lnTo>
                    <a:pt x="548640" y="220980"/>
                  </a:lnTo>
                  <a:lnTo>
                    <a:pt x="548640" y="219456"/>
                  </a:lnTo>
                  <a:lnTo>
                    <a:pt x="551688" y="233172"/>
                  </a:lnTo>
                  <a:lnTo>
                    <a:pt x="551688" y="237744"/>
                  </a:lnTo>
                  <a:lnTo>
                    <a:pt x="554736" y="246888"/>
                  </a:lnTo>
                  <a:lnTo>
                    <a:pt x="554736" y="259080"/>
                  </a:lnTo>
                  <a:lnTo>
                    <a:pt x="557784" y="272796"/>
                  </a:lnTo>
                  <a:lnTo>
                    <a:pt x="557784" y="183286"/>
                  </a:lnTo>
                  <a:lnTo>
                    <a:pt x="556971" y="181356"/>
                  </a:lnTo>
                  <a:lnTo>
                    <a:pt x="548640" y="161544"/>
                  </a:lnTo>
                  <a:lnTo>
                    <a:pt x="516636" y="109728"/>
                  </a:lnTo>
                  <a:lnTo>
                    <a:pt x="478536" y="68580"/>
                  </a:lnTo>
                  <a:lnTo>
                    <a:pt x="432816" y="36576"/>
                  </a:lnTo>
                  <a:lnTo>
                    <a:pt x="392582" y="18288"/>
                  </a:lnTo>
                  <a:lnTo>
                    <a:pt x="382524" y="13716"/>
                  </a:lnTo>
                  <a:lnTo>
                    <a:pt x="329184" y="1524"/>
                  </a:lnTo>
                  <a:lnTo>
                    <a:pt x="274320" y="0"/>
                  </a:lnTo>
                  <a:lnTo>
                    <a:pt x="248412" y="1524"/>
                  </a:lnTo>
                  <a:lnTo>
                    <a:pt x="195072" y="13716"/>
                  </a:lnTo>
                  <a:lnTo>
                    <a:pt x="144780" y="36576"/>
                  </a:lnTo>
                  <a:lnTo>
                    <a:pt x="99060" y="68580"/>
                  </a:lnTo>
                  <a:lnTo>
                    <a:pt x="60960" y="109728"/>
                  </a:lnTo>
                  <a:lnTo>
                    <a:pt x="28956" y="161544"/>
                  </a:lnTo>
                  <a:lnTo>
                    <a:pt x="7620" y="222504"/>
                  </a:lnTo>
                  <a:lnTo>
                    <a:pt x="0" y="272796"/>
                  </a:lnTo>
                  <a:lnTo>
                    <a:pt x="0" y="301752"/>
                  </a:lnTo>
                  <a:lnTo>
                    <a:pt x="7620" y="345948"/>
                  </a:lnTo>
                  <a:lnTo>
                    <a:pt x="21336" y="394716"/>
                  </a:lnTo>
                  <a:lnTo>
                    <a:pt x="47244" y="443484"/>
                  </a:lnTo>
                  <a:lnTo>
                    <a:pt x="73152" y="477012"/>
                  </a:lnTo>
                  <a:lnTo>
                    <a:pt x="118872" y="518160"/>
                  </a:lnTo>
                  <a:lnTo>
                    <a:pt x="128016" y="525780"/>
                  </a:lnTo>
                  <a:lnTo>
                    <a:pt x="138684" y="531876"/>
                  </a:lnTo>
                  <a:lnTo>
                    <a:pt x="160020" y="544068"/>
                  </a:lnTo>
                  <a:lnTo>
                    <a:pt x="184404" y="554736"/>
                  </a:lnTo>
                  <a:lnTo>
                    <a:pt x="193548" y="559308"/>
                  </a:lnTo>
                  <a:lnTo>
                    <a:pt x="220980" y="566928"/>
                  </a:lnTo>
                  <a:lnTo>
                    <a:pt x="228600" y="568452"/>
                  </a:lnTo>
                  <a:lnTo>
                    <a:pt x="234696" y="569976"/>
                  </a:lnTo>
                  <a:lnTo>
                    <a:pt x="265176" y="574548"/>
                  </a:lnTo>
                  <a:lnTo>
                    <a:pt x="303276" y="574548"/>
                  </a:lnTo>
                  <a:lnTo>
                    <a:pt x="316992" y="574548"/>
                  </a:lnTo>
                  <a:lnTo>
                    <a:pt x="318516" y="574548"/>
                  </a:lnTo>
                  <a:lnTo>
                    <a:pt x="332232" y="571500"/>
                  </a:lnTo>
                  <a:lnTo>
                    <a:pt x="344424" y="569976"/>
                  </a:lnTo>
                  <a:lnTo>
                    <a:pt x="373380" y="562356"/>
                  </a:lnTo>
                  <a:lnTo>
                    <a:pt x="405384" y="550164"/>
                  </a:lnTo>
                  <a:lnTo>
                    <a:pt x="409956" y="548640"/>
                  </a:lnTo>
                  <a:lnTo>
                    <a:pt x="416052" y="545592"/>
                  </a:lnTo>
                  <a:lnTo>
                    <a:pt x="428244" y="537972"/>
                  </a:lnTo>
                  <a:lnTo>
                    <a:pt x="440436" y="531876"/>
                  </a:lnTo>
                  <a:lnTo>
                    <a:pt x="443484" y="530352"/>
                  </a:lnTo>
                  <a:lnTo>
                    <a:pt x="449580" y="525780"/>
                  </a:lnTo>
                  <a:lnTo>
                    <a:pt x="469392" y="512064"/>
                  </a:lnTo>
                  <a:lnTo>
                    <a:pt x="475488" y="507492"/>
                  </a:lnTo>
                  <a:lnTo>
                    <a:pt x="478536" y="504444"/>
                  </a:lnTo>
                  <a:lnTo>
                    <a:pt x="496824" y="487680"/>
                  </a:lnTo>
                  <a:lnTo>
                    <a:pt x="527304" y="449580"/>
                  </a:lnTo>
                  <a:lnTo>
                    <a:pt x="534504" y="437388"/>
                  </a:lnTo>
                  <a:lnTo>
                    <a:pt x="540804" y="426720"/>
                  </a:lnTo>
                  <a:lnTo>
                    <a:pt x="547116" y="416052"/>
                  </a:lnTo>
                  <a:lnTo>
                    <a:pt x="551688" y="403860"/>
                  </a:lnTo>
                  <a:lnTo>
                    <a:pt x="557784" y="391668"/>
                  </a:lnTo>
                  <a:lnTo>
                    <a:pt x="562356" y="379476"/>
                  </a:lnTo>
                  <a:lnTo>
                    <a:pt x="573024" y="341376"/>
                  </a:lnTo>
                  <a:lnTo>
                    <a:pt x="576072" y="301752"/>
                  </a:lnTo>
                  <a:lnTo>
                    <a:pt x="577596" y="2865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760249" y="2343447"/>
            <a:ext cx="342340" cy="411123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algn="ctr">
              <a:lnSpc>
                <a:spcPts val="1619"/>
              </a:lnSpc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S</a:t>
            </a:r>
            <a:endParaRPr sz="1412">
              <a:latin typeface="Arial"/>
              <a:cs typeface="Arial"/>
            </a:endParaRPr>
          </a:p>
          <a:p>
            <a:pPr algn="ctr">
              <a:lnSpc>
                <a:spcPts val="1460"/>
              </a:lnSpc>
            </a:pPr>
            <a:r>
              <a:rPr sz="1279" spc="-9" dirty="0">
                <a:solidFill>
                  <a:srgbClr val="FFFFFF"/>
                </a:solidFill>
                <a:latin typeface="Microsoft Sans Serif"/>
                <a:cs typeface="Microsoft Sans Serif"/>
              </a:rPr>
              <a:t>start</a:t>
            </a:r>
            <a:endParaRPr sz="1279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20527" y="2720788"/>
            <a:ext cx="5236509" cy="317126"/>
            <a:chOff x="1883664" y="3083560"/>
            <a:chExt cx="5934710" cy="359410"/>
          </a:xfrm>
        </p:grpSpPr>
        <p:sp>
          <p:nvSpPr>
            <p:cNvPr id="12" name="object 12"/>
            <p:cNvSpPr/>
            <p:nvPr/>
          </p:nvSpPr>
          <p:spPr>
            <a:xfrm>
              <a:off x="6400800" y="3144011"/>
              <a:ext cx="1417320" cy="299085"/>
            </a:xfrm>
            <a:custGeom>
              <a:avLst/>
              <a:gdLst/>
              <a:ahLst/>
              <a:cxnLst/>
              <a:rect l="l" t="t" r="r" b="b"/>
              <a:pathLst>
                <a:path w="1417320" h="299085">
                  <a:moveTo>
                    <a:pt x="516636" y="16764"/>
                  </a:moveTo>
                  <a:lnTo>
                    <a:pt x="505968" y="0"/>
                  </a:lnTo>
                  <a:lnTo>
                    <a:pt x="0" y="298704"/>
                  </a:lnTo>
                  <a:lnTo>
                    <a:pt x="41148" y="298704"/>
                  </a:lnTo>
                  <a:lnTo>
                    <a:pt x="516636" y="16764"/>
                  </a:lnTo>
                  <a:close/>
                </a:path>
                <a:path w="1417320" h="299085">
                  <a:moveTo>
                    <a:pt x="1417320" y="298704"/>
                  </a:moveTo>
                  <a:lnTo>
                    <a:pt x="911352" y="0"/>
                  </a:lnTo>
                  <a:lnTo>
                    <a:pt x="900684" y="16764"/>
                  </a:lnTo>
                  <a:lnTo>
                    <a:pt x="1376172" y="298704"/>
                  </a:lnTo>
                  <a:lnTo>
                    <a:pt x="1417320" y="2987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7098792" y="3232404"/>
              <a:ext cx="21590" cy="210820"/>
            </a:xfrm>
            <a:custGeom>
              <a:avLst/>
              <a:gdLst/>
              <a:ahLst/>
              <a:cxnLst/>
              <a:rect l="l" t="t" r="r" b="b"/>
              <a:pathLst>
                <a:path w="21590" h="210820">
                  <a:moveTo>
                    <a:pt x="21335" y="0"/>
                  </a:moveTo>
                  <a:lnTo>
                    <a:pt x="0" y="0"/>
                  </a:lnTo>
                  <a:lnTo>
                    <a:pt x="0" y="210312"/>
                  </a:lnTo>
                  <a:lnTo>
                    <a:pt x="21335" y="210312"/>
                  </a:lnTo>
                  <a:lnTo>
                    <a:pt x="21335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1883664" y="3083559"/>
              <a:ext cx="2845435" cy="359410"/>
            </a:xfrm>
            <a:custGeom>
              <a:avLst/>
              <a:gdLst/>
              <a:ahLst/>
              <a:cxnLst/>
              <a:rect l="l" t="t" r="r" b="b"/>
              <a:pathLst>
                <a:path w="2845435" h="359410">
                  <a:moveTo>
                    <a:pt x="2845308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1190244" y="31750"/>
                  </a:lnTo>
                  <a:lnTo>
                    <a:pt x="1190244" y="255270"/>
                  </a:lnTo>
                  <a:lnTo>
                    <a:pt x="0" y="255270"/>
                  </a:lnTo>
                  <a:lnTo>
                    <a:pt x="0" y="266700"/>
                  </a:lnTo>
                  <a:lnTo>
                    <a:pt x="1190244" y="266700"/>
                  </a:lnTo>
                  <a:lnTo>
                    <a:pt x="1190244" y="359410"/>
                  </a:lnTo>
                  <a:lnTo>
                    <a:pt x="1200912" y="359410"/>
                  </a:lnTo>
                  <a:lnTo>
                    <a:pt x="1200912" y="266700"/>
                  </a:lnTo>
                  <a:lnTo>
                    <a:pt x="2845308" y="266700"/>
                  </a:lnTo>
                  <a:lnTo>
                    <a:pt x="2845308" y="255270"/>
                  </a:lnTo>
                  <a:lnTo>
                    <a:pt x="1200912" y="255270"/>
                  </a:lnTo>
                  <a:lnTo>
                    <a:pt x="1200912" y="31750"/>
                  </a:lnTo>
                  <a:lnTo>
                    <a:pt x="2845308" y="31750"/>
                  </a:lnTo>
                  <a:lnTo>
                    <a:pt x="28453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75246" y="2719849"/>
            <a:ext cx="167752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dirty="0">
                <a:solidFill>
                  <a:srgbClr val="101010"/>
                </a:solidFill>
                <a:latin typeface="Arial"/>
                <a:cs typeface="Arial"/>
              </a:rPr>
              <a:t>expnd.</a:t>
            </a:r>
            <a:r>
              <a:rPr sz="1279" b="1" spc="-66" dirty="0">
                <a:solidFill>
                  <a:srgbClr val="101010"/>
                </a:solidFill>
                <a:latin typeface="Arial"/>
                <a:cs typeface="Arial"/>
              </a:rPr>
              <a:t> </a:t>
            </a:r>
            <a:r>
              <a:rPr sz="1279" b="1" dirty="0">
                <a:solidFill>
                  <a:srgbClr val="101010"/>
                </a:solidFill>
                <a:latin typeface="Arial"/>
                <a:cs typeface="Arial"/>
              </a:rPr>
              <a:t>node</a:t>
            </a:r>
            <a:r>
              <a:rPr sz="1279" b="1" spc="243" dirty="0">
                <a:solidFill>
                  <a:srgbClr val="101010"/>
                </a:solidFill>
                <a:latin typeface="Arial"/>
                <a:cs typeface="Arial"/>
              </a:rPr>
              <a:t> </a:t>
            </a:r>
            <a:r>
              <a:rPr sz="1279" b="1" spc="-9" dirty="0">
                <a:solidFill>
                  <a:srgbClr val="101010"/>
                </a:solidFill>
                <a:latin typeface="Arial"/>
                <a:cs typeface="Arial"/>
              </a:rPr>
              <a:t>Frontier</a:t>
            </a:r>
            <a:endParaRPr sz="1279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792058" y="3096857"/>
            <a:ext cx="6547596" cy="332254"/>
            <a:chOff x="1284732" y="3509771"/>
            <a:chExt cx="7420609" cy="376555"/>
          </a:xfrm>
        </p:grpSpPr>
        <p:sp>
          <p:nvSpPr>
            <p:cNvPr id="17" name="object 17"/>
            <p:cNvSpPr/>
            <p:nvPr/>
          </p:nvSpPr>
          <p:spPr>
            <a:xfrm>
              <a:off x="1284732" y="3509771"/>
              <a:ext cx="7420609" cy="376555"/>
            </a:xfrm>
            <a:custGeom>
              <a:avLst/>
              <a:gdLst/>
              <a:ahLst/>
              <a:cxnLst/>
              <a:rect l="l" t="t" r="r" b="b"/>
              <a:pathLst>
                <a:path w="7420609" h="376554">
                  <a:moveTo>
                    <a:pt x="7420356" y="0"/>
                  </a:moveTo>
                  <a:lnTo>
                    <a:pt x="0" y="0"/>
                  </a:lnTo>
                  <a:lnTo>
                    <a:pt x="0" y="376427"/>
                  </a:lnTo>
                  <a:lnTo>
                    <a:pt x="7420356" y="376427"/>
                  </a:lnTo>
                  <a:lnTo>
                    <a:pt x="74203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5921184" y="3662171"/>
              <a:ext cx="544830" cy="224154"/>
            </a:xfrm>
            <a:custGeom>
              <a:avLst/>
              <a:gdLst/>
              <a:ahLst/>
              <a:cxnLst/>
              <a:rect l="l" t="t" r="r" b="b"/>
              <a:pathLst>
                <a:path w="544829" h="224154">
                  <a:moveTo>
                    <a:pt x="272351" y="0"/>
                  </a:moveTo>
                  <a:lnTo>
                    <a:pt x="234251" y="3048"/>
                  </a:lnTo>
                  <a:lnTo>
                    <a:pt x="164147" y="21336"/>
                  </a:lnTo>
                  <a:lnTo>
                    <a:pt x="101663" y="57912"/>
                  </a:lnTo>
                  <a:lnTo>
                    <a:pt x="51371" y="108203"/>
                  </a:lnTo>
                  <a:lnTo>
                    <a:pt x="16319" y="170687"/>
                  </a:lnTo>
                  <a:lnTo>
                    <a:pt x="0" y="224027"/>
                  </a:lnTo>
                  <a:lnTo>
                    <a:pt x="544702" y="224027"/>
                  </a:lnTo>
                  <a:lnTo>
                    <a:pt x="528383" y="170687"/>
                  </a:lnTo>
                  <a:lnTo>
                    <a:pt x="491807" y="108203"/>
                  </a:lnTo>
                  <a:lnTo>
                    <a:pt x="441515" y="57912"/>
                  </a:lnTo>
                  <a:lnTo>
                    <a:pt x="380555" y="21336"/>
                  </a:lnTo>
                  <a:lnTo>
                    <a:pt x="310451" y="3048"/>
                  </a:lnTo>
                  <a:lnTo>
                    <a:pt x="27235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5909996" y="3653027"/>
              <a:ext cx="565150" cy="233679"/>
            </a:xfrm>
            <a:custGeom>
              <a:avLst/>
              <a:gdLst/>
              <a:ahLst/>
              <a:cxnLst/>
              <a:rect l="l" t="t" r="r" b="b"/>
              <a:pathLst>
                <a:path w="565150" h="233679">
                  <a:moveTo>
                    <a:pt x="565035" y="233172"/>
                  </a:moveTo>
                  <a:lnTo>
                    <a:pt x="563956" y="224028"/>
                  </a:lnTo>
                  <a:lnTo>
                    <a:pt x="559155" y="207264"/>
                  </a:lnTo>
                  <a:lnTo>
                    <a:pt x="555675" y="195072"/>
                  </a:lnTo>
                  <a:lnTo>
                    <a:pt x="554812" y="192024"/>
                  </a:lnTo>
                  <a:lnTo>
                    <a:pt x="544703" y="170688"/>
                  </a:lnTo>
                  <a:lnTo>
                    <a:pt x="541096" y="163068"/>
                  </a:lnTo>
                  <a:lnTo>
                    <a:pt x="532130" y="147828"/>
                  </a:lnTo>
                  <a:lnTo>
                    <a:pt x="525856" y="137160"/>
                  </a:lnTo>
                  <a:lnTo>
                    <a:pt x="519569" y="126492"/>
                  </a:lnTo>
                  <a:lnTo>
                    <a:pt x="510616" y="111252"/>
                  </a:lnTo>
                  <a:lnTo>
                    <a:pt x="472516" y="68580"/>
                  </a:lnTo>
                  <a:lnTo>
                    <a:pt x="426796" y="36576"/>
                  </a:lnTo>
                  <a:lnTo>
                    <a:pt x="423202" y="35052"/>
                  </a:lnTo>
                  <a:lnTo>
                    <a:pt x="387273" y="19812"/>
                  </a:lnTo>
                  <a:lnTo>
                    <a:pt x="376504" y="15240"/>
                  </a:lnTo>
                  <a:lnTo>
                    <a:pt x="323164" y="3048"/>
                  </a:lnTo>
                  <a:lnTo>
                    <a:pt x="268300" y="0"/>
                  </a:lnTo>
                  <a:lnTo>
                    <a:pt x="242392" y="3048"/>
                  </a:lnTo>
                  <a:lnTo>
                    <a:pt x="189052" y="15240"/>
                  </a:lnTo>
                  <a:lnTo>
                    <a:pt x="138760" y="36576"/>
                  </a:lnTo>
                  <a:lnTo>
                    <a:pt x="93040" y="68580"/>
                  </a:lnTo>
                  <a:lnTo>
                    <a:pt x="54940" y="111252"/>
                  </a:lnTo>
                  <a:lnTo>
                    <a:pt x="22936" y="163068"/>
                  </a:lnTo>
                  <a:lnTo>
                    <a:pt x="1600" y="224028"/>
                  </a:lnTo>
                  <a:lnTo>
                    <a:pt x="0" y="233172"/>
                  </a:lnTo>
                  <a:lnTo>
                    <a:pt x="20218" y="233172"/>
                  </a:lnTo>
                  <a:lnTo>
                    <a:pt x="25984" y="207264"/>
                  </a:lnTo>
                  <a:lnTo>
                    <a:pt x="25984" y="208788"/>
                  </a:lnTo>
                  <a:lnTo>
                    <a:pt x="26657" y="207264"/>
                  </a:lnTo>
                  <a:lnTo>
                    <a:pt x="32080" y="195072"/>
                  </a:lnTo>
                  <a:lnTo>
                    <a:pt x="32080" y="196596"/>
                  </a:lnTo>
                  <a:lnTo>
                    <a:pt x="32410" y="195072"/>
                  </a:lnTo>
                  <a:lnTo>
                    <a:pt x="35128" y="182880"/>
                  </a:lnTo>
                  <a:lnTo>
                    <a:pt x="41224" y="173736"/>
                  </a:lnTo>
                  <a:lnTo>
                    <a:pt x="41224" y="172212"/>
                  </a:lnTo>
                  <a:lnTo>
                    <a:pt x="47320" y="160020"/>
                  </a:lnTo>
                  <a:lnTo>
                    <a:pt x="53416" y="149352"/>
                  </a:lnTo>
                  <a:lnTo>
                    <a:pt x="61036" y="137160"/>
                  </a:lnTo>
                  <a:lnTo>
                    <a:pt x="61036" y="138684"/>
                  </a:lnTo>
                  <a:lnTo>
                    <a:pt x="61988" y="137160"/>
                  </a:lnTo>
                  <a:lnTo>
                    <a:pt x="68656" y="126492"/>
                  </a:lnTo>
                  <a:lnTo>
                    <a:pt x="83896" y="108204"/>
                  </a:lnTo>
                  <a:lnTo>
                    <a:pt x="102184" y="88392"/>
                  </a:lnTo>
                  <a:lnTo>
                    <a:pt x="102184" y="89916"/>
                  </a:lnTo>
                  <a:lnTo>
                    <a:pt x="104013" y="88392"/>
                  </a:lnTo>
                  <a:lnTo>
                    <a:pt x="111328" y="82296"/>
                  </a:lnTo>
                  <a:lnTo>
                    <a:pt x="112852" y="80772"/>
                  </a:lnTo>
                  <a:lnTo>
                    <a:pt x="111328" y="80772"/>
                  </a:lnTo>
                  <a:lnTo>
                    <a:pt x="132664" y="65532"/>
                  </a:lnTo>
                  <a:lnTo>
                    <a:pt x="155524" y="51816"/>
                  </a:lnTo>
                  <a:lnTo>
                    <a:pt x="166192" y="45720"/>
                  </a:lnTo>
                  <a:lnTo>
                    <a:pt x="178384" y="41148"/>
                  </a:lnTo>
                  <a:lnTo>
                    <a:pt x="190576" y="35052"/>
                  </a:lnTo>
                  <a:lnTo>
                    <a:pt x="190576" y="36576"/>
                  </a:lnTo>
                  <a:lnTo>
                    <a:pt x="194640" y="35052"/>
                  </a:lnTo>
                  <a:lnTo>
                    <a:pt x="202768" y="32004"/>
                  </a:lnTo>
                  <a:lnTo>
                    <a:pt x="214960" y="28956"/>
                  </a:lnTo>
                  <a:lnTo>
                    <a:pt x="228676" y="25908"/>
                  </a:lnTo>
                  <a:lnTo>
                    <a:pt x="242392" y="22860"/>
                  </a:lnTo>
                  <a:lnTo>
                    <a:pt x="254584" y="21336"/>
                  </a:lnTo>
                  <a:lnTo>
                    <a:pt x="268300" y="19812"/>
                  </a:lnTo>
                  <a:lnTo>
                    <a:pt x="297256" y="19812"/>
                  </a:lnTo>
                  <a:lnTo>
                    <a:pt x="338404" y="25908"/>
                  </a:lnTo>
                  <a:lnTo>
                    <a:pt x="374980" y="36576"/>
                  </a:lnTo>
                  <a:lnTo>
                    <a:pt x="374980" y="35052"/>
                  </a:lnTo>
                  <a:lnTo>
                    <a:pt x="387172" y="41148"/>
                  </a:lnTo>
                  <a:lnTo>
                    <a:pt x="399364" y="45720"/>
                  </a:lnTo>
                  <a:lnTo>
                    <a:pt x="399364" y="47244"/>
                  </a:lnTo>
                  <a:lnTo>
                    <a:pt x="410032" y="51816"/>
                  </a:lnTo>
                  <a:lnTo>
                    <a:pt x="422224" y="57912"/>
                  </a:lnTo>
                  <a:lnTo>
                    <a:pt x="422224" y="59436"/>
                  </a:lnTo>
                  <a:lnTo>
                    <a:pt x="432892" y="65532"/>
                  </a:lnTo>
                  <a:lnTo>
                    <a:pt x="443560" y="73152"/>
                  </a:lnTo>
                  <a:lnTo>
                    <a:pt x="452704" y="80772"/>
                  </a:lnTo>
                  <a:lnTo>
                    <a:pt x="463372" y="89916"/>
                  </a:lnTo>
                  <a:lnTo>
                    <a:pt x="472516" y="97536"/>
                  </a:lnTo>
                  <a:lnTo>
                    <a:pt x="472516" y="99060"/>
                  </a:lnTo>
                  <a:lnTo>
                    <a:pt x="490804" y="117348"/>
                  </a:lnTo>
                  <a:lnTo>
                    <a:pt x="490804" y="118872"/>
                  </a:lnTo>
                  <a:lnTo>
                    <a:pt x="496900" y="128016"/>
                  </a:lnTo>
                  <a:lnTo>
                    <a:pt x="496900" y="126492"/>
                  </a:lnTo>
                  <a:lnTo>
                    <a:pt x="504520" y="138684"/>
                  </a:lnTo>
                  <a:lnTo>
                    <a:pt x="504520" y="137160"/>
                  </a:lnTo>
                  <a:lnTo>
                    <a:pt x="512140" y="149352"/>
                  </a:lnTo>
                  <a:lnTo>
                    <a:pt x="512140" y="147828"/>
                  </a:lnTo>
                  <a:lnTo>
                    <a:pt x="524332" y="172212"/>
                  </a:lnTo>
                  <a:lnTo>
                    <a:pt x="524332" y="170688"/>
                  </a:lnTo>
                  <a:lnTo>
                    <a:pt x="528904" y="182880"/>
                  </a:lnTo>
                  <a:lnTo>
                    <a:pt x="535000" y="196596"/>
                  </a:lnTo>
                  <a:lnTo>
                    <a:pt x="535000" y="195072"/>
                  </a:lnTo>
                  <a:lnTo>
                    <a:pt x="538048" y="208788"/>
                  </a:lnTo>
                  <a:lnTo>
                    <a:pt x="538048" y="207264"/>
                  </a:lnTo>
                  <a:lnTo>
                    <a:pt x="542620" y="220980"/>
                  </a:lnTo>
                  <a:lnTo>
                    <a:pt x="545325" y="233172"/>
                  </a:lnTo>
                  <a:lnTo>
                    <a:pt x="565035" y="233172"/>
                  </a:lnTo>
                  <a:close/>
                </a:path>
              </a:pathLst>
            </a:custGeom>
            <a:solidFill>
              <a:srgbClr val="FF7C8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07835" y="3698747"/>
              <a:ext cx="92963" cy="7315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035414" y="3284708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A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112597" y="3037690"/>
            <a:ext cx="1073524" cy="391646"/>
            <a:chOff x="6181344" y="3442715"/>
            <a:chExt cx="1216660" cy="443865"/>
          </a:xfrm>
        </p:grpSpPr>
        <p:sp>
          <p:nvSpPr>
            <p:cNvPr id="23" name="object 23"/>
            <p:cNvSpPr/>
            <p:nvPr/>
          </p:nvSpPr>
          <p:spPr>
            <a:xfrm>
              <a:off x="6181344" y="3442715"/>
              <a:ext cx="260985" cy="146685"/>
            </a:xfrm>
            <a:custGeom>
              <a:avLst/>
              <a:gdLst/>
              <a:ahLst/>
              <a:cxnLst/>
              <a:rect l="l" t="t" r="r" b="b"/>
              <a:pathLst>
                <a:path w="260985" h="146685">
                  <a:moveTo>
                    <a:pt x="260603" y="0"/>
                  </a:moveTo>
                  <a:lnTo>
                    <a:pt x="219455" y="0"/>
                  </a:lnTo>
                  <a:lnTo>
                    <a:pt x="30479" y="111251"/>
                  </a:lnTo>
                  <a:lnTo>
                    <a:pt x="19811" y="92963"/>
                  </a:lnTo>
                  <a:lnTo>
                    <a:pt x="0" y="141732"/>
                  </a:lnTo>
                  <a:lnTo>
                    <a:pt x="22859" y="143256"/>
                  </a:lnTo>
                  <a:lnTo>
                    <a:pt x="51815" y="146304"/>
                  </a:lnTo>
                  <a:lnTo>
                    <a:pt x="41147" y="128016"/>
                  </a:lnTo>
                  <a:lnTo>
                    <a:pt x="2606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6830568" y="3593591"/>
              <a:ext cx="558165" cy="292735"/>
            </a:xfrm>
            <a:custGeom>
              <a:avLst/>
              <a:gdLst/>
              <a:ahLst/>
              <a:cxnLst/>
              <a:rect l="l" t="t" r="r" b="b"/>
              <a:pathLst>
                <a:path w="558165" h="292735">
                  <a:moveTo>
                    <a:pt x="278891" y="0"/>
                  </a:moveTo>
                  <a:lnTo>
                    <a:pt x="240791" y="3048"/>
                  </a:lnTo>
                  <a:lnTo>
                    <a:pt x="170687" y="21336"/>
                  </a:lnTo>
                  <a:lnTo>
                    <a:pt x="108203" y="57912"/>
                  </a:lnTo>
                  <a:lnTo>
                    <a:pt x="57911" y="108204"/>
                  </a:lnTo>
                  <a:lnTo>
                    <a:pt x="22859" y="170687"/>
                  </a:lnTo>
                  <a:lnTo>
                    <a:pt x="3048" y="240792"/>
                  </a:lnTo>
                  <a:lnTo>
                    <a:pt x="0" y="278892"/>
                  </a:lnTo>
                  <a:lnTo>
                    <a:pt x="1143" y="292608"/>
                  </a:lnTo>
                  <a:lnTo>
                    <a:pt x="556640" y="292608"/>
                  </a:lnTo>
                  <a:lnTo>
                    <a:pt x="557783" y="278892"/>
                  </a:lnTo>
                  <a:lnTo>
                    <a:pt x="554735" y="240792"/>
                  </a:lnTo>
                  <a:lnTo>
                    <a:pt x="534924" y="170687"/>
                  </a:lnTo>
                  <a:lnTo>
                    <a:pt x="498348" y="108204"/>
                  </a:lnTo>
                  <a:lnTo>
                    <a:pt x="448055" y="57912"/>
                  </a:lnTo>
                  <a:lnTo>
                    <a:pt x="387096" y="21336"/>
                  </a:lnTo>
                  <a:lnTo>
                    <a:pt x="316991" y="3048"/>
                  </a:lnTo>
                  <a:lnTo>
                    <a:pt x="278891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6819900" y="3584447"/>
              <a:ext cx="577850" cy="302260"/>
            </a:xfrm>
            <a:custGeom>
              <a:avLst/>
              <a:gdLst/>
              <a:ahLst/>
              <a:cxnLst/>
              <a:rect l="l" t="t" r="r" b="b"/>
              <a:pathLst>
                <a:path w="577850" h="302260">
                  <a:moveTo>
                    <a:pt x="577596" y="288036"/>
                  </a:moveTo>
                  <a:lnTo>
                    <a:pt x="569976" y="224028"/>
                  </a:lnTo>
                  <a:lnTo>
                    <a:pt x="565175" y="207264"/>
                  </a:lnTo>
                  <a:lnTo>
                    <a:pt x="561695" y="195072"/>
                  </a:lnTo>
                  <a:lnTo>
                    <a:pt x="560832" y="192024"/>
                  </a:lnTo>
                  <a:lnTo>
                    <a:pt x="551840" y="170688"/>
                  </a:lnTo>
                  <a:lnTo>
                    <a:pt x="548640" y="163068"/>
                  </a:lnTo>
                  <a:lnTo>
                    <a:pt x="539216" y="147828"/>
                  </a:lnTo>
                  <a:lnTo>
                    <a:pt x="532638" y="137160"/>
                  </a:lnTo>
                  <a:lnTo>
                    <a:pt x="526046" y="126492"/>
                  </a:lnTo>
                  <a:lnTo>
                    <a:pt x="516636" y="111252"/>
                  </a:lnTo>
                  <a:lnTo>
                    <a:pt x="478536" y="68580"/>
                  </a:lnTo>
                  <a:lnTo>
                    <a:pt x="432816" y="36576"/>
                  </a:lnTo>
                  <a:lnTo>
                    <a:pt x="429221" y="35052"/>
                  </a:lnTo>
                  <a:lnTo>
                    <a:pt x="393293" y="19812"/>
                  </a:lnTo>
                  <a:lnTo>
                    <a:pt x="382524" y="15240"/>
                  </a:lnTo>
                  <a:lnTo>
                    <a:pt x="329184" y="3048"/>
                  </a:lnTo>
                  <a:lnTo>
                    <a:pt x="274320" y="0"/>
                  </a:lnTo>
                  <a:lnTo>
                    <a:pt x="248412" y="3048"/>
                  </a:lnTo>
                  <a:lnTo>
                    <a:pt x="195072" y="15240"/>
                  </a:lnTo>
                  <a:lnTo>
                    <a:pt x="144780" y="36576"/>
                  </a:lnTo>
                  <a:lnTo>
                    <a:pt x="99060" y="68580"/>
                  </a:lnTo>
                  <a:lnTo>
                    <a:pt x="60960" y="111252"/>
                  </a:lnTo>
                  <a:lnTo>
                    <a:pt x="28956" y="163068"/>
                  </a:lnTo>
                  <a:lnTo>
                    <a:pt x="7620" y="224028"/>
                  </a:lnTo>
                  <a:lnTo>
                    <a:pt x="0" y="272796"/>
                  </a:lnTo>
                  <a:lnTo>
                    <a:pt x="0" y="301752"/>
                  </a:lnTo>
                  <a:lnTo>
                    <a:pt x="21336" y="301752"/>
                  </a:lnTo>
                  <a:lnTo>
                    <a:pt x="21336" y="274320"/>
                  </a:lnTo>
                  <a:lnTo>
                    <a:pt x="25908" y="233172"/>
                  </a:lnTo>
                  <a:lnTo>
                    <a:pt x="25908" y="234696"/>
                  </a:lnTo>
                  <a:lnTo>
                    <a:pt x="26238" y="233172"/>
                  </a:lnTo>
                  <a:lnTo>
                    <a:pt x="32004" y="207264"/>
                  </a:lnTo>
                  <a:lnTo>
                    <a:pt x="32004" y="208788"/>
                  </a:lnTo>
                  <a:lnTo>
                    <a:pt x="32677" y="207264"/>
                  </a:lnTo>
                  <a:lnTo>
                    <a:pt x="38100" y="195072"/>
                  </a:lnTo>
                  <a:lnTo>
                    <a:pt x="38100" y="196596"/>
                  </a:lnTo>
                  <a:lnTo>
                    <a:pt x="38608" y="195072"/>
                  </a:lnTo>
                  <a:lnTo>
                    <a:pt x="42672" y="182880"/>
                  </a:lnTo>
                  <a:lnTo>
                    <a:pt x="47244" y="173736"/>
                  </a:lnTo>
                  <a:lnTo>
                    <a:pt x="48768" y="170688"/>
                  </a:lnTo>
                  <a:lnTo>
                    <a:pt x="47244" y="172212"/>
                  </a:lnTo>
                  <a:lnTo>
                    <a:pt x="53340" y="160020"/>
                  </a:lnTo>
                  <a:lnTo>
                    <a:pt x="59436" y="149352"/>
                  </a:lnTo>
                  <a:lnTo>
                    <a:pt x="67056" y="137160"/>
                  </a:lnTo>
                  <a:lnTo>
                    <a:pt x="67056" y="138684"/>
                  </a:lnTo>
                  <a:lnTo>
                    <a:pt x="68008" y="137160"/>
                  </a:lnTo>
                  <a:lnTo>
                    <a:pt x="74676" y="126492"/>
                  </a:lnTo>
                  <a:lnTo>
                    <a:pt x="89916" y="108204"/>
                  </a:lnTo>
                  <a:lnTo>
                    <a:pt x="108204" y="88392"/>
                  </a:lnTo>
                  <a:lnTo>
                    <a:pt x="108204" y="89916"/>
                  </a:lnTo>
                  <a:lnTo>
                    <a:pt x="110337" y="88392"/>
                  </a:lnTo>
                  <a:lnTo>
                    <a:pt x="118872" y="82296"/>
                  </a:lnTo>
                  <a:lnTo>
                    <a:pt x="118872" y="80772"/>
                  </a:lnTo>
                  <a:lnTo>
                    <a:pt x="128016" y="73152"/>
                  </a:lnTo>
                  <a:lnTo>
                    <a:pt x="138684" y="65532"/>
                  </a:lnTo>
                  <a:lnTo>
                    <a:pt x="161544" y="51816"/>
                  </a:lnTo>
                  <a:lnTo>
                    <a:pt x="172212" y="45720"/>
                  </a:lnTo>
                  <a:lnTo>
                    <a:pt x="184404" y="41148"/>
                  </a:lnTo>
                  <a:lnTo>
                    <a:pt x="196596" y="35052"/>
                  </a:lnTo>
                  <a:lnTo>
                    <a:pt x="196596" y="36576"/>
                  </a:lnTo>
                  <a:lnTo>
                    <a:pt x="200660" y="35052"/>
                  </a:lnTo>
                  <a:lnTo>
                    <a:pt x="208788" y="32004"/>
                  </a:lnTo>
                  <a:lnTo>
                    <a:pt x="220980" y="28956"/>
                  </a:lnTo>
                  <a:lnTo>
                    <a:pt x="234696" y="25908"/>
                  </a:lnTo>
                  <a:lnTo>
                    <a:pt x="248412" y="22860"/>
                  </a:lnTo>
                  <a:lnTo>
                    <a:pt x="262128" y="21336"/>
                  </a:lnTo>
                  <a:lnTo>
                    <a:pt x="274320" y="19812"/>
                  </a:lnTo>
                  <a:lnTo>
                    <a:pt x="303276" y="19812"/>
                  </a:lnTo>
                  <a:lnTo>
                    <a:pt x="344424" y="25908"/>
                  </a:lnTo>
                  <a:lnTo>
                    <a:pt x="381000" y="36576"/>
                  </a:lnTo>
                  <a:lnTo>
                    <a:pt x="381000" y="35052"/>
                  </a:lnTo>
                  <a:lnTo>
                    <a:pt x="393192" y="41148"/>
                  </a:lnTo>
                  <a:lnTo>
                    <a:pt x="405384" y="45720"/>
                  </a:lnTo>
                  <a:lnTo>
                    <a:pt x="405384" y="47244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28244" y="59436"/>
                  </a:lnTo>
                  <a:lnTo>
                    <a:pt x="440436" y="65532"/>
                  </a:lnTo>
                  <a:lnTo>
                    <a:pt x="458724" y="80772"/>
                  </a:lnTo>
                  <a:lnTo>
                    <a:pt x="469392" y="89916"/>
                  </a:lnTo>
                  <a:lnTo>
                    <a:pt x="478536" y="97536"/>
                  </a:lnTo>
                  <a:lnTo>
                    <a:pt x="478536" y="99060"/>
                  </a:lnTo>
                  <a:lnTo>
                    <a:pt x="496824" y="117348"/>
                  </a:lnTo>
                  <a:lnTo>
                    <a:pt x="496824" y="118872"/>
                  </a:lnTo>
                  <a:lnTo>
                    <a:pt x="502920" y="128016"/>
                  </a:lnTo>
                  <a:lnTo>
                    <a:pt x="502920" y="126492"/>
                  </a:lnTo>
                  <a:lnTo>
                    <a:pt x="510540" y="138684"/>
                  </a:lnTo>
                  <a:lnTo>
                    <a:pt x="510540" y="137160"/>
                  </a:lnTo>
                  <a:lnTo>
                    <a:pt x="518160" y="149352"/>
                  </a:lnTo>
                  <a:lnTo>
                    <a:pt x="518160" y="147828"/>
                  </a:lnTo>
                  <a:lnTo>
                    <a:pt x="530352" y="172212"/>
                  </a:lnTo>
                  <a:lnTo>
                    <a:pt x="530352" y="170688"/>
                  </a:lnTo>
                  <a:lnTo>
                    <a:pt x="534924" y="182880"/>
                  </a:lnTo>
                  <a:lnTo>
                    <a:pt x="541020" y="196596"/>
                  </a:lnTo>
                  <a:lnTo>
                    <a:pt x="541020" y="195072"/>
                  </a:lnTo>
                  <a:lnTo>
                    <a:pt x="545592" y="208788"/>
                  </a:lnTo>
                  <a:lnTo>
                    <a:pt x="545592" y="207264"/>
                  </a:lnTo>
                  <a:lnTo>
                    <a:pt x="551688" y="234696"/>
                  </a:lnTo>
                  <a:lnTo>
                    <a:pt x="551688" y="237744"/>
                  </a:lnTo>
                  <a:lnTo>
                    <a:pt x="554736" y="246888"/>
                  </a:lnTo>
                  <a:lnTo>
                    <a:pt x="554736" y="260604"/>
                  </a:lnTo>
                  <a:lnTo>
                    <a:pt x="557784" y="274320"/>
                  </a:lnTo>
                  <a:lnTo>
                    <a:pt x="557784" y="301752"/>
                  </a:lnTo>
                  <a:lnTo>
                    <a:pt x="576072" y="301752"/>
                  </a:lnTo>
                  <a:lnTo>
                    <a:pt x="577596" y="288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25283" y="3630167"/>
              <a:ext cx="91440" cy="7315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371588" y="3817619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79">
                  <a:moveTo>
                    <a:pt x="0" y="0"/>
                  </a:moveTo>
                  <a:lnTo>
                    <a:pt x="0" y="45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854500" y="3284708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B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494955" y="3162747"/>
            <a:ext cx="509868" cy="266700"/>
            <a:chOff x="7748016" y="3584447"/>
            <a:chExt cx="577850" cy="302260"/>
          </a:xfrm>
        </p:grpSpPr>
        <p:sp>
          <p:nvSpPr>
            <p:cNvPr id="30" name="object 30"/>
            <p:cNvSpPr/>
            <p:nvPr/>
          </p:nvSpPr>
          <p:spPr>
            <a:xfrm>
              <a:off x="7758684" y="3593591"/>
              <a:ext cx="556260" cy="292735"/>
            </a:xfrm>
            <a:custGeom>
              <a:avLst/>
              <a:gdLst/>
              <a:ahLst/>
              <a:cxnLst/>
              <a:rect l="l" t="t" r="r" b="b"/>
              <a:pathLst>
                <a:path w="556259" h="292735">
                  <a:moveTo>
                    <a:pt x="278892" y="0"/>
                  </a:moveTo>
                  <a:lnTo>
                    <a:pt x="240792" y="3048"/>
                  </a:lnTo>
                  <a:lnTo>
                    <a:pt x="169164" y="21336"/>
                  </a:lnTo>
                  <a:lnTo>
                    <a:pt x="108204" y="57912"/>
                  </a:lnTo>
                  <a:lnTo>
                    <a:pt x="57912" y="108204"/>
                  </a:lnTo>
                  <a:lnTo>
                    <a:pt x="21336" y="170687"/>
                  </a:lnTo>
                  <a:lnTo>
                    <a:pt x="3048" y="240792"/>
                  </a:lnTo>
                  <a:lnTo>
                    <a:pt x="0" y="278892"/>
                  </a:lnTo>
                  <a:lnTo>
                    <a:pt x="1143" y="292608"/>
                  </a:lnTo>
                  <a:lnTo>
                    <a:pt x="555117" y="292608"/>
                  </a:lnTo>
                  <a:lnTo>
                    <a:pt x="556260" y="278892"/>
                  </a:lnTo>
                  <a:lnTo>
                    <a:pt x="553212" y="240792"/>
                  </a:lnTo>
                  <a:lnTo>
                    <a:pt x="534924" y="170687"/>
                  </a:lnTo>
                  <a:lnTo>
                    <a:pt x="498348" y="108204"/>
                  </a:lnTo>
                  <a:lnTo>
                    <a:pt x="448056" y="57912"/>
                  </a:lnTo>
                  <a:lnTo>
                    <a:pt x="387096" y="21336"/>
                  </a:lnTo>
                  <a:lnTo>
                    <a:pt x="315468" y="3048"/>
                  </a:lnTo>
                  <a:lnTo>
                    <a:pt x="278892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7748016" y="3584447"/>
              <a:ext cx="577850" cy="302260"/>
            </a:xfrm>
            <a:custGeom>
              <a:avLst/>
              <a:gdLst/>
              <a:ahLst/>
              <a:cxnLst/>
              <a:rect l="l" t="t" r="r" b="b"/>
              <a:pathLst>
                <a:path w="577850" h="302260">
                  <a:moveTo>
                    <a:pt x="577596" y="288036"/>
                  </a:moveTo>
                  <a:lnTo>
                    <a:pt x="568452" y="224028"/>
                  </a:lnTo>
                  <a:lnTo>
                    <a:pt x="563651" y="207264"/>
                  </a:lnTo>
                  <a:lnTo>
                    <a:pt x="560171" y="195072"/>
                  </a:lnTo>
                  <a:lnTo>
                    <a:pt x="559308" y="192024"/>
                  </a:lnTo>
                  <a:lnTo>
                    <a:pt x="550316" y="170688"/>
                  </a:lnTo>
                  <a:lnTo>
                    <a:pt x="547116" y="163068"/>
                  </a:lnTo>
                  <a:lnTo>
                    <a:pt x="538149" y="147828"/>
                  </a:lnTo>
                  <a:lnTo>
                    <a:pt x="531876" y="137160"/>
                  </a:lnTo>
                  <a:lnTo>
                    <a:pt x="525589" y="126492"/>
                  </a:lnTo>
                  <a:lnTo>
                    <a:pt x="516636" y="111252"/>
                  </a:lnTo>
                  <a:lnTo>
                    <a:pt x="478536" y="68580"/>
                  </a:lnTo>
                  <a:lnTo>
                    <a:pt x="431292" y="36576"/>
                  </a:lnTo>
                  <a:lnTo>
                    <a:pt x="427799" y="35052"/>
                  </a:lnTo>
                  <a:lnTo>
                    <a:pt x="392963" y="19812"/>
                  </a:lnTo>
                  <a:lnTo>
                    <a:pt x="382524" y="15240"/>
                  </a:lnTo>
                  <a:lnTo>
                    <a:pt x="329184" y="3048"/>
                  </a:lnTo>
                  <a:lnTo>
                    <a:pt x="274320" y="0"/>
                  </a:lnTo>
                  <a:lnTo>
                    <a:pt x="246888" y="3048"/>
                  </a:lnTo>
                  <a:lnTo>
                    <a:pt x="195072" y="15240"/>
                  </a:lnTo>
                  <a:lnTo>
                    <a:pt x="144780" y="36576"/>
                  </a:lnTo>
                  <a:lnTo>
                    <a:pt x="99060" y="68580"/>
                  </a:lnTo>
                  <a:lnTo>
                    <a:pt x="59436" y="111252"/>
                  </a:lnTo>
                  <a:lnTo>
                    <a:pt x="28956" y="163068"/>
                  </a:lnTo>
                  <a:lnTo>
                    <a:pt x="7620" y="224028"/>
                  </a:lnTo>
                  <a:lnTo>
                    <a:pt x="0" y="272796"/>
                  </a:lnTo>
                  <a:lnTo>
                    <a:pt x="0" y="301752"/>
                  </a:lnTo>
                  <a:lnTo>
                    <a:pt x="21336" y="301752"/>
                  </a:lnTo>
                  <a:lnTo>
                    <a:pt x="21336" y="260604"/>
                  </a:lnTo>
                  <a:lnTo>
                    <a:pt x="24384" y="246888"/>
                  </a:lnTo>
                  <a:lnTo>
                    <a:pt x="25908" y="233172"/>
                  </a:lnTo>
                  <a:lnTo>
                    <a:pt x="25908" y="234696"/>
                  </a:lnTo>
                  <a:lnTo>
                    <a:pt x="26238" y="233172"/>
                  </a:lnTo>
                  <a:lnTo>
                    <a:pt x="32004" y="207264"/>
                  </a:lnTo>
                  <a:lnTo>
                    <a:pt x="32004" y="208788"/>
                  </a:lnTo>
                  <a:lnTo>
                    <a:pt x="32512" y="207264"/>
                  </a:lnTo>
                  <a:lnTo>
                    <a:pt x="36576" y="195072"/>
                  </a:lnTo>
                  <a:lnTo>
                    <a:pt x="36576" y="196596"/>
                  </a:lnTo>
                  <a:lnTo>
                    <a:pt x="37084" y="195072"/>
                  </a:lnTo>
                  <a:lnTo>
                    <a:pt x="41148" y="182880"/>
                  </a:lnTo>
                  <a:lnTo>
                    <a:pt x="47244" y="173736"/>
                  </a:lnTo>
                  <a:lnTo>
                    <a:pt x="47244" y="172212"/>
                  </a:lnTo>
                  <a:lnTo>
                    <a:pt x="53340" y="160020"/>
                  </a:lnTo>
                  <a:lnTo>
                    <a:pt x="59436" y="149352"/>
                  </a:lnTo>
                  <a:lnTo>
                    <a:pt x="65532" y="137160"/>
                  </a:lnTo>
                  <a:lnTo>
                    <a:pt x="65532" y="138684"/>
                  </a:lnTo>
                  <a:lnTo>
                    <a:pt x="66675" y="137160"/>
                  </a:lnTo>
                  <a:lnTo>
                    <a:pt x="74676" y="126492"/>
                  </a:lnTo>
                  <a:lnTo>
                    <a:pt x="89916" y="108204"/>
                  </a:lnTo>
                  <a:lnTo>
                    <a:pt x="108204" y="88392"/>
                  </a:lnTo>
                  <a:lnTo>
                    <a:pt x="108204" y="89916"/>
                  </a:lnTo>
                  <a:lnTo>
                    <a:pt x="110032" y="88392"/>
                  </a:lnTo>
                  <a:lnTo>
                    <a:pt x="117348" y="82296"/>
                  </a:lnTo>
                  <a:lnTo>
                    <a:pt x="118872" y="80772"/>
                  </a:lnTo>
                  <a:lnTo>
                    <a:pt x="117348" y="80772"/>
                  </a:lnTo>
                  <a:lnTo>
                    <a:pt x="138684" y="65532"/>
                  </a:lnTo>
                  <a:lnTo>
                    <a:pt x="161544" y="51816"/>
                  </a:lnTo>
                  <a:lnTo>
                    <a:pt x="172212" y="45720"/>
                  </a:lnTo>
                  <a:lnTo>
                    <a:pt x="182880" y="41148"/>
                  </a:lnTo>
                  <a:lnTo>
                    <a:pt x="196596" y="35052"/>
                  </a:lnTo>
                  <a:lnTo>
                    <a:pt x="196596" y="36576"/>
                  </a:lnTo>
                  <a:lnTo>
                    <a:pt x="200660" y="35052"/>
                  </a:lnTo>
                  <a:lnTo>
                    <a:pt x="208788" y="32004"/>
                  </a:lnTo>
                  <a:lnTo>
                    <a:pt x="220980" y="28956"/>
                  </a:lnTo>
                  <a:lnTo>
                    <a:pt x="234696" y="25908"/>
                  </a:lnTo>
                  <a:lnTo>
                    <a:pt x="246888" y="22860"/>
                  </a:lnTo>
                  <a:lnTo>
                    <a:pt x="274320" y="19812"/>
                  </a:lnTo>
                  <a:lnTo>
                    <a:pt x="301752" y="19812"/>
                  </a:lnTo>
                  <a:lnTo>
                    <a:pt x="303276" y="19812"/>
                  </a:lnTo>
                  <a:lnTo>
                    <a:pt x="316992" y="21336"/>
                  </a:lnTo>
                  <a:lnTo>
                    <a:pt x="329184" y="22860"/>
                  </a:lnTo>
                  <a:lnTo>
                    <a:pt x="342900" y="25908"/>
                  </a:lnTo>
                  <a:lnTo>
                    <a:pt x="355092" y="28956"/>
                  </a:lnTo>
                  <a:lnTo>
                    <a:pt x="368808" y="32004"/>
                  </a:lnTo>
                  <a:lnTo>
                    <a:pt x="381000" y="36576"/>
                  </a:lnTo>
                  <a:lnTo>
                    <a:pt x="381000" y="35052"/>
                  </a:lnTo>
                  <a:lnTo>
                    <a:pt x="393192" y="41148"/>
                  </a:lnTo>
                  <a:lnTo>
                    <a:pt x="405384" y="45720"/>
                  </a:lnTo>
                  <a:lnTo>
                    <a:pt x="405384" y="47244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28244" y="59436"/>
                  </a:lnTo>
                  <a:lnTo>
                    <a:pt x="438912" y="65532"/>
                  </a:lnTo>
                  <a:lnTo>
                    <a:pt x="449580" y="73152"/>
                  </a:lnTo>
                  <a:lnTo>
                    <a:pt x="458724" y="80772"/>
                  </a:lnTo>
                  <a:lnTo>
                    <a:pt x="469392" y="89916"/>
                  </a:lnTo>
                  <a:lnTo>
                    <a:pt x="478536" y="97536"/>
                  </a:lnTo>
                  <a:lnTo>
                    <a:pt x="478536" y="99060"/>
                  </a:lnTo>
                  <a:lnTo>
                    <a:pt x="486156" y="108204"/>
                  </a:lnTo>
                  <a:lnTo>
                    <a:pt x="495300" y="117348"/>
                  </a:lnTo>
                  <a:lnTo>
                    <a:pt x="495300" y="118872"/>
                  </a:lnTo>
                  <a:lnTo>
                    <a:pt x="502920" y="128016"/>
                  </a:lnTo>
                  <a:lnTo>
                    <a:pt x="502920" y="126492"/>
                  </a:lnTo>
                  <a:lnTo>
                    <a:pt x="510540" y="138684"/>
                  </a:lnTo>
                  <a:lnTo>
                    <a:pt x="510540" y="137160"/>
                  </a:lnTo>
                  <a:lnTo>
                    <a:pt x="518160" y="149352"/>
                  </a:lnTo>
                  <a:lnTo>
                    <a:pt x="518160" y="147828"/>
                  </a:lnTo>
                  <a:lnTo>
                    <a:pt x="530352" y="172212"/>
                  </a:lnTo>
                  <a:lnTo>
                    <a:pt x="530352" y="170688"/>
                  </a:lnTo>
                  <a:lnTo>
                    <a:pt x="534924" y="182880"/>
                  </a:lnTo>
                  <a:lnTo>
                    <a:pt x="539496" y="196596"/>
                  </a:lnTo>
                  <a:lnTo>
                    <a:pt x="539496" y="195072"/>
                  </a:lnTo>
                  <a:lnTo>
                    <a:pt x="544068" y="208788"/>
                  </a:lnTo>
                  <a:lnTo>
                    <a:pt x="544068" y="207264"/>
                  </a:lnTo>
                  <a:lnTo>
                    <a:pt x="548640" y="220980"/>
                  </a:lnTo>
                  <a:lnTo>
                    <a:pt x="551688" y="234696"/>
                  </a:lnTo>
                  <a:lnTo>
                    <a:pt x="551688" y="237744"/>
                  </a:lnTo>
                  <a:lnTo>
                    <a:pt x="553212" y="246888"/>
                  </a:lnTo>
                  <a:lnTo>
                    <a:pt x="556260" y="274320"/>
                  </a:lnTo>
                  <a:lnTo>
                    <a:pt x="556260" y="301752"/>
                  </a:lnTo>
                  <a:lnTo>
                    <a:pt x="576072" y="301752"/>
                  </a:lnTo>
                  <a:lnTo>
                    <a:pt x="577596" y="288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51876" y="3630167"/>
              <a:ext cx="91440" cy="7315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298180" y="3817619"/>
              <a:ext cx="1905" cy="5080"/>
            </a:xfrm>
            <a:custGeom>
              <a:avLst/>
              <a:gdLst/>
              <a:ahLst/>
              <a:cxnLst/>
              <a:rect l="l" t="t" r="r" b="b"/>
              <a:pathLst>
                <a:path w="1904" h="5079">
                  <a:moveTo>
                    <a:pt x="0" y="0"/>
                  </a:moveTo>
                  <a:lnTo>
                    <a:pt x="1524" y="4571"/>
                  </a:lnTo>
                  <a:lnTo>
                    <a:pt x="1524" y="1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673407" y="3284708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C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320527" y="3036794"/>
            <a:ext cx="5430371" cy="392206"/>
            <a:chOff x="1883664" y="3441700"/>
            <a:chExt cx="6154420" cy="444500"/>
          </a:xfrm>
        </p:grpSpPr>
        <p:sp>
          <p:nvSpPr>
            <p:cNvPr id="36" name="object 36"/>
            <p:cNvSpPr/>
            <p:nvPr/>
          </p:nvSpPr>
          <p:spPr>
            <a:xfrm>
              <a:off x="7776972" y="3442715"/>
              <a:ext cx="260985" cy="146685"/>
            </a:xfrm>
            <a:custGeom>
              <a:avLst/>
              <a:gdLst/>
              <a:ahLst/>
              <a:cxnLst/>
              <a:rect l="l" t="t" r="r" b="b"/>
              <a:pathLst>
                <a:path w="260984" h="146685">
                  <a:moveTo>
                    <a:pt x="260604" y="141732"/>
                  </a:moveTo>
                  <a:lnTo>
                    <a:pt x="240792" y="92964"/>
                  </a:lnTo>
                  <a:lnTo>
                    <a:pt x="230124" y="111252"/>
                  </a:lnTo>
                  <a:lnTo>
                    <a:pt x="41148" y="0"/>
                  </a:lnTo>
                  <a:lnTo>
                    <a:pt x="0" y="0"/>
                  </a:lnTo>
                  <a:lnTo>
                    <a:pt x="219456" y="129540"/>
                  </a:lnTo>
                  <a:lnTo>
                    <a:pt x="208788" y="146304"/>
                  </a:lnTo>
                  <a:lnTo>
                    <a:pt x="237744" y="143256"/>
                  </a:lnTo>
                  <a:lnTo>
                    <a:pt x="260604" y="1417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82028" y="3442715"/>
              <a:ext cx="82296" cy="16763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883664" y="3441699"/>
              <a:ext cx="2845435" cy="444500"/>
            </a:xfrm>
            <a:custGeom>
              <a:avLst/>
              <a:gdLst/>
              <a:ahLst/>
              <a:cxnLst/>
              <a:rect l="l" t="t" r="r" b="b"/>
              <a:pathLst>
                <a:path w="2845435" h="444500">
                  <a:moveTo>
                    <a:pt x="2845308" y="142240"/>
                  </a:moveTo>
                  <a:lnTo>
                    <a:pt x="1200912" y="142240"/>
                  </a:lnTo>
                  <a:lnTo>
                    <a:pt x="1200912" y="0"/>
                  </a:lnTo>
                  <a:lnTo>
                    <a:pt x="1190244" y="0"/>
                  </a:lnTo>
                  <a:lnTo>
                    <a:pt x="1190244" y="142240"/>
                  </a:lnTo>
                  <a:lnTo>
                    <a:pt x="0" y="142240"/>
                  </a:lnTo>
                  <a:lnTo>
                    <a:pt x="0" y="152400"/>
                  </a:lnTo>
                  <a:lnTo>
                    <a:pt x="1190244" y="152400"/>
                  </a:lnTo>
                  <a:lnTo>
                    <a:pt x="1190244" y="386080"/>
                  </a:lnTo>
                  <a:lnTo>
                    <a:pt x="0" y="386080"/>
                  </a:lnTo>
                  <a:lnTo>
                    <a:pt x="0" y="397510"/>
                  </a:lnTo>
                  <a:lnTo>
                    <a:pt x="1190244" y="397510"/>
                  </a:lnTo>
                  <a:lnTo>
                    <a:pt x="1190244" y="444500"/>
                  </a:lnTo>
                  <a:lnTo>
                    <a:pt x="1200912" y="444500"/>
                  </a:lnTo>
                  <a:lnTo>
                    <a:pt x="1200912" y="397510"/>
                  </a:lnTo>
                  <a:lnTo>
                    <a:pt x="2845308" y="397510"/>
                  </a:lnTo>
                  <a:lnTo>
                    <a:pt x="2845308" y="386080"/>
                  </a:lnTo>
                  <a:lnTo>
                    <a:pt x="1200912" y="386080"/>
                  </a:lnTo>
                  <a:lnTo>
                    <a:pt x="1200912" y="152400"/>
                  </a:lnTo>
                  <a:lnTo>
                    <a:pt x="2845308" y="152400"/>
                  </a:lnTo>
                  <a:lnTo>
                    <a:pt x="2845308" y="1422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428146" y="2935087"/>
            <a:ext cx="241487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spc="-22" dirty="0">
                <a:solidFill>
                  <a:srgbClr val="101010"/>
                </a:solidFill>
                <a:latin typeface="Microsoft Sans Serif"/>
                <a:cs typeface="Microsoft Sans Serif"/>
              </a:rPr>
              <a:t>{S}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658471" y="3429000"/>
            <a:ext cx="8875059" cy="2115671"/>
          </a:xfrm>
          <a:custGeom>
            <a:avLst/>
            <a:gdLst/>
            <a:ahLst/>
            <a:cxnLst/>
            <a:rect l="l" t="t" r="r" b="b"/>
            <a:pathLst>
              <a:path w="10058400" h="2397760">
                <a:moveTo>
                  <a:pt x="0" y="2397252"/>
                </a:moveTo>
                <a:lnTo>
                  <a:pt x="10058400" y="2397252"/>
                </a:lnTo>
                <a:lnTo>
                  <a:pt x="10058400" y="0"/>
                </a:lnTo>
                <a:lnTo>
                  <a:pt x="0" y="0"/>
                </a:lnTo>
                <a:lnTo>
                  <a:pt x="0" y="23972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5" name="object 45"/>
          <p:cNvSpPr/>
          <p:nvPr/>
        </p:nvSpPr>
        <p:spPr>
          <a:xfrm>
            <a:off x="6877275" y="3429000"/>
            <a:ext cx="490818" cy="293594"/>
          </a:xfrm>
          <a:custGeom>
            <a:avLst/>
            <a:gdLst/>
            <a:ahLst/>
            <a:cxnLst/>
            <a:rect l="l" t="t" r="r" b="b"/>
            <a:pathLst>
              <a:path w="556260" h="332739">
                <a:moveTo>
                  <a:pt x="551243" y="0"/>
                </a:moveTo>
                <a:lnTo>
                  <a:pt x="6540" y="0"/>
                </a:lnTo>
                <a:lnTo>
                  <a:pt x="3047" y="16763"/>
                </a:lnTo>
                <a:lnTo>
                  <a:pt x="0" y="54863"/>
                </a:lnTo>
                <a:lnTo>
                  <a:pt x="3047" y="91439"/>
                </a:lnTo>
                <a:lnTo>
                  <a:pt x="22859" y="163067"/>
                </a:lnTo>
                <a:lnTo>
                  <a:pt x="57911" y="224027"/>
                </a:lnTo>
                <a:lnTo>
                  <a:pt x="108203" y="274320"/>
                </a:lnTo>
                <a:lnTo>
                  <a:pt x="170687" y="310896"/>
                </a:lnTo>
                <a:lnTo>
                  <a:pt x="240791" y="329184"/>
                </a:lnTo>
                <a:lnTo>
                  <a:pt x="278891" y="332232"/>
                </a:lnTo>
                <a:lnTo>
                  <a:pt x="316991" y="329184"/>
                </a:lnTo>
                <a:lnTo>
                  <a:pt x="387095" y="310896"/>
                </a:lnTo>
                <a:lnTo>
                  <a:pt x="448055" y="274320"/>
                </a:lnTo>
                <a:lnTo>
                  <a:pt x="498347" y="224027"/>
                </a:lnTo>
                <a:lnTo>
                  <a:pt x="534923" y="163067"/>
                </a:lnTo>
                <a:lnTo>
                  <a:pt x="554735" y="91439"/>
                </a:lnTo>
                <a:lnTo>
                  <a:pt x="556259" y="54863"/>
                </a:lnTo>
                <a:lnTo>
                  <a:pt x="554735" y="16763"/>
                </a:lnTo>
                <a:lnTo>
                  <a:pt x="551243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6" name="object 46"/>
          <p:cNvSpPr/>
          <p:nvPr/>
        </p:nvSpPr>
        <p:spPr>
          <a:xfrm>
            <a:off x="6867862" y="3428999"/>
            <a:ext cx="509868" cy="302559"/>
          </a:xfrm>
          <a:custGeom>
            <a:avLst/>
            <a:gdLst/>
            <a:ahLst/>
            <a:cxnLst/>
            <a:rect l="l" t="t" r="r" b="b"/>
            <a:pathLst>
              <a:path w="577850" h="342900">
                <a:moveTo>
                  <a:pt x="26238" y="0"/>
                </a:moveTo>
                <a:lnTo>
                  <a:pt x="25908" y="0"/>
                </a:lnTo>
                <a:lnTo>
                  <a:pt x="25908" y="1524"/>
                </a:lnTo>
                <a:lnTo>
                  <a:pt x="26238" y="0"/>
                </a:lnTo>
                <a:close/>
              </a:path>
              <a:path w="577850" h="342900">
                <a:moveTo>
                  <a:pt x="577596" y="54864"/>
                </a:moveTo>
                <a:lnTo>
                  <a:pt x="571055" y="0"/>
                </a:lnTo>
                <a:lnTo>
                  <a:pt x="551345" y="0"/>
                </a:lnTo>
                <a:lnTo>
                  <a:pt x="551688" y="1524"/>
                </a:lnTo>
                <a:lnTo>
                  <a:pt x="550164" y="0"/>
                </a:lnTo>
                <a:lnTo>
                  <a:pt x="551688" y="4572"/>
                </a:lnTo>
                <a:lnTo>
                  <a:pt x="554736" y="13716"/>
                </a:lnTo>
                <a:lnTo>
                  <a:pt x="554736" y="27432"/>
                </a:lnTo>
                <a:lnTo>
                  <a:pt x="557784" y="41148"/>
                </a:lnTo>
                <a:lnTo>
                  <a:pt x="557784" y="68580"/>
                </a:lnTo>
                <a:lnTo>
                  <a:pt x="554736" y="82296"/>
                </a:lnTo>
                <a:lnTo>
                  <a:pt x="554736" y="94488"/>
                </a:lnTo>
                <a:lnTo>
                  <a:pt x="550164" y="108204"/>
                </a:lnTo>
                <a:lnTo>
                  <a:pt x="551688" y="108204"/>
                </a:lnTo>
                <a:lnTo>
                  <a:pt x="548640" y="121920"/>
                </a:lnTo>
                <a:lnTo>
                  <a:pt x="548640" y="120396"/>
                </a:lnTo>
                <a:lnTo>
                  <a:pt x="544068" y="134112"/>
                </a:lnTo>
                <a:lnTo>
                  <a:pt x="541020" y="146304"/>
                </a:lnTo>
                <a:lnTo>
                  <a:pt x="534924" y="160020"/>
                </a:lnTo>
                <a:lnTo>
                  <a:pt x="534924" y="158496"/>
                </a:lnTo>
                <a:lnTo>
                  <a:pt x="530352" y="170688"/>
                </a:lnTo>
                <a:lnTo>
                  <a:pt x="518160" y="193548"/>
                </a:lnTo>
                <a:lnTo>
                  <a:pt x="495300" y="225552"/>
                </a:lnTo>
                <a:lnTo>
                  <a:pt x="496824" y="225552"/>
                </a:lnTo>
                <a:lnTo>
                  <a:pt x="487680" y="234696"/>
                </a:lnTo>
                <a:lnTo>
                  <a:pt x="477012" y="243840"/>
                </a:lnTo>
                <a:lnTo>
                  <a:pt x="478536" y="243840"/>
                </a:lnTo>
                <a:lnTo>
                  <a:pt x="467868" y="252984"/>
                </a:lnTo>
                <a:lnTo>
                  <a:pt x="469392" y="252984"/>
                </a:lnTo>
                <a:lnTo>
                  <a:pt x="458724" y="260604"/>
                </a:lnTo>
                <a:lnTo>
                  <a:pt x="449580" y="269748"/>
                </a:lnTo>
                <a:lnTo>
                  <a:pt x="449580" y="268224"/>
                </a:lnTo>
                <a:lnTo>
                  <a:pt x="438912" y="277368"/>
                </a:lnTo>
                <a:lnTo>
                  <a:pt x="426720" y="283464"/>
                </a:lnTo>
                <a:lnTo>
                  <a:pt x="428244" y="283464"/>
                </a:lnTo>
                <a:lnTo>
                  <a:pt x="416052" y="291084"/>
                </a:lnTo>
                <a:lnTo>
                  <a:pt x="417576" y="289560"/>
                </a:lnTo>
                <a:lnTo>
                  <a:pt x="403860" y="295656"/>
                </a:lnTo>
                <a:lnTo>
                  <a:pt x="405384" y="295656"/>
                </a:lnTo>
                <a:lnTo>
                  <a:pt x="393192" y="301752"/>
                </a:lnTo>
                <a:lnTo>
                  <a:pt x="368808" y="310896"/>
                </a:lnTo>
                <a:lnTo>
                  <a:pt x="356616" y="313944"/>
                </a:lnTo>
                <a:lnTo>
                  <a:pt x="342900" y="316992"/>
                </a:lnTo>
                <a:lnTo>
                  <a:pt x="344424" y="316992"/>
                </a:lnTo>
                <a:lnTo>
                  <a:pt x="329184" y="320040"/>
                </a:lnTo>
                <a:lnTo>
                  <a:pt x="315468" y="321564"/>
                </a:lnTo>
                <a:lnTo>
                  <a:pt x="303276" y="321564"/>
                </a:lnTo>
                <a:lnTo>
                  <a:pt x="289560" y="323088"/>
                </a:lnTo>
                <a:lnTo>
                  <a:pt x="274320" y="321564"/>
                </a:lnTo>
                <a:lnTo>
                  <a:pt x="260604" y="321564"/>
                </a:lnTo>
                <a:lnTo>
                  <a:pt x="248412" y="320040"/>
                </a:lnTo>
                <a:lnTo>
                  <a:pt x="234696" y="316992"/>
                </a:lnTo>
                <a:lnTo>
                  <a:pt x="236220" y="316992"/>
                </a:lnTo>
                <a:lnTo>
                  <a:pt x="220980" y="313944"/>
                </a:lnTo>
                <a:lnTo>
                  <a:pt x="222504" y="313944"/>
                </a:lnTo>
                <a:lnTo>
                  <a:pt x="208788" y="310896"/>
                </a:lnTo>
                <a:lnTo>
                  <a:pt x="184404" y="301752"/>
                </a:lnTo>
                <a:lnTo>
                  <a:pt x="172212" y="295656"/>
                </a:lnTo>
                <a:lnTo>
                  <a:pt x="164211" y="291084"/>
                </a:lnTo>
                <a:lnTo>
                  <a:pt x="161544" y="289560"/>
                </a:lnTo>
                <a:lnTo>
                  <a:pt x="161544" y="291084"/>
                </a:lnTo>
                <a:lnTo>
                  <a:pt x="138684" y="277368"/>
                </a:lnTo>
                <a:lnTo>
                  <a:pt x="140208" y="277368"/>
                </a:lnTo>
                <a:lnTo>
                  <a:pt x="128016" y="268224"/>
                </a:lnTo>
                <a:lnTo>
                  <a:pt x="128016" y="269748"/>
                </a:lnTo>
                <a:lnTo>
                  <a:pt x="117348" y="260604"/>
                </a:lnTo>
                <a:lnTo>
                  <a:pt x="118872" y="260604"/>
                </a:lnTo>
                <a:lnTo>
                  <a:pt x="108204" y="252984"/>
                </a:lnTo>
                <a:lnTo>
                  <a:pt x="89916" y="234696"/>
                </a:lnTo>
                <a:lnTo>
                  <a:pt x="82296" y="225552"/>
                </a:lnTo>
                <a:lnTo>
                  <a:pt x="59436" y="193548"/>
                </a:lnTo>
                <a:lnTo>
                  <a:pt x="60960" y="193548"/>
                </a:lnTo>
                <a:lnTo>
                  <a:pt x="53340" y="182880"/>
                </a:lnTo>
                <a:lnTo>
                  <a:pt x="47244" y="170688"/>
                </a:lnTo>
                <a:lnTo>
                  <a:pt x="41910" y="160020"/>
                </a:lnTo>
                <a:lnTo>
                  <a:pt x="41148" y="158496"/>
                </a:lnTo>
                <a:lnTo>
                  <a:pt x="41148" y="160020"/>
                </a:lnTo>
                <a:lnTo>
                  <a:pt x="38100" y="146304"/>
                </a:lnTo>
                <a:lnTo>
                  <a:pt x="32004" y="134112"/>
                </a:lnTo>
                <a:lnTo>
                  <a:pt x="29286" y="121920"/>
                </a:lnTo>
                <a:lnTo>
                  <a:pt x="28956" y="120396"/>
                </a:lnTo>
                <a:lnTo>
                  <a:pt x="28956" y="121920"/>
                </a:lnTo>
                <a:lnTo>
                  <a:pt x="25908" y="108204"/>
                </a:lnTo>
                <a:lnTo>
                  <a:pt x="24549" y="96012"/>
                </a:lnTo>
                <a:lnTo>
                  <a:pt x="24384" y="94488"/>
                </a:lnTo>
                <a:lnTo>
                  <a:pt x="24384" y="96012"/>
                </a:lnTo>
                <a:lnTo>
                  <a:pt x="23012" y="82296"/>
                </a:lnTo>
                <a:lnTo>
                  <a:pt x="22860" y="80772"/>
                </a:lnTo>
                <a:lnTo>
                  <a:pt x="22860" y="82296"/>
                </a:lnTo>
                <a:lnTo>
                  <a:pt x="21336" y="68580"/>
                </a:lnTo>
                <a:lnTo>
                  <a:pt x="21336" y="41148"/>
                </a:lnTo>
                <a:lnTo>
                  <a:pt x="25908" y="0"/>
                </a:lnTo>
                <a:lnTo>
                  <a:pt x="6019" y="0"/>
                </a:lnTo>
                <a:lnTo>
                  <a:pt x="1524" y="25908"/>
                </a:lnTo>
                <a:lnTo>
                  <a:pt x="0" y="39624"/>
                </a:lnTo>
                <a:lnTo>
                  <a:pt x="0" y="68580"/>
                </a:lnTo>
                <a:lnTo>
                  <a:pt x="6096" y="112776"/>
                </a:lnTo>
                <a:lnTo>
                  <a:pt x="16764" y="149352"/>
                </a:lnTo>
                <a:lnTo>
                  <a:pt x="47244" y="211836"/>
                </a:lnTo>
                <a:lnTo>
                  <a:pt x="73152" y="245364"/>
                </a:lnTo>
                <a:lnTo>
                  <a:pt x="117348" y="286512"/>
                </a:lnTo>
                <a:lnTo>
                  <a:pt x="138684" y="300228"/>
                </a:lnTo>
                <a:lnTo>
                  <a:pt x="160020" y="312420"/>
                </a:lnTo>
                <a:lnTo>
                  <a:pt x="184404" y="323088"/>
                </a:lnTo>
                <a:lnTo>
                  <a:pt x="220980" y="335280"/>
                </a:lnTo>
                <a:lnTo>
                  <a:pt x="228600" y="336804"/>
                </a:lnTo>
                <a:lnTo>
                  <a:pt x="234696" y="338328"/>
                </a:lnTo>
                <a:lnTo>
                  <a:pt x="265176" y="342900"/>
                </a:lnTo>
                <a:lnTo>
                  <a:pt x="303276" y="342900"/>
                </a:lnTo>
                <a:lnTo>
                  <a:pt x="316992" y="341376"/>
                </a:lnTo>
                <a:lnTo>
                  <a:pt x="318516" y="341376"/>
                </a:lnTo>
                <a:lnTo>
                  <a:pt x="332232" y="339852"/>
                </a:lnTo>
                <a:lnTo>
                  <a:pt x="344424" y="336804"/>
                </a:lnTo>
                <a:lnTo>
                  <a:pt x="371856" y="330708"/>
                </a:lnTo>
                <a:lnTo>
                  <a:pt x="405384" y="318516"/>
                </a:lnTo>
                <a:lnTo>
                  <a:pt x="409956" y="316992"/>
                </a:lnTo>
                <a:lnTo>
                  <a:pt x="416052" y="313944"/>
                </a:lnTo>
                <a:lnTo>
                  <a:pt x="428244" y="306324"/>
                </a:lnTo>
                <a:lnTo>
                  <a:pt x="438912" y="300228"/>
                </a:lnTo>
                <a:lnTo>
                  <a:pt x="443484" y="297180"/>
                </a:lnTo>
                <a:lnTo>
                  <a:pt x="449580" y="294132"/>
                </a:lnTo>
                <a:lnTo>
                  <a:pt x="469392" y="278892"/>
                </a:lnTo>
                <a:lnTo>
                  <a:pt x="475488" y="274320"/>
                </a:lnTo>
                <a:lnTo>
                  <a:pt x="478536" y="271272"/>
                </a:lnTo>
                <a:lnTo>
                  <a:pt x="496824" y="254508"/>
                </a:lnTo>
                <a:lnTo>
                  <a:pt x="502920" y="248412"/>
                </a:lnTo>
                <a:lnTo>
                  <a:pt x="527304" y="217932"/>
                </a:lnTo>
                <a:lnTo>
                  <a:pt x="547116" y="184404"/>
                </a:lnTo>
                <a:lnTo>
                  <a:pt x="551688" y="172212"/>
                </a:lnTo>
                <a:lnTo>
                  <a:pt x="557784" y="160020"/>
                </a:lnTo>
                <a:lnTo>
                  <a:pt x="562356" y="147828"/>
                </a:lnTo>
                <a:lnTo>
                  <a:pt x="573024" y="109728"/>
                </a:lnTo>
                <a:lnTo>
                  <a:pt x="576072" y="68580"/>
                </a:lnTo>
                <a:lnTo>
                  <a:pt x="577596" y="54864"/>
                </a:lnTo>
                <a:close/>
              </a:path>
            </a:pathLst>
          </a:custGeom>
          <a:solidFill>
            <a:srgbClr val="FF7C8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7" name="object 47"/>
          <p:cNvSpPr/>
          <p:nvPr/>
        </p:nvSpPr>
        <p:spPr>
          <a:xfrm>
            <a:off x="6749528" y="3593053"/>
            <a:ext cx="2009215" cy="145676"/>
          </a:xfrm>
          <a:custGeom>
            <a:avLst/>
            <a:gdLst/>
            <a:ahLst/>
            <a:cxnLst/>
            <a:rect l="l" t="t" r="r" b="b"/>
            <a:pathLst>
              <a:path w="2277109" h="165100">
                <a:moveTo>
                  <a:pt x="220980" y="15240"/>
                </a:moveTo>
                <a:lnTo>
                  <a:pt x="208788" y="0"/>
                </a:lnTo>
                <a:lnTo>
                  <a:pt x="0" y="164592"/>
                </a:lnTo>
                <a:lnTo>
                  <a:pt x="33528" y="164592"/>
                </a:lnTo>
                <a:lnTo>
                  <a:pt x="220980" y="15240"/>
                </a:lnTo>
                <a:close/>
              </a:path>
              <a:path w="2277109" h="165100">
                <a:moveTo>
                  <a:pt x="422148" y="88392"/>
                </a:moveTo>
                <a:lnTo>
                  <a:pt x="400812" y="88392"/>
                </a:lnTo>
                <a:lnTo>
                  <a:pt x="400812" y="164592"/>
                </a:lnTo>
                <a:lnTo>
                  <a:pt x="422148" y="164592"/>
                </a:lnTo>
                <a:lnTo>
                  <a:pt x="422148" y="88392"/>
                </a:lnTo>
                <a:close/>
              </a:path>
              <a:path w="2277109" h="165100">
                <a:moveTo>
                  <a:pt x="2276856" y="88392"/>
                </a:moveTo>
                <a:lnTo>
                  <a:pt x="2257044" y="88392"/>
                </a:lnTo>
                <a:lnTo>
                  <a:pt x="2257044" y="164592"/>
                </a:lnTo>
                <a:lnTo>
                  <a:pt x="2276856" y="164592"/>
                </a:lnTo>
                <a:lnTo>
                  <a:pt x="2276856" y="883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8" name="object 48"/>
          <p:cNvSpPr/>
          <p:nvPr/>
        </p:nvSpPr>
        <p:spPr>
          <a:xfrm>
            <a:off x="7686451" y="3429000"/>
            <a:ext cx="490257" cy="233082"/>
          </a:xfrm>
          <a:custGeom>
            <a:avLst/>
            <a:gdLst/>
            <a:ahLst/>
            <a:cxnLst/>
            <a:rect l="l" t="t" r="r" b="b"/>
            <a:pathLst>
              <a:path w="555625" h="264160">
                <a:moveTo>
                  <a:pt x="555497" y="0"/>
                </a:moveTo>
                <a:lnTo>
                  <a:pt x="0" y="0"/>
                </a:lnTo>
                <a:lnTo>
                  <a:pt x="1904" y="22860"/>
                </a:lnTo>
                <a:lnTo>
                  <a:pt x="21716" y="94487"/>
                </a:lnTo>
                <a:lnTo>
                  <a:pt x="56768" y="155448"/>
                </a:lnTo>
                <a:lnTo>
                  <a:pt x="107060" y="205739"/>
                </a:lnTo>
                <a:lnTo>
                  <a:pt x="169544" y="242315"/>
                </a:lnTo>
                <a:lnTo>
                  <a:pt x="239648" y="260603"/>
                </a:lnTo>
                <a:lnTo>
                  <a:pt x="277748" y="263651"/>
                </a:lnTo>
                <a:lnTo>
                  <a:pt x="315848" y="260603"/>
                </a:lnTo>
                <a:lnTo>
                  <a:pt x="385952" y="242315"/>
                </a:lnTo>
                <a:lnTo>
                  <a:pt x="446912" y="205739"/>
                </a:lnTo>
                <a:lnTo>
                  <a:pt x="497204" y="155448"/>
                </a:lnTo>
                <a:lnTo>
                  <a:pt x="533780" y="94487"/>
                </a:lnTo>
                <a:lnTo>
                  <a:pt x="553592" y="22860"/>
                </a:lnTo>
                <a:lnTo>
                  <a:pt x="555497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9" name="object 49"/>
          <p:cNvSpPr/>
          <p:nvPr/>
        </p:nvSpPr>
        <p:spPr>
          <a:xfrm>
            <a:off x="7676030" y="3428999"/>
            <a:ext cx="508747" cy="242047"/>
          </a:xfrm>
          <a:custGeom>
            <a:avLst/>
            <a:gdLst/>
            <a:ahLst/>
            <a:cxnLst/>
            <a:rect l="l" t="t" r="r" b="b"/>
            <a:pathLst>
              <a:path w="576579" h="274320">
                <a:moveTo>
                  <a:pt x="576072" y="0"/>
                </a:moveTo>
                <a:lnTo>
                  <a:pt x="557784" y="0"/>
                </a:lnTo>
                <a:lnTo>
                  <a:pt x="554736" y="13716"/>
                </a:lnTo>
                <a:lnTo>
                  <a:pt x="554736" y="25908"/>
                </a:lnTo>
                <a:lnTo>
                  <a:pt x="551688" y="39624"/>
                </a:lnTo>
                <a:lnTo>
                  <a:pt x="548640" y="53340"/>
                </a:lnTo>
                <a:lnTo>
                  <a:pt x="548640" y="51816"/>
                </a:lnTo>
                <a:lnTo>
                  <a:pt x="545592" y="65532"/>
                </a:lnTo>
                <a:lnTo>
                  <a:pt x="541020" y="77724"/>
                </a:lnTo>
                <a:lnTo>
                  <a:pt x="534924" y="91440"/>
                </a:lnTo>
                <a:lnTo>
                  <a:pt x="534924" y="89916"/>
                </a:lnTo>
                <a:lnTo>
                  <a:pt x="530352" y="102108"/>
                </a:lnTo>
                <a:lnTo>
                  <a:pt x="518160" y="124968"/>
                </a:lnTo>
                <a:lnTo>
                  <a:pt x="495300" y="156972"/>
                </a:lnTo>
                <a:lnTo>
                  <a:pt x="496824" y="156972"/>
                </a:lnTo>
                <a:lnTo>
                  <a:pt x="478536" y="175260"/>
                </a:lnTo>
                <a:lnTo>
                  <a:pt x="467868" y="184404"/>
                </a:lnTo>
                <a:lnTo>
                  <a:pt x="469392" y="184404"/>
                </a:lnTo>
                <a:lnTo>
                  <a:pt x="458724" y="192024"/>
                </a:lnTo>
                <a:lnTo>
                  <a:pt x="449580" y="201168"/>
                </a:lnTo>
                <a:lnTo>
                  <a:pt x="449580" y="199644"/>
                </a:lnTo>
                <a:lnTo>
                  <a:pt x="438912" y="208788"/>
                </a:lnTo>
                <a:lnTo>
                  <a:pt x="440436" y="208788"/>
                </a:lnTo>
                <a:lnTo>
                  <a:pt x="426720" y="214884"/>
                </a:lnTo>
                <a:lnTo>
                  <a:pt x="428244" y="214884"/>
                </a:lnTo>
                <a:lnTo>
                  <a:pt x="416052" y="222504"/>
                </a:lnTo>
                <a:lnTo>
                  <a:pt x="417576" y="220980"/>
                </a:lnTo>
                <a:lnTo>
                  <a:pt x="405384" y="227076"/>
                </a:lnTo>
                <a:lnTo>
                  <a:pt x="393192" y="233172"/>
                </a:lnTo>
                <a:lnTo>
                  <a:pt x="368808" y="242316"/>
                </a:lnTo>
                <a:lnTo>
                  <a:pt x="356616" y="245364"/>
                </a:lnTo>
                <a:lnTo>
                  <a:pt x="342900" y="248412"/>
                </a:lnTo>
                <a:lnTo>
                  <a:pt x="344424" y="248412"/>
                </a:lnTo>
                <a:lnTo>
                  <a:pt x="329184" y="251460"/>
                </a:lnTo>
                <a:lnTo>
                  <a:pt x="315468" y="252984"/>
                </a:lnTo>
                <a:lnTo>
                  <a:pt x="303276" y="252984"/>
                </a:lnTo>
                <a:lnTo>
                  <a:pt x="289560" y="254508"/>
                </a:lnTo>
                <a:lnTo>
                  <a:pt x="274320" y="252984"/>
                </a:lnTo>
                <a:lnTo>
                  <a:pt x="262128" y="252984"/>
                </a:lnTo>
                <a:lnTo>
                  <a:pt x="248412" y="251460"/>
                </a:lnTo>
                <a:lnTo>
                  <a:pt x="234696" y="248412"/>
                </a:lnTo>
                <a:lnTo>
                  <a:pt x="236220" y="248412"/>
                </a:lnTo>
                <a:lnTo>
                  <a:pt x="220980" y="245364"/>
                </a:lnTo>
                <a:lnTo>
                  <a:pt x="222504" y="245364"/>
                </a:lnTo>
                <a:lnTo>
                  <a:pt x="208788" y="242316"/>
                </a:lnTo>
                <a:lnTo>
                  <a:pt x="184404" y="233172"/>
                </a:lnTo>
                <a:lnTo>
                  <a:pt x="185928" y="233172"/>
                </a:lnTo>
                <a:lnTo>
                  <a:pt x="172212" y="227076"/>
                </a:lnTo>
                <a:lnTo>
                  <a:pt x="161544" y="220980"/>
                </a:lnTo>
                <a:lnTo>
                  <a:pt x="161544" y="222504"/>
                </a:lnTo>
                <a:lnTo>
                  <a:pt x="138684" y="208788"/>
                </a:lnTo>
                <a:lnTo>
                  <a:pt x="140208" y="208788"/>
                </a:lnTo>
                <a:lnTo>
                  <a:pt x="128016" y="199644"/>
                </a:lnTo>
                <a:lnTo>
                  <a:pt x="128016" y="201168"/>
                </a:lnTo>
                <a:lnTo>
                  <a:pt x="118872" y="192024"/>
                </a:lnTo>
                <a:lnTo>
                  <a:pt x="108204" y="184404"/>
                </a:lnTo>
                <a:lnTo>
                  <a:pt x="89916" y="166116"/>
                </a:lnTo>
                <a:lnTo>
                  <a:pt x="82296" y="156972"/>
                </a:lnTo>
                <a:lnTo>
                  <a:pt x="59436" y="124968"/>
                </a:lnTo>
                <a:lnTo>
                  <a:pt x="60960" y="124968"/>
                </a:lnTo>
                <a:lnTo>
                  <a:pt x="53340" y="114300"/>
                </a:lnTo>
                <a:lnTo>
                  <a:pt x="47244" y="102108"/>
                </a:lnTo>
                <a:lnTo>
                  <a:pt x="48768" y="102108"/>
                </a:lnTo>
                <a:lnTo>
                  <a:pt x="43434" y="91440"/>
                </a:lnTo>
                <a:lnTo>
                  <a:pt x="42672" y="89916"/>
                </a:lnTo>
                <a:lnTo>
                  <a:pt x="42672" y="91440"/>
                </a:lnTo>
                <a:lnTo>
                  <a:pt x="38100" y="77724"/>
                </a:lnTo>
                <a:lnTo>
                  <a:pt x="32004" y="65532"/>
                </a:lnTo>
                <a:lnTo>
                  <a:pt x="29286" y="53340"/>
                </a:lnTo>
                <a:lnTo>
                  <a:pt x="28956" y="51816"/>
                </a:lnTo>
                <a:lnTo>
                  <a:pt x="28956" y="53340"/>
                </a:lnTo>
                <a:lnTo>
                  <a:pt x="25908" y="39624"/>
                </a:lnTo>
                <a:lnTo>
                  <a:pt x="24549" y="27432"/>
                </a:lnTo>
                <a:lnTo>
                  <a:pt x="24384" y="25908"/>
                </a:lnTo>
                <a:lnTo>
                  <a:pt x="24384" y="27432"/>
                </a:lnTo>
                <a:lnTo>
                  <a:pt x="23012" y="13716"/>
                </a:lnTo>
                <a:lnTo>
                  <a:pt x="22860" y="12192"/>
                </a:lnTo>
                <a:lnTo>
                  <a:pt x="22860" y="13716"/>
                </a:lnTo>
                <a:lnTo>
                  <a:pt x="21336" y="0"/>
                </a:lnTo>
                <a:lnTo>
                  <a:pt x="0" y="0"/>
                </a:lnTo>
                <a:lnTo>
                  <a:pt x="7620" y="44196"/>
                </a:lnTo>
                <a:lnTo>
                  <a:pt x="21336" y="92964"/>
                </a:lnTo>
                <a:lnTo>
                  <a:pt x="47244" y="141732"/>
                </a:lnTo>
                <a:lnTo>
                  <a:pt x="50292" y="147828"/>
                </a:lnTo>
                <a:lnTo>
                  <a:pt x="59436" y="160020"/>
                </a:lnTo>
                <a:lnTo>
                  <a:pt x="73152" y="176784"/>
                </a:lnTo>
                <a:lnTo>
                  <a:pt x="99060" y="202692"/>
                </a:lnTo>
                <a:lnTo>
                  <a:pt x="118872" y="217932"/>
                </a:lnTo>
                <a:lnTo>
                  <a:pt x="128016" y="225552"/>
                </a:lnTo>
                <a:lnTo>
                  <a:pt x="138684" y="231648"/>
                </a:lnTo>
                <a:lnTo>
                  <a:pt x="160020" y="243840"/>
                </a:lnTo>
                <a:lnTo>
                  <a:pt x="184404" y="254508"/>
                </a:lnTo>
                <a:lnTo>
                  <a:pt x="220980" y="266700"/>
                </a:lnTo>
                <a:lnTo>
                  <a:pt x="228600" y="268224"/>
                </a:lnTo>
                <a:lnTo>
                  <a:pt x="234696" y="269748"/>
                </a:lnTo>
                <a:lnTo>
                  <a:pt x="265176" y="274320"/>
                </a:lnTo>
                <a:lnTo>
                  <a:pt x="303276" y="274320"/>
                </a:lnTo>
                <a:lnTo>
                  <a:pt x="316992" y="272796"/>
                </a:lnTo>
                <a:lnTo>
                  <a:pt x="318516" y="272796"/>
                </a:lnTo>
                <a:lnTo>
                  <a:pt x="332232" y="271272"/>
                </a:lnTo>
                <a:lnTo>
                  <a:pt x="344424" y="268224"/>
                </a:lnTo>
                <a:lnTo>
                  <a:pt x="373380" y="262128"/>
                </a:lnTo>
                <a:lnTo>
                  <a:pt x="405384" y="249936"/>
                </a:lnTo>
                <a:lnTo>
                  <a:pt x="409956" y="248412"/>
                </a:lnTo>
                <a:lnTo>
                  <a:pt x="416052" y="245364"/>
                </a:lnTo>
                <a:lnTo>
                  <a:pt x="428244" y="237744"/>
                </a:lnTo>
                <a:lnTo>
                  <a:pt x="440436" y="231648"/>
                </a:lnTo>
                <a:lnTo>
                  <a:pt x="443484" y="228600"/>
                </a:lnTo>
                <a:lnTo>
                  <a:pt x="449580" y="225552"/>
                </a:lnTo>
                <a:lnTo>
                  <a:pt x="469392" y="210312"/>
                </a:lnTo>
                <a:lnTo>
                  <a:pt x="475488" y="205740"/>
                </a:lnTo>
                <a:lnTo>
                  <a:pt x="478536" y="202692"/>
                </a:lnTo>
                <a:lnTo>
                  <a:pt x="496824" y="185928"/>
                </a:lnTo>
                <a:lnTo>
                  <a:pt x="502920" y="179832"/>
                </a:lnTo>
                <a:lnTo>
                  <a:pt x="527304" y="149352"/>
                </a:lnTo>
                <a:lnTo>
                  <a:pt x="547116" y="115824"/>
                </a:lnTo>
                <a:lnTo>
                  <a:pt x="551688" y="103632"/>
                </a:lnTo>
                <a:lnTo>
                  <a:pt x="557784" y="91440"/>
                </a:lnTo>
                <a:lnTo>
                  <a:pt x="562356" y="79248"/>
                </a:lnTo>
                <a:lnTo>
                  <a:pt x="573024" y="41148"/>
                </a:lnTo>
                <a:lnTo>
                  <a:pt x="5760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0" name="object 50"/>
          <p:cNvSpPr/>
          <p:nvPr/>
        </p:nvSpPr>
        <p:spPr>
          <a:xfrm>
            <a:off x="7922111" y="3671047"/>
            <a:ext cx="19050" cy="67235"/>
          </a:xfrm>
          <a:custGeom>
            <a:avLst/>
            <a:gdLst/>
            <a:ahLst/>
            <a:cxnLst/>
            <a:rect l="l" t="t" r="r" b="b"/>
            <a:pathLst>
              <a:path w="21590" h="76200">
                <a:moveTo>
                  <a:pt x="21335" y="0"/>
                </a:moveTo>
                <a:lnTo>
                  <a:pt x="0" y="0"/>
                </a:lnTo>
                <a:lnTo>
                  <a:pt x="0" y="76200"/>
                </a:lnTo>
                <a:lnTo>
                  <a:pt x="21335" y="76200"/>
                </a:lnTo>
                <a:lnTo>
                  <a:pt x="21335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1" name="object 51"/>
          <p:cNvSpPr/>
          <p:nvPr/>
        </p:nvSpPr>
        <p:spPr>
          <a:xfrm>
            <a:off x="8505377" y="3429000"/>
            <a:ext cx="489137" cy="233082"/>
          </a:xfrm>
          <a:custGeom>
            <a:avLst/>
            <a:gdLst/>
            <a:ahLst/>
            <a:cxnLst/>
            <a:rect l="l" t="t" r="r" b="b"/>
            <a:pathLst>
              <a:path w="554354" h="264160">
                <a:moveTo>
                  <a:pt x="553974" y="0"/>
                </a:moveTo>
                <a:lnTo>
                  <a:pt x="0" y="0"/>
                </a:lnTo>
                <a:lnTo>
                  <a:pt x="1904" y="22860"/>
                </a:lnTo>
                <a:lnTo>
                  <a:pt x="20193" y="94487"/>
                </a:lnTo>
                <a:lnTo>
                  <a:pt x="56769" y="155448"/>
                </a:lnTo>
                <a:lnTo>
                  <a:pt x="107061" y="205739"/>
                </a:lnTo>
                <a:lnTo>
                  <a:pt x="168021" y="242315"/>
                </a:lnTo>
                <a:lnTo>
                  <a:pt x="239649" y="260603"/>
                </a:lnTo>
                <a:lnTo>
                  <a:pt x="277749" y="263651"/>
                </a:lnTo>
                <a:lnTo>
                  <a:pt x="314325" y="260603"/>
                </a:lnTo>
                <a:lnTo>
                  <a:pt x="385952" y="242315"/>
                </a:lnTo>
                <a:lnTo>
                  <a:pt x="446913" y="205739"/>
                </a:lnTo>
                <a:lnTo>
                  <a:pt x="497204" y="155448"/>
                </a:lnTo>
                <a:lnTo>
                  <a:pt x="533780" y="94487"/>
                </a:lnTo>
                <a:lnTo>
                  <a:pt x="552069" y="22860"/>
                </a:lnTo>
                <a:lnTo>
                  <a:pt x="553974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2" name="object 52"/>
          <p:cNvSpPr/>
          <p:nvPr/>
        </p:nvSpPr>
        <p:spPr>
          <a:xfrm>
            <a:off x="3320528" y="3428999"/>
            <a:ext cx="5683063" cy="309282"/>
          </a:xfrm>
          <a:custGeom>
            <a:avLst/>
            <a:gdLst/>
            <a:ahLst/>
            <a:cxnLst/>
            <a:rect l="l" t="t" r="r" b="b"/>
            <a:pathLst>
              <a:path w="6440805" h="350520">
                <a:moveTo>
                  <a:pt x="2845308" y="190500"/>
                </a:moveTo>
                <a:lnTo>
                  <a:pt x="1200912" y="190500"/>
                </a:lnTo>
                <a:lnTo>
                  <a:pt x="1200912" y="0"/>
                </a:lnTo>
                <a:lnTo>
                  <a:pt x="1190244" y="0"/>
                </a:lnTo>
                <a:lnTo>
                  <a:pt x="1190244" y="190500"/>
                </a:lnTo>
                <a:lnTo>
                  <a:pt x="0" y="190500"/>
                </a:lnTo>
                <a:lnTo>
                  <a:pt x="0" y="200660"/>
                </a:lnTo>
                <a:lnTo>
                  <a:pt x="1190244" y="200660"/>
                </a:lnTo>
                <a:lnTo>
                  <a:pt x="1190244" y="350520"/>
                </a:lnTo>
                <a:lnTo>
                  <a:pt x="1200912" y="350520"/>
                </a:lnTo>
                <a:lnTo>
                  <a:pt x="1200912" y="200660"/>
                </a:lnTo>
                <a:lnTo>
                  <a:pt x="2845308" y="200660"/>
                </a:lnTo>
                <a:lnTo>
                  <a:pt x="2845308" y="190500"/>
                </a:lnTo>
                <a:close/>
              </a:path>
              <a:path w="6440805" h="350520">
                <a:moveTo>
                  <a:pt x="6440424" y="0"/>
                </a:moveTo>
                <a:lnTo>
                  <a:pt x="6420612" y="0"/>
                </a:lnTo>
                <a:lnTo>
                  <a:pt x="6419088" y="13716"/>
                </a:lnTo>
                <a:lnTo>
                  <a:pt x="6419088" y="12192"/>
                </a:lnTo>
                <a:lnTo>
                  <a:pt x="6417564" y="27432"/>
                </a:lnTo>
                <a:lnTo>
                  <a:pt x="6417564" y="25908"/>
                </a:lnTo>
                <a:lnTo>
                  <a:pt x="6414516" y="39624"/>
                </a:lnTo>
                <a:lnTo>
                  <a:pt x="6416040" y="39624"/>
                </a:lnTo>
                <a:lnTo>
                  <a:pt x="6412992" y="53340"/>
                </a:lnTo>
                <a:lnTo>
                  <a:pt x="6412992" y="51816"/>
                </a:lnTo>
                <a:lnTo>
                  <a:pt x="6408420" y="65532"/>
                </a:lnTo>
                <a:lnTo>
                  <a:pt x="6403848" y="77724"/>
                </a:lnTo>
                <a:lnTo>
                  <a:pt x="6399276" y="91440"/>
                </a:lnTo>
                <a:lnTo>
                  <a:pt x="6399276" y="89916"/>
                </a:lnTo>
                <a:lnTo>
                  <a:pt x="6394704" y="102108"/>
                </a:lnTo>
                <a:lnTo>
                  <a:pt x="6382512" y="124968"/>
                </a:lnTo>
                <a:lnTo>
                  <a:pt x="6359652" y="156972"/>
                </a:lnTo>
                <a:lnTo>
                  <a:pt x="6341364" y="175260"/>
                </a:lnTo>
                <a:lnTo>
                  <a:pt x="6342888" y="175260"/>
                </a:lnTo>
                <a:lnTo>
                  <a:pt x="6332220" y="184404"/>
                </a:lnTo>
                <a:lnTo>
                  <a:pt x="6333744" y="184404"/>
                </a:lnTo>
                <a:lnTo>
                  <a:pt x="6323076" y="192024"/>
                </a:lnTo>
                <a:lnTo>
                  <a:pt x="6313932" y="199872"/>
                </a:lnTo>
                <a:lnTo>
                  <a:pt x="6313932" y="199644"/>
                </a:lnTo>
                <a:lnTo>
                  <a:pt x="6301740" y="208788"/>
                </a:lnTo>
                <a:lnTo>
                  <a:pt x="6303264" y="208788"/>
                </a:lnTo>
                <a:lnTo>
                  <a:pt x="6291072" y="214884"/>
                </a:lnTo>
                <a:lnTo>
                  <a:pt x="6292596" y="214884"/>
                </a:lnTo>
                <a:lnTo>
                  <a:pt x="6280404" y="222504"/>
                </a:lnTo>
                <a:lnTo>
                  <a:pt x="6280404" y="220980"/>
                </a:lnTo>
                <a:lnTo>
                  <a:pt x="6268212" y="227076"/>
                </a:lnTo>
                <a:lnTo>
                  <a:pt x="6269736" y="227076"/>
                </a:lnTo>
                <a:lnTo>
                  <a:pt x="6257544" y="233172"/>
                </a:lnTo>
                <a:lnTo>
                  <a:pt x="6233160" y="242316"/>
                </a:lnTo>
                <a:lnTo>
                  <a:pt x="6219444" y="245364"/>
                </a:lnTo>
                <a:lnTo>
                  <a:pt x="6207252" y="248412"/>
                </a:lnTo>
                <a:lnTo>
                  <a:pt x="6193536" y="251460"/>
                </a:lnTo>
                <a:lnTo>
                  <a:pt x="6179820" y="252984"/>
                </a:lnTo>
                <a:lnTo>
                  <a:pt x="6167628" y="252984"/>
                </a:lnTo>
                <a:lnTo>
                  <a:pt x="6152388" y="254508"/>
                </a:lnTo>
                <a:lnTo>
                  <a:pt x="6138672" y="252984"/>
                </a:lnTo>
                <a:lnTo>
                  <a:pt x="6124956" y="252984"/>
                </a:lnTo>
                <a:lnTo>
                  <a:pt x="6111240" y="251460"/>
                </a:lnTo>
                <a:lnTo>
                  <a:pt x="6099048" y="248412"/>
                </a:lnTo>
                <a:lnTo>
                  <a:pt x="6085332" y="245364"/>
                </a:lnTo>
                <a:lnTo>
                  <a:pt x="6073140" y="242316"/>
                </a:lnTo>
                <a:lnTo>
                  <a:pt x="6060948" y="237744"/>
                </a:lnTo>
                <a:lnTo>
                  <a:pt x="6047232" y="233172"/>
                </a:lnTo>
                <a:lnTo>
                  <a:pt x="6048756" y="233172"/>
                </a:lnTo>
                <a:lnTo>
                  <a:pt x="6036564" y="227076"/>
                </a:lnTo>
                <a:lnTo>
                  <a:pt x="6025896" y="220980"/>
                </a:lnTo>
                <a:lnTo>
                  <a:pt x="6025896" y="222504"/>
                </a:lnTo>
                <a:lnTo>
                  <a:pt x="6003036" y="208788"/>
                </a:lnTo>
                <a:lnTo>
                  <a:pt x="5994146" y="201168"/>
                </a:lnTo>
                <a:lnTo>
                  <a:pt x="5992368" y="199644"/>
                </a:lnTo>
                <a:lnTo>
                  <a:pt x="5992368" y="201168"/>
                </a:lnTo>
                <a:lnTo>
                  <a:pt x="5981700" y="192024"/>
                </a:lnTo>
                <a:lnTo>
                  <a:pt x="5983224" y="192024"/>
                </a:lnTo>
                <a:lnTo>
                  <a:pt x="5972556" y="184404"/>
                </a:lnTo>
                <a:lnTo>
                  <a:pt x="5954268" y="166116"/>
                </a:lnTo>
                <a:lnTo>
                  <a:pt x="5946648" y="156972"/>
                </a:lnTo>
                <a:lnTo>
                  <a:pt x="5939028" y="146304"/>
                </a:lnTo>
                <a:lnTo>
                  <a:pt x="5929884" y="135636"/>
                </a:lnTo>
                <a:lnTo>
                  <a:pt x="5923788" y="124968"/>
                </a:lnTo>
                <a:lnTo>
                  <a:pt x="5917692" y="114300"/>
                </a:lnTo>
                <a:lnTo>
                  <a:pt x="5911596" y="102108"/>
                </a:lnTo>
                <a:lnTo>
                  <a:pt x="5906262" y="91440"/>
                </a:lnTo>
                <a:lnTo>
                  <a:pt x="5905500" y="89916"/>
                </a:lnTo>
                <a:lnTo>
                  <a:pt x="5905500" y="91440"/>
                </a:lnTo>
                <a:lnTo>
                  <a:pt x="5900928" y="77724"/>
                </a:lnTo>
                <a:lnTo>
                  <a:pt x="5896356" y="65532"/>
                </a:lnTo>
                <a:lnTo>
                  <a:pt x="5893638" y="53340"/>
                </a:lnTo>
                <a:lnTo>
                  <a:pt x="5893308" y="51816"/>
                </a:lnTo>
                <a:lnTo>
                  <a:pt x="5893308" y="53340"/>
                </a:lnTo>
                <a:lnTo>
                  <a:pt x="5890260" y="39624"/>
                </a:lnTo>
                <a:lnTo>
                  <a:pt x="5888901" y="27432"/>
                </a:lnTo>
                <a:lnTo>
                  <a:pt x="5888736" y="25908"/>
                </a:lnTo>
                <a:lnTo>
                  <a:pt x="5888736" y="27432"/>
                </a:lnTo>
                <a:lnTo>
                  <a:pt x="5885688" y="12192"/>
                </a:lnTo>
                <a:lnTo>
                  <a:pt x="5885688" y="0"/>
                </a:lnTo>
                <a:lnTo>
                  <a:pt x="5864352" y="0"/>
                </a:lnTo>
                <a:lnTo>
                  <a:pt x="5870448" y="44196"/>
                </a:lnTo>
                <a:lnTo>
                  <a:pt x="5879592" y="80772"/>
                </a:lnTo>
                <a:lnTo>
                  <a:pt x="5885688" y="92964"/>
                </a:lnTo>
                <a:lnTo>
                  <a:pt x="5894832" y="115824"/>
                </a:lnTo>
                <a:lnTo>
                  <a:pt x="5911596" y="141732"/>
                </a:lnTo>
                <a:lnTo>
                  <a:pt x="5914644" y="147828"/>
                </a:lnTo>
                <a:lnTo>
                  <a:pt x="5923788" y="160020"/>
                </a:lnTo>
                <a:lnTo>
                  <a:pt x="5935980" y="176784"/>
                </a:lnTo>
                <a:lnTo>
                  <a:pt x="5961888" y="202692"/>
                </a:lnTo>
                <a:lnTo>
                  <a:pt x="5981700" y="217932"/>
                </a:lnTo>
                <a:lnTo>
                  <a:pt x="5990844" y="225552"/>
                </a:lnTo>
                <a:lnTo>
                  <a:pt x="6003036" y="231648"/>
                </a:lnTo>
                <a:lnTo>
                  <a:pt x="6022848" y="243840"/>
                </a:lnTo>
                <a:lnTo>
                  <a:pt x="6047232" y="254508"/>
                </a:lnTo>
                <a:lnTo>
                  <a:pt x="6057900" y="257556"/>
                </a:lnTo>
                <a:lnTo>
                  <a:pt x="6085332" y="266700"/>
                </a:lnTo>
                <a:lnTo>
                  <a:pt x="6092952" y="268224"/>
                </a:lnTo>
                <a:lnTo>
                  <a:pt x="6099048" y="269748"/>
                </a:lnTo>
                <a:lnTo>
                  <a:pt x="6129528" y="274320"/>
                </a:lnTo>
                <a:lnTo>
                  <a:pt x="6167628" y="274320"/>
                </a:lnTo>
                <a:lnTo>
                  <a:pt x="6181344" y="272796"/>
                </a:lnTo>
                <a:lnTo>
                  <a:pt x="6182868" y="272796"/>
                </a:lnTo>
                <a:lnTo>
                  <a:pt x="6196584" y="271272"/>
                </a:lnTo>
                <a:lnTo>
                  <a:pt x="6207252" y="268224"/>
                </a:lnTo>
                <a:lnTo>
                  <a:pt x="6236208" y="262128"/>
                </a:lnTo>
                <a:lnTo>
                  <a:pt x="6269736" y="249936"/>
                </a:lnTo>
                <a:lnTo>
                  <a:pt x="6274308" y="248412"/>
                </a:lnTo>
                <a:lnTo>
                  <a:pt x="6280404" y="245364"/>
                </a:lnTo>
                <a:lnTo>
                  <a:pt x="6292596" y="237744"/>
                </a:lnTo>
                <a:lnTo>
                  <a:pt x="6303264" y="231648"/>
                </a:lnTo>
                <a:lnTo>
                  <a:pt x="6307836" y="228600"/>
                </a:lnTo>
                <a:lnTo>
                  <a:pt x="6313932" y="225552"/>
                </a:lnTo>
                <a:lnTo>
                  <a:pt x="6333744" y="210312"/>
                </a:lnTo>
                <a:lnTo>
                  <a:pt x="6339840" y="205740"/>
                </a:lnTo>
                <a:lnTo>
                  <a:pt x="6342888" y="202692"/>
                </a:lnTo>
                <a:lnTo>
                  <a:pt x="6359652" y="185928"/>
                </a:lnTo>
                <a:lnTo>
                  <a:pt x="6367272" y="179832"/>
                </a:lnTo>
                <a:lnTo>
                  <a:pt x="6391656" y="149352"/>
                </a:lnTo>
                <a:lnTo>
                  <a:pt x="6409944" y="115824"/>
                </a:lnTo>
                <a:lnTo>
                  <a:pt x="6416040" y="103632"/>
                </a:lnTo>
                <a:lnTo>
                  <a:pt x="6420612" y="91440"/>
                </a:lnTo>
                <a:lnTo>
                  <a:pt x="6426708" y="79248"/>
                </a:lnTo>
                <a:lnTo>
                  <a:pt x="6435852" y="41148"/>
                </a:lnTo>
                <a:lnTo>
                  <a:pt x="64404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3" name="object 53"/>
          <p:cNvSpPr txBox="1"/>
          <p:nvPr/>
        </p:nvSpPr>
        <p:spPr>
          <a:xfrm>
            <a:off x="6976399" y="3727140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4</a:t>
            </a:r>
            <a:endParaRPr sz="1279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430426" y="3727140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9</a:t>
            </a:r>
            <a:endParaRPr sz="1279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467084" y="4000127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612838" y="3727140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2</a:t>
            </a:r>
            <a:endParaRPr sz="1279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286043" y="4000127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1</a:t>
            </a:r>
            <a:endParaRPr sz="1279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8448" y="3739627"/>
            <a:ext cx="2146151" cy="701936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7040860" y="4103614"/>
            <a:ext cx="143996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E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203577" y="3738283"/>
            <a:ext cx="575982" cy="700928"/>
            <a:chOff x="5151120" y="4236720"/>
            <a:chExt cx="652780" cy="794385"/>
          </a:xfrm>
        </p:grpSpPr>
        <p:sp>
          <p:nvSpPr>
            <p:cNvPr id="61" name="object 61"/>
            <p:cNvSpPr/>
            <p:nvPr/>
          </p:nvSpPr>
          <p:spPr>
            <a:xfrm>
              <a:off x="5439156" y="4236719"/>
              <a:ext cx="364490" cy="274320"/>
            </a:xfrm>
            <a:custGeom>
              <a:avLst/>
              <a:gdLst/>
              <a:ahLst/>
              <a:cxnLst/>
              <a:rect l="l" t="t" r="r" b="b"/>
              <a:pathLst>
                <a:path w="364489" h="274320">
                  <a:moveTo>
                    <a:pt x="364236" y="0"/>
                  </a:moveTo>
                  <a:lnTo>
                    <a:pt x="330708" y="0"/>
                  </a:lnTo>
                  <a:lnTo>
                    <a:pt x="27432" y="240792"/>
                  </a:lnTo>
                  <a:lnTo>
                    <a:pt x="13716" y="224028"/>
                  </a:lnTo>
                  <a:lnTo>
                    <a:pt x="0" y="274320"/>
                  </a:lnTo>
                  <a:lnTo>
                    <a:pt x="18288" y="274320"/>
                  </a:lnTo>
                  <a:lnTo>
                    <a:pt x="51816" y="272796"/>
                  </a:lnTo>
                  <a:lnTo>
                    <a:pt x="39624" y="257556"/>
                  </a:lnTo>
                  <a:lnTo>
                    <a:pt x="3642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62"/>
            <p:cNvSpPr/>
            <p:nvPr/>
          </p:nvSpPr>
          <p:spPr>
            <a:xfrm>
              <a:off x="5161788" y="4521708"/>
              <a:ext cx="556260" cy="509270"/>
            </a:xfrm>
            <a:custGeom>
              <a:avLst/>
              <a:gdLst/>
              <a:ahLst/>
              <a:cxnLst/>
              <a:rect l="l" t="t" r="r" b="b"/>
              <a:pathLst>
                <a:path w="556260" h="509270">
                  <a:moveTo>
                    <a:pt x="277367" y="0"/>
                  </a:moveTo>
                  <a:lnTo>
                    <a:pt x="204215" y="9144"/>
                  </a:lnTo>
                  <a:lnTo>
                    <a:pt x="137160" y="38100"/>
                  </a:lnTo>
                  <a:lnTo>
                    <a:pt x="80772" y="80772"/>
                  </a:lnTo>
                  <a:lnTo>
                    <a:pt x="38100" y="137160"/>
                  </a:lnTo>
                  <a:lnTo>
                    <a:pt x="9144" y="204216"/>
                  </a:lnTo>
                  <a:lnTo>
                    <a:pt x="0" y="277368"/>
                  </a:lnTo>
                  <a:lnTo>
                    <a:pt x="3048" y="315468"/>
                  </a:lnTo>
                  <a:lnTo>
                    <a:pt x="21336" y="385572"/>
                  </a:lnTo>
                  <a:lnTo>
                    <a:pt x="57912" y="448056"/>
                  </a:lnTo>
                  <a:lnTo>
                    <a:pt x="108203" y="498348"/>
                  </a:lnTo>
                  <a:lnTo>
                    <a:pt x="124967" y="509016"/>
                  </a:lnTo>
                  <a:lnTo>
                    <a:pt x="431291" y="509016"/>
                  </a:lnTo>
                  <a:lnTo>
                    <a:pt x="473963" y="473964"/>
                  </a:lnTo>
                  <a:lnTo>
                    <a:pt x="518160" y="417576"/>
                  </a:lnTo>
                  <a:lnTo>
                    <a:pt x="547115" y="352044"/>
                  </a:lnTo>
                  <a:lnTo>
                    <a:pt x="556260" y="277368"/>
                  </a:lnTo>
                  <a:lnTo>
                    <a:pt x="553212" y="239268"/>
                  </a:lnTo>
                  <a:lnTo>
                    <a:pt x="534924" y="169164"/>
                  </a:lnTo>
                  <a:lnTo>
                    <a:pt x="498348" y="108204"/>
                  </a:lnTo>
                  <a:lnTo>
                    <a:pt x="448056" y="57912"/>
                  </a:lnTo>
                  <a:lnTo>
                    <a:pt x="385572" y="21336"/>
                  </a:lnTo>
                  <a:lnTo>
                    <a:pt x="315467" y="1524"/>
                  </a:lnTo>
                  <a:lnTo>
                    <a:pt x="277367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5151120" y="4512563"/>
              <a:ext cx="577850" cy="518159"/>
            </a:xfrm>
            <a:custGeom>
              <a:avLst/>
              <a:gdLst/>
              <a:ahLst/>
              <a:cxnLst/>
              <a:rect l="l" t="t" r="r" b="b"/>
              <a:pathLst>
                <a:path w="577850" h="518160">
                  <a:moveTo>
                    <a:pt x="577596" y="286512"/>
                  </a:moveTo>
                  <a:lnTo>
                    <a:pt x="573570" y="259080"/>
                  </a:lnTo>
                  <a:lnTo>
                    <a:pt x="571563" y="245364"/>
                  </a:lnTo>
                  <a:lnTo>
                    <a:pt x="568452" y="224028"/>
                  </a:lnTo>
                  <a:lnTo>
                    <a:pt x="567143" y="219456"/>
                  </a:lnTo>
                  <a:lnTo>
                    <a:pt x="559308" y="192024"/>
                  </a:lnTo>
                  <a:lnTo>
                    <a:pt x="547116" y="161544"/>
                  </a:lnTo>
                  <a:lnTo>
                    <a:pt x="526491" y="126492"/>
                  </a:lnTo>
                  <a:lnTo>
                    <a:pt x="516636" y="109728"/>
                  </a:lnTo>
                  <a:lnTo>
                    <a:pt x="478536" y="68580"/>
                  </a:lnTo>
                  <a:lnTo>
                    <a:pt x="431292" y="36576"/>
                  </a:lnTo>
                  <a:lnTo>
                    <a:pt x="392277" y="18288"/>
                  </a:lnTo>
                  <a:lnTo>
                    <a:pt x="382524" y="13716"/>
                  </a:lnTo>
                  <a:lnTo>
                    <a:pt x="329184" y="1524"/>
                  </a:lnTo>
                  <a:lnTo>
                    <a:pt x="274320" y="0"/>
                  </a:lnTo>
                  <a:lnTo>
                    <a:pt x="246888" y="1524"/>
                  </a:lnTo>
                  <a:lnTo>
                    <a:pt x="195072" y="13716"/>
                  </a:lnTo>
                  <a:lnTo>
                    <a:pt x="144780" y="36576"/>
                  </a:lnTo>
                  <a:lnTo>
                    <a:pt x="99060" y="68580"/>
                  </a:lnTo>
                  <a:lnTo>
                    <a:pt x="59436" y="109728"/>
                  </a:lnTo>
                  <a:lnTo>
                    <a:pt x="28956" y="161544"/>
                  </a:lnTo>
                  <a:lnTo>
                    <a:pt x="7620" y="224028"/>
                  </a:lnTo>
                  <a:lnTo>
                    <a:pt x="0" y="272796"/>
                  </a:lnTo>
                  <a:lnTo>
                    <a:pt x="0" y="301752"/>
                  </a:lnTo>
                  <a:lnTo>
                    <a:pt x="6096" y="345948"/>
                  </a:lnTo>
                  <a:lnTo>
                    <a:pt x="15240" y="382524"/>
                  </a:lnTo>
                  <a:lnTo>
                    <a:pt x="21336" y="394716"/>
                  </a:lnTo>
                  <a:lnTo>
                    <a:pt x="30480" y="416052"/>
                  </a:lnTo>
                  <a:lnTo>
                    <a:pt x="45720" y="443484"/>
                  </a:lnTo>
                  <a:lnTo>
                    <a:pt x="48768" y="448056"/>
                  </a:lnTo>
                  <a:lnTo>
                    <a:pt x="59436" y="460248"/>
                  </a:lnTo>
                  <a:lnTo>
                    <a:pt x="71628" y="478536"/>
                  </a:lnTo>
                  <a:lnTo>
                    <a:pt x="97536" y="504444"/>
                  </a:lnTo>
                  <a:lnTo>
                    <a:pt x="117348" y="518160"/>
                  </a:lnTo>
                  <a:lnTo>
                    <a:pt x="138684" y="518160"/>
                  </a:lnTo>
                  <a:lnTo>
                    <a:pt x="153924" y="518160"/>
                  </a:lnTo>
                  <a:lnTo>
                    <a:pt x="138684" y="509016"/>
                  </a:lnTo>
                  <a:lnTo>
                    <a:pt x="117348" y="493776"/>
                  </a:lnTo>
                  <a:lnTo>
                    <a:pt x="118872" y="493776"/>
                  </a:lnTo>
                  <a:lnTo>
                    <a:pt x="108204" y="484632"/>
                  </a:lnTo>
                  <a:lnTo>
                    <a:pt x="108204" y="486156"/>
                  </a:lnTo>
                  <a:lnTo>
                    <a:pt x="89916" y="467868"/>
                  </a:lnTo>
                  <a:lnTo>
                    <a:pt x="80772" y="457200"/>
                  </a:lnTo>
                  <a:lnTo>
                    <a:pt x="74676" y="446532"/>
                  </a:lnTo>
                  <a:lnTo>
                    <a:pt x="74676" y="448056"/>
                  </a:lnTo>
                  <a:lnTo>
                    <a:pt x="65532" y="435864"/>
                  </a:lnTo>
                  <a:lnTo>
                    <a:pt x="65532" y="437388"/>
                  </a:lnTo>
                  <a:lnTo>
                    <a:pt x="59436" y="425196"/>
                  </a:lnTo>
                  <a:lnTo>
                    <a:pt x="59436" y="426720"/>
                  </a:lnTo>
                  <a:lnTo>
                    <a:pt x="51816" y="414528"/>
                  </a:lnTo>
                  <a:lnTo>
                    <a:pt x="45720" y="402336"/>
                  </a:lnTo>
                  <a:lnTo>
                    <a:pt x="47244" y="403860"/>
                  </a:lnTo>
                  <a:lnTo>
                    <a:pt x="46482" y="402336"/>
                  </a:lnTo>
                  <a:lnTo>
                    <a:pt x="41148" y="391668"/>
                  </a:lnTo>
                  <a:lnTo>
                    <a:pt x="32004" y="367284"/>
                  </a:lnTo>
                  <a:lnTo>
                    <a:pt x="26238" y="341376"/>
                  </a:lnTo>
                  <a:lnTo>
                    <a:pt x="25908" y="339852"/>
                  </a:lnTo>
                  <a:lnTo>
                    <a:pt x="25908" y="341376"/>
                  </a:lnTo>
                  <a:lnTo>
                    <a:pt x="24384" y="327660"/>
                  </a:lnTo>
                  <a:lnTo>
                    <a:pt x="21336" y="313944"/>
                  </a:lnTo>
                  <a:lnTo>
                    <a:pt x="21336" y="260604"/>
                  </a:lnTo>
                  <a:lnTo>
                    <a:pt x="21640" y="259080"/>
                  </a:lnTo>
                  <a:lnTo>
                    <a:pt x="24384" y="245364"/>
                  </a:lnTo>
                  <a:lnTo>
                    <a:pt x="24384" y="246888"/>
                  </a:lnTo>
                  <a:lnTo>
                    <a:pt x="24549" y="245364"/>
                  </a:lnTo>
                  <a:lnTo>
                    <a:pt x="25908" y="233172"/>
                  </a:lnTo>
                  <a:lnTo>
                    <a:pt x="28956" y="219456"/>
                  </a:lnTo>
                  <a:lnTo>
                    <a:pt x="28956" y="220980"/>
                  </a:lnTo>
                  <a:lnTo>
                    <a:pt x="29286" y="219456"/>
                  </a:lnTo>
                  <a:lnTo>
                    <a:pt x="32004" y="207264"/>
                  </a:lnTo>
                  <a:lnTo>
                    <a:pt x="41148" y="182880"/>
                  </a:lnTo>
                  <a:lnTo>
                    <a:pt x="45720" y="172212"/>
                  </a:lnTo>
                  <a:lnTo>
                    <a:pt x="47244" y="170688"/>
                  </a:lnTo>
                  <a:lnTo>
                    <a:pt x="45720" y="170688"/>
                  </a:lnTo>
                  <a:lnTo>
                    <a:pt x="51816" y="160020"/>
                  </a:lnTo>
                  <a:lnTo>
                    <a:pt x="59436" y="149352"/>
                  </a:lnTo>
                  <a:lnTo>
                    <a:pt x="59436" y="147828"/>
                  </a:lnTo>
                  <a:lnTo>
                    <a:pt x="65532" y="137160"/>
                  </a:lnTo>
                  <a:lnTo>
                    <a:pt x="74676" y="126492"/>
                  </a:lnTo>
                  <a:lnTo>
                    <a:pt x="80772" y="115824"/>
                  </a:lnTo>
                  <a:lnTo>
                    <a:pt x="80772" y="117348"/>
                  </a:lnTo>
                  <a:lnTo>
                    <a:pt x="82067" y="115824"/>
                  </a:lnTo>
                  <a:lnTo>
                    <a:pt x="89916" y="106680"/>
                  </a:lnTo>
                  <a:lnTo>
                    <a:pt x="108204" y="88392"/>
                  </a:lnTo>
                  <a:lnTo>
                    <a:pt x="117348" y="80772"/>
                  </a:lnTo>
                  <a:lnTo>
                    <a:pt x="128016" y="71628"/>
                  </a:lnTo>
                  <a:lnTo>
                    <a:pt x="138684" y="65532"/>
                  </a:lnTo>
                  <a:lnTo>
                    <a:pt x="160020" y="51816"/>
                  </a:lnTo>
                  <a:lnTo>
                    <a:pt x="172212" y="45720"/>
                  </a:lnTo>
                  <a:lnTo>
                    <a:pt x="182880" y="41148"/>
                  </a:lnTo>
                  <a:lnTo>
                    <a:pt x="184404" y="39624"/>
                  </a:lnTo>
                  <a:lnTo>
                    <a:pt x="182880" y="39624"/>
                  </a:lnTo>
                  <a:lnTo>
                    <a:pt x="195072" y="35052"/>
                  </a:lnTo>
                  <a:lnTo>
                    <a:pt x="208788" y="32004"/>
                  </a:lnTo>
                  <a:lnTo>
                    <a:pt x="220980" y="27432"/>
                  </a:lnTo>
                  <a:lnTo>
                    <a:pt x="233172" y="24384"/>
                  </a:lnTo>
                  <a:lnTo>
                    <a:pt x="246888" y="22860"/>
                  </a:lnTo>
                  <a:lnTo>
                    <a:pt x="260604" y="19812"/>
                  </a:lnTo>
                  <a:lnTo>
                    <a:pt x="274320" y="19812"/>
                  </a:lnTo>
                  <a:lnTo>
                    <a:pt x="288036" y="18288"/>
                  </a:lnTo>
                  <a:lnTo>
                    <a:pt x="301752" y="19812"/>
                  </a:lnTo>
                  <a:lnTo>
                    <a:pt x="303276" y="19812"/>
                  </a:lnTo>
                  <a:lnTo>
                    <a:pt x="315468" y="19812"/>
                  </a:lnTo>
                  <a:lnTo>
                    <a:pt x="316992" y="19812"/>
                  </a:lnTo>
                  <a:lnTo>
                    <a:pt x="329184" y="22860"/>
                  </a:lnTo>
                  <a:lnTo>
                    <a:pt x="342900" y="24384"/>
                  </a:lnTo>
                  <a:lnTo>
                    <a:pt x="355092" y="27432"/>
                  </a:lnTo>
                  <a:lnTo>
                    <a:pt x="367284" y="32004"/>
                  </a:lnTo>
                  <a:lnTo>
                    <a:pt x="381000" y="35052"/>
                  </a:lnTo>
                  <a:lnTo>
                    <a:pt x="393192" y="39624"/>
                  </a:lnTo>
                  <a:lnTo>
                    <a:pt x="405384" y="45720"/>
                  </a:lnTo>
                  <a:lnTo>
                    <a:pt x="416052" y="51816"/>
                  </a:lnTo>
                  <a:lnTo>
                    <a:pt x="428244" y="57912"/>
                  </a:lnTo>
                  <a:lnTo>
                    <a:pt x="438912" y="65532"/>
                  </a:lnTo>
                  <a:lnTo>
                    <a:pt x="449580" y="71628"/>
                  </a:lnTo>
                  <a:lnTo>
                    <a:pt x="448056" y="71628"/>
                  </a:lnTo>
                  <a:lnTo>
                    <a:pt x="449580" y="73152"/>
                  </a:lnTo>
                  <a:lnTo>
                    <a:pt x="458724" y="80772"/>
                  </a:lnTo>
                  <a:lnTo>
                    <a:pt x="469392" y="88392"/>
                  </a:lnTo>
                  <a:lnTo>
                    <a:pt x="467868" y="88392"/>
                  </a:lnTo>
                  <a:lnTo>
                    <a:pt x="469392" y="89916"/>
                  </a:lnTo>
                  <a:lnTo>
                    <a:pt x="478536" y="97536"/>
                  </a:lnTo>
                  <a:lnTo>
                    <a:pt x="477012" y="97536"/>
                  </a:lnTo>
                  <a:lnTo>
                    <a:pt x="478536" y="99060"/>
                  </a:lnTo>
                  <a:lnTo>
                    <a:pt x="486156" y="106680"/>
                  </a:lnTo>
                  <a:lnTo>
                    <a:pt x="495300" y="117348"/>
                  </a:lnTo>
                  <a:lnTo>
                    <a:pt x="502920" y="128016"/>
                  </a:lnTo>
                  <a:lnTo>
                    <a:pt x="502920" y="126492"/>
                  </a:lnTo>
                  <a:lnTo>
                    <a:pt x="510540" y="137160"/>
                  </a:lnTo>
                  <a:lnTo>
                    <a:pt x="516636" y="147828"/>
                  </a:lnTo>
                  <a:lnTo>
                    <a:pt x="530352" y="170688"/>
                  </a:lnTo>
                  <a:lnTo>
                    <a:pt x="544068" y="207264"/>
                  </a:lnTo>
                  <a:lnTo>
                    <a:pt x="548640" y="220980"/>
                  </a:lnTo>
                  <a:lnTo>
                    <a:pt x="548640" y="219456"/>
                  </a:lnTo>
                  <a:lnTo>
                    <a:pt x="551688" y="233172"/>
                  </a:lnTo>
                  <a:lnTo>
                    <a:pt x="550164" y="233172"/>
                  </a:lnTo>
                  <a:lnTo>
                    <a:pt x="551688" y="237744"/>
                  </a:lnTo>
                  <a:lnTo>
                    <a:pt x="553212" y="246888"/>
                  </a:lnTo>
                  <a:lnTo>
                    <a:pt x="553212" y="245364"/>
                  </a:lnTo>
                  <a:lnTo>
                    <a:pt x="554736" y="260604"/>
                  </a:lnTo>
                  <a:lnTo>
                    <a:pt x="554736" y="259080"/>
                  </a:lnTo>
                  <a:lnTo>
                    <a:pt x="556260" y="274320"/>
                  </a:lnTo>
                  <a:lnTo>
                    <a:pt x="556260" y="300228"/>
                  </a:lnTo>
                  <a:lnTo>
                    <a:pt x="553212" y="327660"/>
                  </a:lnTo>
                  <a:lnTo>
                    <a:pt x="550164" y="341376"/>
                  </a:lnTo>
                  <a:lnTo>
                    <a:pt x="551688" y="339852"/>
                  </a:lnTo>
                  <a:lnTo>
                    <a:pt x="548640" y="353568"/>
                  </a:lnTo>
                  <a:lnTo>
                    <a:pt x="544068" y="367284"/>
                  </a:lnTo>
                  <a:lnTo>
                    <a:pt x="530352" y="403860"/>
                  </a:lnTo>
                  <a:lnTo>
                    <a:pt x="530352" y="402336"/>
                  </a:lnTo>
                  <a:lnTo>
                    <a:pt x="516636" y="426720"/>
                  </a:lnTo>
                  <a:lnTo>
                    <a:pt x="516636" y="425196"/>
                  </a:lnTo>
                  <a:lnTo>
                    <a:pt x="510540" y="437388"/>
                  </a:lnTo>
                  <a:lnTo>
                    <a:pt x="510540" y="435864"/>
                  </a:lnTo>
                  <a:lnTo>
                    <a:pt x="502920" y="448056"/>
                  </a:lnTo>
                  <a:lnTo>
                    <a:pt x="502920" y="446532"/>
                  </a:lnTo>
                  <a:lnTo>
                    <a:pt x="495300" y="457200"/>
                  </a:lnTo>
                  <a:lnTo>
                    <a:pt x="486156" y="467868"/>
                  </a:lnTo>
                  <a:lnTo>
                    <a:pt x="477012" y="477012"/>
                  </a:lnTo>
                  <a:lnTo>
                    <a:pt x="478536" y="477012"/>
                  </a:lnTo>
                  <a:lnTo>
                    <a:pt x="469392" y="484860"/>
                  </a:lnTo>
                  <a:lnTo>
                    <a:pt x="469392" y="484632"/>
                  </a:lnTo>
                  <a:lnTo>
                    <a:pt x="458724" y="493776"/>
                  </a:lnTo>
                  <a:lnTo>
                    <a:pt x="448056" y="501396"/>
                  </a:lnTo>
                  <a:lnTo>
                    <a:pt x="449580" y="501396"/>
                  </a:lnTo>
                  <a:lnTo>
                    <a:pt x="437388" y="509016"/>
                  </a:lnTo>
                  <a:lnTo>
                    <a:pt x="438912" y="509016"/>
                  </a:lnTo>
                  <a:lnTo>
                    <a:pt x="426720" y="516636"/>
                  </a:lnTo>
                  <a:lnTo>
                    <a:pt x="428244" y="516636"/>
                  </a:lnTo>
                  <a:lnTo>
                    <a:pt x="423672" y="518160"/>
                  </a:lnTo>
                  <a:lnTo>
                    <a:pt x="428244" y="518160"/>
                  </a:lnTo>
                  <a:lnTo>
                    <a:pt x="438912" y="518160"/>
                  </a:lnTo>
                  <a:lnTo>
                    <a:pt x="449580" y="518160"/>
                  </a:lnTo>
                  <a:lnTo>
                    <a:pt x="460248" y="518160"/>
                  </a:lnTo>
                  <a:lnTo>
                    <a:pt x="469392" y="512064"/>
                  </a:lnTo>
                  <a:lnTo>
                    <a:pt x="475488" y="507492"/>
                  </a:lnTo>
                  <a:lnTo>
                    <a:pt x="478536" y="504444"/>
                  </a:lnTo>
                  <a:lnTo>
                    <a:pt x="495300" y="487680"/>
                  </a:lnTo>
                  <a:lnTo>
                    <a:pt x="502920" y="480060"/>
                  </a:lnTo>
                  <a:lnTo>
                    <a:pt x="527304" y="449580"/>
                  </a:lnTo>
                  <a:lnTo>
                    <a:pt x="528129" y="448056"/>
                  </a:lnTo>
                  <a:lnTo>
                    <a:pt x="533946" y="437388"/>
                  </a:lnTo>
                  <a:lnTo>
                    <a:pt x="539762" y="426720"/>
                  </a:lnTo>
                  <a:lnTo>
                    <a:pt x="545592" y="416052"/>
                  </a:lnTo>
                  <a:lnTo>
                    <a:pt x="551688" y="403860"/>
                  </a:lnTo>
                  <a:lnTo>
                    <a:pt x="556260" y="391668"/>
                  </a:lnTo>
                  <a:lnTo>
                    <a:pt x="562356" y="381000"/>
                  </a:lnTo>
                  <a:lnTo>
                    <a:pt x="571500" y="341376"/>
                  </a:lnTo>
                  <a:lnTo>
                    <a:pt x="576072" y="301752"/>
                  </a:lnTo>
                  <a:lnTo>
                    <a:pt x="577596" y="2865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6381887" y="4103614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D</a:t>
            </a:r>
            <a:endParaRPr sz="1412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682846" y="4103614"/>
            <a:ext cx="133350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F</a:t>
            </a:r>
            <a:endParaRPr sz="1412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765663" y="3681470"/>
            <a:ext cx="333375" cy="691706"/>
          </a:xfrm>
          <a:prstGeom prst="rect">
            <a:avLst/>
          </a:prstGeom>
        </p:spPr>
        <p:txBody>
          <a:bodyPr vert="horz" wrap="square" lIns="0" tIns="58271" rIns="0" bIns="0" rtlCol="0">
            <a:spAutoFit/>
          </a:bodyPr>
          <a:lstStyle/>
          <a:p>
            <a:pPr marL="40343">
              <a:spcBef>
                <a:spcPts val="459"/>
              </a:spcBef>
            </a:pPr>
            <a:r>
              <a:rPr sz="1279" b="1" spc="-44" dirty="0">
                <a:latin typeface="Arial"/>
                <a:cs typeface="Arial"/>
              </a:rPr>
              <a:t>6</a:t>
            </a:r>
            <a:endParaRPr sz="1279">
              <a:latin typeface="Arial"/>
              <a:cs typeface="Arial"/>
            </a:endParaRPr>
          </a:p>
          <a:p>
            <a:pPr marL="94134">
              <a:lnSpc>
                <a:spcPts val="1579"/>
              </a:lnSpc>
              <a:spcBef>
                <a:spcPts val="419"/>
              </a:spcBef>
            </a:pPr>
            <a:r>
              <a:rPr sz="1412" b="1" spc="-44" dirty="0">
                <a:latin typeface="Arial"/>
                <a:cs typeface="Arial"/>
              </a:rPr>
              <a:t>G</a:t>
            </a:r>
            <a:endParaRPr sz="1412">
              <a:latin typeface="Arial"/>
              <a:cs typeface="Arial"/>
            </a:endParaRPr>
          </a:p>
          <a:p>
            <a:pPr marL="11206">
              <a:lnSpc>
                <a:spcPts val="1421"/>
              </a:lnSpc>
            </a:pPr>
            <a:r>
              <a:rPr sz="1279" spc="-18" dirty="0">
                <a:solidFill>
                  <a:srgbClr val="FFFFFF"/>
                </a:solidFill>
                <a:latin typeface="Microsoft Sans Serif"/>
                <a:cs typeface="Microsoft Sans Serif"/>
              </a:rPr>
              <a:t>goal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3320527" y="3738281"/>
            <a:ext cx="2510678" cy="700368"/>
          </a:xfrm>
          <a:custGeom>
            <a:avLst/>
            <a:gdLst/>
            <a:ahLst/>
            <a:cxnLst/>
            <a:rect l="l" t="t" r="r" b="b"/>
            <a:pathLst>
              <a:path w="2845435" h="793750">
                <a:moveTo>
                  <a:pt x="2845308" y="101600"/>
                </a:moveTo>
                <a:lnTo>
                  <a:pt x="1200912" y="101600"/>
                </a:lnTo>
                <a:lnTo>
                  <a:pt x="1200912" y="0"/>
                </a:lnTo>
                <a:lnTo>
                  <a:pt x="1190244" y="0"/>
                </a:lnTo>
                <a:lnTo>
                  <a:pt x="1190244" y="101600"/>
                </a:lnTo>
                <a:lnTo>
                  <a:pt x="0" y="101600"/>
                </a:lnTo>
                <a:lnTo>
                  <a:pt x="0" y="113030"/>
                </a:lnTo>
                <a:lnTo>
                  <a:pt x="1190244" y="113030"/>
                </a:lnTo>
                <a:lnTo>
                  <a:pt x="1190244" y="364490"/>
                </a:lnTo>
                <a:lnTo>
                  <a:pt x="0" y="364490"/>
                </a:lnTo>
                <a:lnTo>
                  <a:pt x="0" y="373380"/>
                </a:lnTo>
                <a:lnTo>
                  <a:pt x="1190244" y="373380"/>
                </a:lnTo>
                <a:lnTo>
                  <a:pt x="1190244" y="624840"/>
                </a:lnTo>
                <a:lnTo>
                  <a:pt x="0" y="624840"/>
                </a:lnTo>
                <a:lnTo>
                  <a:pt x="0" y="635000"/>
                </a:lnTo>
                <a:lnTo>
                  <a:pt x="1190244" y="635000"/>
                </a:lnTo>
                <a:lnTo>
                  <a:pt x="1190244" y="793750"/>
                </a:lnTo>
                <a:lnTo>
                  <a:pt x="1200912" y="793750"/>
                </a:lnTo>
                <a:lnTo>
                  <a:pt x="1200912" y="635000"/>
                </a:lnTo>
                <a:lnTo>
                  <a:pt x="2845308" y="635000"/>
                </a:lnTo>
                <a:lnTo>
                  <a:pt x="2845308" y="624840"/>
                </a:lnTo>
                <a:lnTo>
                  <a:pt x="1200912" y="624840"/>
                </a:lnTo>
                <a:lnTo>
                  <a:pt x="1200912" y="373380"/>
                </a:lnTo>
                <a:lnTo>
                  <a:pt x="2845308" y="373380"/>
                </a:lnTo>
                <a:lnTo>
                  <a:pt x="2845308" y="364490"/>
                </a:lnTo>
                <a:lnTo>
                  <a:pt x="1200912" y="364490"/>
                </a:lnTo>
                <a:lnTo>
                  <a:pt x="1200912" y="113030"/>
                </a:lnTo>
                <a:lnTo>
                  <a:pt x="2845308" y="113030"/>
                </a:lnTo>
                <a:lnTo>
                  <a:pt x="2845308" y="101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8" name="object 68"/>
          <p:cNvSpPr txBox="1"/>
          <p:nvPr/>
        </p:nvSpPr>
        <p:spPr>
          <a:xfrm>
            <a:off x="6321494" y="4545935"/>
            <a:ext cx="113740" cy="20929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279" b="1" spc="-44" dirty="0">
                <a:latin typeface="Arial"/>
                <a:cs typeface="Arial"/>
              </a:rPr>
              <a:t>7</a:t>
            </a:r>
            <a:endParaRPr sz="1279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6203577" y="4438873"/>
            <a:ext cx="2697816" cy="702049"/>
            <a:chOff x="5151120" y="5030723"/>
            <a:chExt cx="3057525" cy="795655"/>
          </a:xfrm>
        </p:grpSpPr>
        <p:sp>
          <p:nvSpPr>
            <p:cNvPr id="70" name="object 70"/>
            <p:cNvSpPr/>
            <p:nvPr/>
          </p:nvSpPr>
          <p:spPr>
            <a:xfrm>
              <a:off x="6028944" y="5030723"/>
              <a:ext cx="306705" cy="47625"/>
            </a:xfrm>
            <a:custGeom>
              <a:avLst/>
              <a:gdLst/>
              <a:ahLst/>
              <a:cxnLst/>
              <a:rect l="l" t="t" r="r" b="b"/>
              <a:pathLst>
                <a:path w="306704" h="47625">
                  <a:moveTo>
                    <a:pt x="306323" y="0"/>
                  </a:moveTo>
                  <a:lnTo>
                    <a:pt x="0" y="0"/>
                  </a:lnTo>
                  <a:lnTo>
                    <a:pt x="12191" y="9143"/>
                  </a:lnTo>
                  <a:lnTo>
                    <a:pt x="44195" y="24383"/>
                  </a:lnTo>
                  <a:lnTo>
                    <a:pt x="79247" y="36575"/>
                  </a:lnTo>
                  <a:lnTo>
                    <a:pt x="115823" y="44195"/>
                  </a:lnTo>
                  <a:lnTo>
                    <a:pt x="152400" y="47243"/>
                  </a:lnTo>
                  <a:lnTo>
                    <a:pt x="190500" y="44195"/>
                  </a:lnTo>
                  <a:lnTo>
                    <a:pt x="227075" y="36575"/>
                  </a:lnTo>
                  <a:lnTo>
                    <a:pt x="260603" y="24383"/>
                  </a:lnTo>
                  <a:lnTo>
                    <a:pt x="292607" y="9143"/>
                  </a:lnTo>
                  <a:lnTo>
                    <a:pt x="30632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1" name="object 71"/>
            <p:cNvSpPr/>
            <p:nvPr/>
          </p:nvSpPr>
          <p:spPr>
            <a:xfrm>
              <a:off x="6010656" y="5030723"/>
              <a:ext cx="342900" cy="56515"/>
            </a:xfrm>
            <a:custGeom>
              <a:avLst/>
              <a:gdLst/>
              <a:ahLst/>
              <a:cxnLst/>
              <a:rect l="l" t="t" r="r" b="b"/>
              <a:pathLst>
                <a:path w="342900" h="56514">
                  <a:moveTo>
                    <a:pt x="342900" y="0"/>
                  </a:moveTo>
                  <a:lnTo>
                    <a:pt x="306324" y="0"/>
                  </a:lnTo>
                  <a:lnTo>
                    <a:pt x="298704" y="4572"/>
                  </a:lnTo>
                  <a:lnTo>
                    <a:pt x="286512" y="10668"/>
                  </a:lnTo>
                  <a:lnTo>
                    <a:pt x="288036" y="10668"/>
                  </a:lnTo>
                  <a:lnTo>
                    <a:pt x="275844" y="15240"/>
                  </a:lnTo>
                  <a:lnTo>
                    <a:pt x="263652" y="21336"/>
                  </a:lnTo>
                  <a:lnTo>
                    <a:pt x="263652" y="19812"/>
                  </a:lnTo>
                  <a:lnTo>
                    <a:pt x="249936" y="24384"/>
                  </a:lnTo>
                  <a:lnTo>
                    <a:pt x="251460" y="24384"/>
                  </a:lnTo>
                  <a:lnTo>
                    <a:pt x="237744" y="28956"/>
                  </a:lnTo>
                  <a:lnTo>
                    <a:pt x="239268" y="28956"/>
                  </a:lnTo>
                  <a:lnTo>
                    <a:pt x="225552" y="32004"/>
                  </a:lnTo>
                  <a:lnTo>
                    <a:pt x="198120" y="35052"/>
                  </a:lnTo>
                  <a:lnTo>
                    <a:pt x="199644" y="35052"/>
                  </a:lnTo>
                  <a:lnTo>
                    <a:pt x="184404" y="36576"/>
                  </a:lnTo>
                  <a:lnTo>
                    <a:pt x="156972" y="36576"/>
                  </a:lnTo>
                  <a:lnTo>
                    <a:pt x="143256" y="35052"/>
                  </a:lnTo>
                  <a:lnTo>
                    <a:pt x="131064" y="33528"/>
                  </a:lnTo>
                  <a:lnTo>
                    <a:pt x="117348" y="32004"/>
                  </a:lnTo>
                  <a:lnTo>
                    <a:pt x="103632" y="28956"/>
                  </a:lnTo>
                  <a:lnTo>
                    <a:pt x="105156" y="28956"/>
                  </a:lnTo>
                  <a:lnTo>
                    <a:pt x="91440" y="24384"/>
                  </a:lnTo>
                  <a:lnTo>
                    <a:pt x="79248" y="19812"/>
                  </a:lnTo>
                  <a:lnTo>
                    <a:pt x="79248" y="21336"/>
                  </a:lnTo>
                  <a:lnTo>
                    <a:pt x="67056" y="15240"/>
                  </a:lnTo>
                  <a:lnTo>
                    <a:pt x="54864" y="10668"/>
                  </a:lnTo>
                  <a:lnTo>
                    <a:pt x="44196" y="5334"/>
                  </a:lnTo>
                  <a:lnTo>
                    <a:pt x="44196" y="4572"/>
                  </a:lnTo>
                  <a:lnTo>
                    <a:pt x="36576" y="0"/>
                  </a:lnTo>
                  <a:lnTo>
                    <a:pt x="0" y="0"/>
                  </a:lnTo>
                  <a:lnTo>
                    <a:pt x="9144" y="7620"/>
                  </a:lnTo>
                  <a:lnTo>
                    <a:pt x="41148" y="27432"/>
                  </a:lnTo>
                  <a:lnTo>
                    <a:pt x="44196" y="27432"/>
                  </a:lnTo>
                  <a:lnTo>
                    <a:pt x="67056" y="38100"/>
                  </a:lnTo>
                  <a:lnTo>
                    <a:pt x="74676" y="41148"/>
                  </a:lnTo>
                  <a:lnTo>
                    <a:pt x="103632" y="48768"/>
                  </a:lnTo>
                  <a:lnTo>
                    <a:pt x="111252" y="51816"/>
                  </a:lnTo>
                  <a:lnTo>
                    <a:pt x="117348" y="51816"/>
                  </a:lnTo>
                  <a:lnTo>
                    <a:pt x="147828" y="56388"/>
                  </a:lnTo>
                  <a:lnTo>
                    <a:pt x="185928" y="56388"/>
                  </a:lnTo>
                  <a:lnTo>
                    <a:pt x="199644" y="56388"/>
                  </a:lnTo>
                  <a:lnTo>
                    <a:pt x="201168" y="56388"/>
                  </a:lnTo>
                  <a:lnTo>
                    <a:pt x="214884" y="54864"/>
                  </a:lnTo>
                  <a:lnTo>
                    <a:pt x="225552" y="51816"/>
                  </a:lnTo>
                  <a:lnTo>
                    <a:pt x="239268" y="48768"/>
                  </a:lnTo>
                  <a:lnTo>
                    <a:pt x="251460" y="45720"/>
                  </a:lnTo>
                  <a:lnTo>
                    <a:pt x="254508" y="45720"/>
                  </a:lnTo>
                  <a:lnTo>
                    <a:pt x="275844" y="36576"/>
                  </a:lnTo>
                  <a:lnTo>
                    <a:pt x="288036" y="32004"/>
                  </a:lnTo>
                  <a:lnTo>
                    <a:pt x="291084" y="30480"/>
                  </a:lnTo>
                  <a:lnTo>
                    <a:pt x="298704" y="27432"/>
                  </a:lnTo>
                  <a:lnTo>
                    <a:pt x="326136" y="12192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2" name="object 72"/>
            <p:cNvSpPr/>
            <p:nvPr/>
          </p:nvSpPr>
          <p:spPr>
            <a:xfrm>
              <a:off x="5286756" y="5030723"/>
              <a:ext cx="306705" cy="47625"/>
            </a:xfrm>
            <a:custGeom>
              <a:avLst/>
              <a:gdLst/>
              <a:ahLst/>
              <a:cxnLst/>
              <a:rect l="l" t="t" r="r" b="b"/>
              <a:pathLst>
                <a:path w="306704" h="47625">
                  <a:moveTo>
                    <a:pt x="306324" y="0"/>
                  </a:moveTo>
                  <a:lnTo>
                    <a:pt x="0" y="0"/>
                  </a:lnTo>
                  <a:lnTo>
                    <a:pt x="12192" y="9143"/>
                  </a:lnTo>
                  <a:lnTo>
                    <a:pt x="44196" y="24383"/>
                  </a:lnTo>
                  <a:lnTo>
                    <a:pt x="79248" y="36575"/>
                  </a:lnTo>
                  <a:lnTo>
                    <a:pt x="115824" y="44195"/>
                  </a:lnTo>
                  <a:lnTo>
                    <a:pt x="152400" y="47243"/>
                  </a:lnTo>
                  <a:lnTo>
                    <a:pt x="190500" y="44195"/>
                  </a:lnTo>
                  <a:lnTo>
                    <a:pt x="227076" y="36575"/>
                  </a:lnTo>
                  <a:lnTo>
                    <a:pt x="260604" y="24383"/>
                  </a:lnTo>
                  <a:lnTo>
                    <a:pt x="294132" y="9143"/>
                  </a:lnTo>
                  <a:lnTo>
                    <a:pt x="30632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3" name="object 73"/>
            <p:cNvSpPr/>
            <p:nvPr/>
          </p:nvSpPr>
          <p:spPr>
            <a:xfrm>
              <a:off x="5268468" y="5030723"/>
              <a:ext cx="342900" cy="56515"/>
            </a:xfrm>
            <a:custGeom>
              <a:avLst/>
              <a:gdLst/>
              <a:ahLst/>
              <a:cxnLst/>
              <a:rect l="l" t="t" r="r" b="b"/>
              <a:pathLst>
                <a:path w="342900" h="56514">
                  <a:moveTo>
                    <a:pt x="342900" y="0"/>
                  </a:moveTo>
                  <a:lnTo>
                    <a:pt x="306324" y="0"/>
                  </a:lnTo>
                  <a:lnTo>
                    <a:pt x="298704" y="4572"/>
                  </a:lnTo>
                  <a:lnTo>
                    <a:pt x="286512" y="10668"/>
                  </a:lnTo>
                  <a:lnTo>
                    <a:pt x="288036" y="10668"/>
                  </a:lnTo>
                  <a:lnTo>
                    <a:pt x="275844" y="15240"/>
                  </a:lnTo>
                  <a:lnTo>
                    <a:pt x="263652" y="21336"/>
                  </a:lnTo>
                  <a:lnTo>
                    <a:pt x="263652" y="19812"/>
                  </a:lnTo>
                  <a:lnTo>
                    <a:pt x="249936" y="24384"/>
                  </a:lnTo>
                  <a:lnTo>
                    <a:pt x="251460" y="24384"/>
                  </a:lnTo>
                  <a:lnTo>
                    <a:pt x="237744" y="28956"/>
                  </a:lnTo>
                  <a:lnTo>
                    <a:pt x="239268" y="28956"/>
                  </a:lnTo>
                  <a:lnTo>
                    <a:pt x="225552" y="32004"/>
                  </a:lnTo>
                  <a:lnTo>
                    <a:pt x="198120" y="35052"/>
                  </a:lnTo>
                  <a:lnTo>
                    <a:pt x="199644" y="35052"/>
                  </a:lnTo>
                  <a:lnTo>
                    <a:pt x="184404" y="36576"/>
                  </a:lnTo>
                  <a:lnTo>
                    <a:pt x="158496" y="36576"/>
                  </a:lnTo>
                  <a:lnTo>
                    <a:pt x="156972" y="36576"/>
                  </a:lnTo>
                  <a:lnTo>
                    <a:pt x="143256" y="35052"/>
                  </a:lnTo>
                  <a:lnTo>
                    <a:pt x="131064" y="33528"/>
                  </a:lnTo>
                  <a:lnTo>
                    <a:pt x="117348" y="32004"/>
                  </a:lnTo>
                  <a:lnTo>
                    <a:pt x="103632" y="28956"/>
                  </a:lnTo>
                  <a:lnTo>
                    <a:pt x="105156" y="28956"/>
                  </a:lnTo>
                  <a:lnTo>
                    <a:pt x="91440" y="24384"/>
                  </a:lnTo>
                  <a:lnTo>
                    <a:pt x="79248" y="19812"/>
                  </a:lnTo>
                  <a:lnTo>
                    <a:pt x="79248" y="21336"/>
                  </a:lnTo>
                  <a:lnTo>
                    <a:pt x="67056" y="15240"/>
                  </a:lnTo>
                  <a:lnTo>
                    <a:pt x="54864" y="10668"/>
                  </a:lnTo>
                  <a:lnTo>
                    <a:pt x="44196" y="5334"/>
                  </a:lnTo>
                  <a:lnTo>
                    <a:pt x="44196" y="4572"/>
                  </a:lnTo>
                  <a:lnTo>
                    <a:pt x="36576" y="0"/>
                  </a:lnTo>
                  <a:lnTo>
                    <a:pt x="0" y="0"/>
                  </a:lnTo>
                  <a:lnTo>
                    <a:pt x="10668" y="7620"/>
                  </a:lnTo>
                  <a:lnTo>
                    <a:pt x="41148" y="27432"/>
                  </a:lnTo>
                  <a:lnTo>
                    <a:pt x="44196" y="27432"/>
                  </a:lnTo>
                  <a:lnTo>
                    <a:pt x="67056" y="38100"/>
                  </a:lnTo>
                  <a:lnTo>
                    <a:pt x="76200" y="41148"/>
                  </a:lnTo>
                  <a:lnTo>
                    <a:pt x="103632" y="48768"/>
                  </a:lnTo>
                  <a:lnTo>
                    <a:pt x="111252" y="51816"/>
                  </a:lnTo>
                  <a:lnTo>
                    <a:pt x="117348" y="51816"/>
                  </a:lnTo>
                  <a:lnTo>
                    <a:pt x="147828" y="56388"/>
                  </a:lnTo>
                  <a:lnTo>
                    <a:pt x="185928" y="56388"/>
                  </a:lnTo>
                  <a:lnTo>
                    <a:pt x="199644" y="56388"/>
                  </a:lnTo>
                  <a:lnTo>
                    <a:pt x="201168" y="56388"/>
                  </a:lnTo>
                  <a:lnTo>
                    <a:pt x="214884" y="54864"/>
                  </a:lnTo>
                  <a:lnTo>
                    <a:pt x="225552" y="51816"/>
                  </a:lnTo>
                  <a:lnTo>
                    <a:pt x="239268" y="48768"/>
                  </a:lnTo>
                  <a:lnTo>
                    <a:pt x="251460" y="45720"/>
                  </a:lnTo>
                  <a:lnTo>
                    <a:pt x="254508" y="45720"/>
                  </a:lnTo>
                  <a:lnTo>
                    <a:pt x="275844" y="36576"/>
                  </a:lnTo>
                  <a:lnTo>
                    <a:pt x="288036" y="32004"/>
                  </a:lnTo>
                  <a:lnTo>
                    <a:pt x="292608" y="30480"/>
                  </a:lnTo>
                  <a:lnTo>
                    <a:pt x="298704" y="27432"/>
                  </a:lnTo>
                  <a:lnTo>
                    <a:pt x="326136" y="12192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4" name="object 74"/>
            <p:cNvSpPr/>
            <p:nvPr/>
          </p:nvSpPr>
          <p:spPr>
            <a:xfrm>
              <a:off x="7883652" y="5030723"/>
              <a:ext cx="306705" cy="47625"/>
            </a:xfrm>
            <a:custGeom>
              <a:avLst/>
              <a:gdLst/>
              <a:ahLst/>
              <a:cxnLst/>
              <a:rect l="l" t="t" r="r" b="b"/>
              <a:pathLst>
                <a:path w="306704" h="47625">
                  <a:moveTo>
                    <a:pt x="306324" y="0"/>
                  </a:moveTo>
                  <a:lnTo>
                    <a:pt x="0" y="0"/>
                  </a:lnTo>
                  <a:lnTo>
                    <a:pt x="12192" y="9143"/>
                  </a:lnTo>
                  <a:lnTo>
                    <a:pt x="44196" y="24383"/>
                  </a:lnTo>
                  <a:lnTo>
                    <a:pt x="79248" y="36575"/>
                  </a:lnTo>
                  <a:lnTo>
                    <a:pt x="115824" y="44195"/>
                  </a:lnTo>
                  <a:lnTo>
                    <a:pt x="153924" y="47243"/>
                  </a:lnTo>
                  <a:lnTo>
                    <a:pt x="190500" y="44195"/>
                  </a:lnTo>
                  <a:lnTo>
                    <a:pt x="227075" y="36575"/>
                  </a:lnTo>
                  <a:lnTo>
                    <a:pt x="262127" y="24383"/>
                  </a:lnTo>
                  <a:lnTo>
                    <a:pt x="294131" y="9143"/>
                  </a:lnTo>
                  <a:lnTo>
                    <a:pt x="30632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5" name="object 75"/>
            <p:cNvSpPr/>
            <p:nvPr/>
          </p:nvSpPr>
          <p:spPr>
            <a:xfrm>
              <a:off x="7865364" y="5030723"/>
              <a:ext cx="342900" cy="56515"/>
            </a:xfrm>
            <a:custGeom>
              <a:avLst/>
              <a:gdLst/>
              <a:ahLst/>
              <a:cxnLst/>
              <a:rect l="l" t="t" r="r" b="b"/>
              <a:pathLst>
                <a:path w="342900" h="56514">
                  <a:moveTo>
                    <a:pt x="342900" y="0"/>
                  </a:moveTo>
                  <a:lnTo>
                    <a:pt x="306324" y="0"/>
                  </a:lnTo>
                  <a:lnTo>
                    <a:pt x="298704" y="4572"/>
                  </a:lnTo>
                  <a:lnTo>
                    <a:pt x="298704" y="5257"/>
                  </a:lnTo>
                  <a:lnTo>
                    <a:pt x="286512" y="10668"/>
                  </a:lnTo>
                  <a:lnTo>
                    <a:pt x="288036" y="10668"/>
                  </a:lnTo>
                  <a:lnTo>
                    <a:pt x="275844" y="15240"/>
                  </a:lnTo>
                  <a:lnTo>
                    <a:pt x="263652" y="21336"/>
                  </a:lnTo>
                  <a:lnTo>
                    <a:pt x="263652" y="19812"/>
                  </a:lnTo>
                  <a:lnTo>
                    <a:pt x="251460" y="24384"/>
                  </a:lnTo>
                  <a:lnTo>
                    <a:pt x="237744" y="28956"/>
                  </a:lnTo>
                  <a:lnTo>
                    <a:pt x="239268" y="28956"/>
                  </a:lnTo>
                  <a:lnTo>
                    <a:pt x="225552" y="32004"/>
                  </a:lnTo>
                  <a:lnTo>
                    <a:pt x="198120" y="35052"/>
                  </a:lnTo>
                  <a:lnTo>
                    <a:pt x="199644" y="35052"/>
                  </a:lnTo>
                  <a:lnTo>
                    <a:pt x="184404" y="36576"/>
                  </a:lnTo>
                  <a:lnTo>
                    <a:pt x="158496" y="36576"/>
                  </a:lnTo>
                  <a:lnTo>
                    <a:pt x="156972" y="36576"/>
                  </a:lnTo>
                  <a:lnTo>
                    <a:pt x="143256" y="35052"/>
                  </a:lnTo>
                  <a:lnTo>
                    <a:pt x="131064" y="33528"/>
                  </a:lnTo>
                  <a:lnTo>
                    <a:pt x="117348" y="32004"/>
                  </a:lnTo>
                  <a:lnTo>
                    <a:pt x="103632" y="28956"/>
                  </a:lnTo>
                  <a:lnTo>
                    <a:pt x="105156" y="28956"/>
                  </a:lnTo>
                  <a:lnTo>
                    <a:pt x="91440" y="24384"/>
                  </a:lnTo>
                  <a:lnTo>
                    <a:pt x="79248" y="19812"/>
                  </a:lnTo>
                  <a:lnTo>
                    <a:pt x="79248" y="21336"/>
                  </a:lnTo>
                  <a:lnTo>
                    <a:pt x="67056" y="15240"/>
                  </a:lnTo>
                  <a:lnTo>
                    <a:pt x="54864" y="10668"/>
                  </a:lnTo>
                  <a:lnTo>
                    <a:pt x="44196" y="4572"/>
                  </a:lnTo>
                  <a:lnTo>
                    <a:pt x="36576" y="0"/>
                  </a:lnTo>
                  <a:lnTo>
                    <a:pt x="0" y="0"/>
                  </a:lnTo>
                  <a:lnTo>
                    <a:pt x="10668" y="7620"/>
                  </a:lnTo>
                  <a:lnTo>
                    <a:pt x="41148" y="27432"/>
                  </a:lnTo>
                  <a:lnTo>
                    <a:pt x="44196" y="27432"/>
                  </a:lnTo>
                  <a:lnTo>
                    <a:pt x="67056" y="38100"/>
                  </a:lnTo>
                  <a:lnTo>
                    <a:pt x="76200" y="41148"/>
                  </a:lnTo>
                  <a:lnTo>
                    <a:pt x="103632" y="48768"/>
                  </a:lnTo>
                  <a:lnTo>
                    <a:pt x="111252" y="51816"/>
                  </a:lnTo>
                  <a:lnTo>
                    <a:pt x="117348" y="51816"/>
                  </a:lnTo>
                  <a:lnTo>
                    <a:pt x="147828" y="56388"/>
                  </a:lnTo>
                  <a:lnTo>
                    <a:pt x="185928" y="56388"/>
                  </a:lnTo>
                  <a:lnTo>
                    <a:pt x="199644" y="56388"/>
                  </a:lnTo>
                  <a:lnTo>
                    <a:pt x="201168" y="56388"/>
                  </a:lnTo>
                  <a:lnTo>
                    <a:pt x="214884" y="54864"/>
                  </a:lnTo>
                  <a:lnTo>
                    <a:pt x="225552" y="51816"/>
                  </a:lnTo>
                  <a:lnTo>
                    <a:pt x="239268" y="48768"/>
                  </a:lnTo>
                  <a:lnTo>
                    <a:pt x="251460" y="45720"/>
                  </a:lnTo>
                  <a:lnTo>
                    <a:pt x="254508" y="45720"/>
                  </a:lnTo>
                  <a:lnTo>
                    <a:pt x="275844" y="36576"/>
                  </a:lnTo>
                  <a:lnTo>
                    <a:pt x="288036" y="32004"/>
                  </a:lnTo>
                  <a:lnTo>
                    <a:pt x="292608" y="30480"/>
                  </a:lnTo>
                  <a:lnTo>
                    <a:pt x="298704" y="27432"/>
                  </a:lnTo>
                  <a:lnTo>
                    <a:pt x="326136" y="12192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6" name="object 76"/>
            <p:cNvSpPr/>
            <p:nvPr/>
          </p:nvSpPr>
          <p:spPr>
            <a:xfrm>
              <a:off x="6957060" y="5030723"/>
              <a:ext cx="304800" cy="47625"/>
            </a:xfrm>
            <a:custGeom>
              <a:avLst/>
              <a:gdLst/>
              <a:ahLst/>
              <a:cxnLst/>
              <a:rect l="l" t="t" r="r" b="b"/>
              <a:pathLst>
                <a:path w="304800" h="47625">
                  <a:moveTo>
                    <a:pt x="304800" y="0"/>
                  </a:moveTo>
                  <a:lnTo>
                    <a:pt x="0" y="0"/>
                  </a:lnTo>
                  <a:lnTo>
                    <a:pt x="12192" y="9143"/>
                  </a:lnTo>
                  <a:lnTo>
                    <a:pt x="44196" y="24383"/>
                  </a:lnTo>
                  <a:lnTo>
                    <a:pt x="77724" y="36575"/>
                  </a:lnTo>
                  <a:lnTo>
                    <a:pt x="114300" y="44195"/>
                  </a:lnTo>
                  <a:lnTo>
                    <a:pt x="152400" y="47243"/>
                  </a:lnTo>
                  <a:lnTo>
                    <a:pt x="190500" y="44195"/>
                  </a:lnTo>
                  <a:lnTo>
                    <a:pt x="225551" y="36575"/>
                  </a:lnTo>
                  <a:lnTo>
                    <a:pt x="260604" y="24383"/>
                  </a:lnTo>
                  <a:lnTo>
                    <a:pt x="292608" y="9143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7" name="object 77"/>
            <p:cNvSpPr/>
            <p:nvPr/>
          </p:nvSpPr>
          <p:spPr>
            <a:xfrm>
              <a:off x="6938772" y="5030723"/>
              <a:ext cx="341630" cy="56515"/>
            </a:xfrm>
            <a:custGeom>
              <a:avLst/>
              <a:gdLst/>
              <a:ahLst/>
              <a:cxnLst/>
              <a:rect l="l" t="t" r="r" b="b"/>
              <a:pathLst>
                <a:path w="341629" h="56514">
                  <a:moveTo>
                    <a:pt x="341376" y="0"/>
                  </a:moveTo>
                  <a:lnTo>
                    <a:pt x="304800" y="0"/>
                  </a:lnTo>
                  <a:lnTo>
                    <a:pt x="298704" y="4572"/>
                  </a:lnTo>
                  <a:lnTo>
                    <a:pt x="286512" y="10668"/>
                  </a:lnTo>
                  <a:lnTo>
                    <a:pt x="274320" y="15240"/>
                  </a:lnTo>
                  <a:lnTo>
                    <a:pt x="275844" y="15240"/>
                  </a:lnTo>
                  <a:lnTo>
                    <a:pt x="262128" y="21336"/>
                  </a:lnTo>
                  <a:lnTo>
                    <a:pt x="262128" y="19812"/>
                  </a:lnTo>
                  <a:lnTo>
                    <a:pt x="249936" y="24384"/>
                  </a:lnTo>
                  <a:lnTo>
                    <a:pt x="237744" y="28956"/>
                  </a:lnTo>
                  <a:lnTo>
                    <a:pt x="224028" y="32004"/>
                  </a:lnTo>
                  <a:lnTo>
                    <a:pt x="225552" y="32004"/>
                  </a:lnTo>
                  <a:lnTo>
                    <a:pt x="198120" y="35052"/>
                  </a:lnTo>
                  <a:lnTo>
                    <a:pt x="184404" y="36576"/>
                  </a:lnTo>
                  <a:lnTo>
                    <a:pt x="156972" y="36576"/>
                  </a:lnTo>
                  <a:lnTo>
                    <a:pt x="115824" y="32004"/>
                  </a:lnTo>
                  <a:lnTo>
                    <a:pt x="117348" y="32004"/>
                  </a:lnTo>
                  <a:lnTo>
                    <a:pt x="103632" y="28956"/>
                  </a:lnTo>
                  <a:lnTo>
                    <a:pt x="83312" y="21336"/>
                  </a:lnTo>
                  <a:lnTo>
                    <a:pt x="79248" y="19812"/>
                  </a:lnTo>
                  <a:lnTo>
                    <a:pt x="79248" y="21336"/>
                  </a:lnTo>
                  <a:lnTo>
                    <a:pt x="65532" y="15240"/>
                  </a:lnTo>
                  <a:lnTo>
                    <a:pt x="67056" y="15240"/>
                  </a:lnTo>
                  <a:lnTo>
                    <a:pt x="54864" y="10668"/>
                  </a:lnTo>
                  <a:lnTo>
                    <a:pt x="42672" y="4572"/>
                  </a:lnTo>
                  <a:lnTo>
                    <a:pt x="35052" y="0"/>
                  </a:lnTo>
                  <a:lnTo>
                    <a:pt x="0" y="0"/>
                  </a:lnTo>
                  <a:lnTo>
                    <a:pt x="9144" y="7620"/>
                  </a:lnTo>
                  <a:lnTo>
                    <a:pt x="41148" y="27432"/>
                  </a:lnTo>
                  <a:lnTo>
                    <a:pt x="42672" y="27432"/>
                  </a:lnTo>
                  <a:lnTo>
                    <a:pt x="65532" y="38100"/>
                  </a:lnTo>
                  <a:lnTo>
                    <a:pt x="74676" y="41148"/>
                  </a:lnTo>
                  <a:lnTo>
                    <a:pt x="103632" y="48768"/>
                  </a:lnTo>
                  <a:lnTo>
                    <a:pt x="109728" y="51816"/>
                  </a:lnTo>
                  <a:lnTo>
                    <a:pt x="115824" y="51816"/>
                  </a:lnTo>
                  <a:lnTo>
                    <a:pt x="147828" y="56388"/>
                  </a:lnTo>
                  <a:lnTo>
                    <a:pt x="184404" y="56388"/>
                  </a:lnTo>
                  <a:lnTo>
                    <a:pt x="198120" y="56388"/>
                  </a:lnTo>
                  <a:lnTo>
                    <a:pt x="199644" y="56388"/>
                  </a:lnTo>
                  <a:lnTo>
                    <a:pt x="214884" y="54864"/>
                  </a:lnTo>
                  <a:lnTo>
                    <a:pt x="225552" y="51816"/>
                  </a:lnTo>
                  <a:lnTo>
                    <a:pt x="237744" y="48768"/>
                  </a:lnTo>
                  <a:lnTo>
                    <a:pt x="249936" y="45720"/>
                  </a:lnTo>
                  <a:lnTo>
                    <a:pt x="254508" y="45720"/>
                  </a:lnTo>
                  <a:lnTo>
                    <a:pt x="275844" y="36576"/>
                  </a:lnTo>
                  <a:lnTo>
                    <a:pt x="286512" y="32004"/>
                  </a:lnTo>
                  <a:lnTo>
                    <a:pt x="291084" y="30480"/>
                  </a:lnTo>
                  <a:lnTo>
                    <a:pt x="298704" y="27432"/>
                  </a:lnTo>
                  <a:lnTo>
                    <a:pt x="326136" y="12192"/>
                  </a:lnTo>
                  <a:lnTo>
                    <a:pt x="3413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8" name="object 78"/>
            <p:cNvSpPr/>
            <p:nvPr/>
          </p:nvSpPr>
          <p:spPr>
            <a:xfrm>
              <a:off x="5161788" y="5448299"/>
              <a:ext cx="556260" cy="378460"/>
            </a:xfrm>
            <a:custGeom>
              <a:avLst/>
              <a:gdLst/>
              <a:ahLst/>
              <a:cxnLst/>
              <a:rect l="l" t="t" r="r" b="b"/>
              <a:pathLst>
                <a:path w="556260" h="378460">
                  <a:moveTo>
                    <a:pt x="277367" y="0"/>
                  </a:moveTo>
                  <a:lnTo>
                    <a:pt x="204215" y="10668"/>
                  </a:lnTo>
                  <a:lnTo>
                    <a:pt x="137160" y="38100"/>
                  </a:lnTo>
                  <a:lnTo>
                    <a:pt x="80772" y="82295"/>
                  </a:lnTo>
                  <a:lnTo>
                    <a:pt x="38100" y="138683"/>
                  </a:lnTo>
                  <a:lnTo>
                    <a:pt x="9144" y="204216"/>
                  </a:lnTo>
                  <a:lnTo>
                    <a:pt x="0" y="278892"/>
                  </a:lnTo>
                  <a:lnTo>
                    <a:pt x="3048" y="316992"/>
                  </a:lnTo>
                  <a:lnTo>
                    <a:pt x="9144" y="352044"/>
                  </a:lnTo>
                  <a:lnTo>
                    <a:pt x="18287" y="377951"/>
                  </a:lnTo>
                  <a:lnTo>
                    <a:pt x="537972" y="377951"/>
                  </a:lnTo>
                  <a:lnTo>
                    <a:pt x="547115" y="352044"/>
                  </a:lnTo>
                  <a:lnTo>
                    <a:pt x="553212" y="316992"/>
                  </a:lnTo>
                  <a:lnTo>
                    <a:pt x="556260" y="278892"/>
                  </a:lnTo>
                  <a:lnTo>
                    <a:pt x="553212" y="240792"/>
                  </a:lnTo>
                  <a:lnTo>
                    <a:pt x="534924" y="170687"/>
                  </a:lnTo>
                  <a:lnTo>
                    <a:pt x="498348" y="108204"/>
                  </a:lnTo>
                  <a:lnTo>
                    <a:pt x="448056" y="57912"/>
                  </a:lnTo>
                  <a:lnTo>
                    <a:pt x="385572" y="22860"/>
                  </a:lnTo>
                  <a:lnTo>
                    <a:pt x="315467" y="3048"/>
                  </a:lnTo>
                  <a:lnTo>
                    <a:pt x="277367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9" name="object 79"/>
            <p:cNvSpPr/>
            <p:nvPr/>
          </p:nvSpPr>
          <p:spPr>
            <a:xfrm>
              <a:off x="5151120" y="5439155"/>
              <a:ext cx="577850" cy="387350"/>
            </a:xfrm>
            <a:custGeom>
              <a:avLst/>
              <a:gdLst/>
              <a:ahLst/>
              <a:cxnLst/>
              <a:rect l="l" t="t" r="r" b="b"/>
              <a:pathLst>
                <a:path w="577850" h="387350">
                  <a:moveTo>
                    <a:pt x="577596" y="288036"/>
                  </a:moveTo>
                  <a:lnTo>
                    <a:pt x="569976" y="224028"/>
                  </a:lnTo>
                  <a:lnTo>
                    <a:pt x="565175" y="207264"/>
                  </a:lnTo>
                  <a:lnTo>
                    <a:pt x="561695" y="195072"/>
                  </a:lnTo>
                  <a:lnTo>
                    <a:pt x="560832" y="192024"/>
                  </a:lnTo>
                  <a:lnTo>
                    <a:pt x="556971" y="182880"/>
                  </a:lnTo>
                  <a:lnTo>
                    <a:pt x="548640" y="163068"/>
                  </a:lnTo>
                  <a:lnTo>
                    <a:pt x="516636" y="111252"/>
                  </a:lnTo>
                  <a:lnTo>
                    <a:pt x="478536" y="68580"/>
                  </a:lnTo>
                  <a:lnTo>
                    <a:pt x="432816" y="38100"/>
                  </a:lnTo>
                  <a:lnTo>
                    <a:pt x="392582" y="19812"/>
                  </a:lnTo>
                  <a:lnTo>
                    <a:pt x="382524" y="15240"/>
                  </a:lnTo>
                  <a:lnTo>
                    <a:pt x="329184" y="3048"/>
                  </a:lnTo>
                  <a:lnTo>
                    <a:pt x="303276" y="0"/>
                  </a:lnTo>
                  <a:lnTo>
                    <a:pt x="274320" y="0"/>
                  </a:lnTo>
                  <a:lnTo>
                    <a:pt x="220980" y="7620"/>
                  </a:lnTo>
                  <a:lnTo>
                    <a:pt x="169164" y="24384"/>
                  </a:lnTo>
                  <a:lnTo>
                    <a:pt x="121920" y="51816"/>
                  </a:lnTo>
                  <a:lnTo>
                    <a:pt x="79248" y="88392"/>
                  </a:lnTo>
                  <a:lnTo>
                    <a:pt x="44196" y="135636"/>
                  </a:lnTo>
                  <a:lnTo>
                    <a:pt x="16764" y="192024"/>
                  </a:lnTo>
                  <a:lnTo>
                    <a:pt x="1524" y="259080"/>
                  </a:lnTo>
                  <a:lnTo>
                    <a:pt x="0" y="288036"/>
                  </a:lnTo>
                  <a:lnTo>
                    <a:pt x="0" y="303276"/>
                  </a:lnTo>
                  <a:lnTo>
                    <a:pt x="6096" y="345948"/>
                  </a:lnTo>
                  <a:lnTo>
                    <a:pt x="16764" y="382524"/>
                  </a:lnTo>
                  <a:lnTo>
                    <a:pt x="18288" y="387096"/>
                  </a:lnTo>
                  <a:lnTo>
                    <a:pt x="21336" y="387096"/>
                  </a:lnTo>
                  <a:lnTo>
                    <a:pt x="25908" y="387096"/>
                  </a:lnTo>
                  <a:lnTo>
                    <a:pt x="39624" y="387096"/>
                  </a:lnTo>
                  <a:lnTo>
                    <a:pt x="37185" y="381000"/>
                  </a:lnTo>
                  <a:lnTo>
                    <a:pt x="36576" y="379476"/>
                  </a:lnTo>
                  <a:lnTo>
                    <a:pt x="36576" y="381000"/>
                  </a:lnTo>
                  <a:lnTo>
                    <a:pt x="32512" y="368808"/>
                  </a:lnTo>
                  <a:lnTo>
                    <a:pt x="32004" y="367284"/>
                  </a:lnTo>
                  <a:lnTo>
                    <a:pt x="32004" y="368808"/>
                  </a:lnTo>
                  <a:lnTo>
                    <a:pt x="25908" y="341376"/>
                  </a:lnTo>
                  <a:lnTo>
                    <a:pt x="24384" y="329184"/>
                  </a:lnTo>
                  <a:lnTo>
                    <a:pt x="21336" y="301752"/>
                  </a:lnTo>
                  <a:lnTo>
                    <a:pt x="21336" y="274320"/>
                  </a:lnTo>
                  <a:lnTo>
                    <a:pt x="24384" y="246888"/>
                  </a:lnTo>
                  <a:lnTo>
                    <a:pt x="25908" y="237744"/>
                  </a:lnTo>
                  <a:lnTo>
                    <a:pt x="25908" y="234696"/>
                  </a:lnTo>
                  <a:lnTo>
                    <a:pt x="32004" y="207264"/>
                  </a:lnTo>
                  <a:lnTo>
                    <a:pt x="32004" y="208788"/>
                  </a:lnTo>
                  <a:lnTo>
                    <a:pt x="32512" y="207264"/>
                  </a:lnTo>
                  <a:lnTo>
                    <a:pt x="36576" y="195072"/>
                  </a:lnTo>
                  <a:lnTo>
                    <a:pt x="36576" y="196596"/>
                  </a:lnTo>
                  <a:lnTo>
                    <a:pt x="37249" y="195072"/>
                  </a:lnTo>
                  <a:lnTo>
                    <a:pt x="42672" y="182880"/>
                  </a:lnTo>
                  <a:lnTo>
                    <a:pt x="42672" y="184404"/>
                  </a:lnTo>
                  <a:lnTo>
                    <a:pt x="43243" y="182880"/>
                  </a:lnTo>
                  <a:lnTo>
                    <a:pt x="47244" y="172212"/>
                  </a:lnTo>
                  <a:lnTo>
                    <a:pt x="53340" y="160020"/>
                  </a:lnTo>
                  <a:lnTo>
                    <a:pt x="59436" y="149352"/>
                  </a:lnTo>
                  <a:lnTo>
                    <a:pt x="65532" y="138684"/>
                  </a:lnTo>
                  <a:lnTo>
                    <a:pt x="74676" y="128016"/>
                  </a:lnTo>
                  <a:lnTo>
                    <a:pt x="82296" y="117348"/>
                  </a:lnTo>
                  <a:lnTo>
                    <a:pt x="89916" y="108204"/>
                  </a:lnTo>
                  <a:lnTo>
                    <a:pt x="108204" y="89916"/>
                  </a:lnTo>
                  <a:lnTo>
                    <a:pt x="117348" y="82296"/>
                  </a:lnTo>
                  <a:lnTo>
                    <a:pt x="117348" y="80772"/>
                  </a:lnTo>
                  <a:lnTo>
                    <a:pt x="138684" y="65532"/>
                  </a:lnTo>
                  <a:lnTo>
                    <a:pt x="149352" y="59436"/>
                  </a:lnTo>
                  <a:lnTo>
                    <a:pt x="161544" y="51816"/>
                  </a:lnTo>
                  <a:lnTo>
                    <a:pt x="172212" y="47244"/>
                  </a:lnTo>
                  <a:lnTo>
                    <a:pt x="184404" y="41148"/>
                  </a:lnTo>
                  <a:lnTo>
                    <a:pt x="208788" y="32004"/>
                  </a:lnTo>
                  <a:lnTo>
                    <a:pt x="220980" y="28956"/>
                  </a:lnTo>
                  <a:lnTo>
                    <a:pt x="248412" y="22860"/>
                  </a:lnTo>
                  <a:lnTo>
                    <a:pt x="260604" y="21336"/>
                  </a:lnTo>
                  <a:lnTo>
                    <a:pt x="274320" y="21336"/>
                  </a:lnTo>
                  <a:lnTo>
                    <a:pt x="288036" y="19812"/>
                  </a:lnTo>
                  <a:lnTo>
                    <a:pt x="301752" y="19812"/>
                  </a:lnTo>
                  <a:lnTo>
                    <a:pt x="303276" y="21336"/>
                  </a:lnTo>
                  <a:lnTo>
                    <a:pt x="316992" y="21336"/>
                  </a:lnTo>
                  <a:lnTo>
                    <a:pt x="356616" y="28956"/>
                  </a:lnTo>
                  <a:lnTo>
                    <a:pt x="393192" y="41148"/>
                  </a:lnTo>
                  <a:lnTo>
                    <a:pt x="405384" y="47244"/>
                  </a:lnTo>
                  <a:lnTo>
                    <a:pt x="416052" y="51816"/>
                  </a:lnTo>
                  <a:lnTo>
                    <a:pt x="428244" y="59436"/>
                  </a:lnTo>
                  <a:lnTo>
                    <a:pt x="438912" y="65532"/>
                  </a:lnTo>
                  <a:lnTo>
                    <a:pt x="449580" y="73152"/>
                  </a:lnTo>
                  <a:lnTo>
                    <a:pt x="458724" y="80772"/>
                  </a:lnTo>
                  <a:lnTo>
                    <a:pt x="458724" y="82296"/>
                  </a:lnTo>
                  <a:lnTo>
                    <a:pt x="469392" y="89916"/>
                  </a:lnTo>
                  <a:lnTo>
                    <a:pt x="487680" y="108204"/>
                  </a:lnTo>
                  <a:lnTo>
                    <a:pt x="495300" y="117348"/>
                  </a:lnTo>
                  <a:lnTo>
                    <a:pt x="495300" y="118872"/>
                  </a:lnTo>
                  <a:lnTo>
                    <a:pt x="502920" y="128016"/>
                  </a:lnTo>
                  <a:lnTo>
                    <a:pt x="518160" y="149352"/>
                  </a:lnTo>
                  <a:lnTo>
                    <a:pt x="524256" y="160020"/>
                  </a:lnTo>
                  <a:lnTo>
                    <a:pt x="530352" y="172212"/>
                  </a:lnTo>
                  <a:lnTo>
                    <a:pt x="534924" y="184404"/>
                  </a:lnTo>
                  <a:lnTo>
                    <a:pt x="534924" y="182880"/>
                  </a:lnTo>
                  <a:lnTo>
                    <a:pt x="541020" y="196596"/>
                  </a:lnTo>
                  <a:lnTo>
                    <a:pt x="541020" y="195072"/>
                  </a:lnTo>
                  <a:lnTo>
                    <a:pt x="544068" y="208788"/>
                  </a:lnTo>
                  <a:lnTo>
                    <a:pt x="544068" y="207264"/>
                  </a:lnTo>
                  <a:lnTo>
                    <a:pt x="548640" y="220980"/>
                  </a:lnTo>
                  <a:lnTo>
                    <a:pt x="551688" y="234696"/>
                  </a:lnTo>
                  <a:lnTo>
                    <a:pt x="551688" y="237744"/>
                  </a:lnTo>
                  <a:lnTo>
                    <a:pt x="553212" y="246888"/>
                  </a:lnTo>
                  <a:lnTo>
                    <a:pt x="556260" y="274320"/>
                  </a:lnTo>
                  <a:lnTo>
                    <a:pt x="556260" y="387096"/>
                  </a:lnTo>
                  <a:lnTo>
                    <a:pt x="559308" y="387096"/>
                  </a:lnTo>
                  <a:lnTo>
                    <a:pt x="562356" y="381000"/>
                  </a:lnTo>
                  <a:lnTo>
                    <a:pt x="571500" y="342900"/>
                  </a:lnTo>
                  <a:lnTo>
                    <a:pt x="577596" y="303276"/>
                  </a:lnTo>
                  <a:lnTo>
                    <a:pt x="577596" y="288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0" name="object 8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33416" y="5490971"/>
              <a:ext cx="79248" cy="65531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44312" y="5480303"/>
              <a:ext cx="102108" cy="77723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5689092" y="5740907"/>
              <a:ext cx="18415" cy="85725"/>
            </a:xfrm>
            <a:custGeom>
              <a:avLst/>
              <a:gdLst/>
              <a:ahLst/>
              <a:cxnLst/>
              <a:rect l="l" t="t" r="r" b="b"/>
              <a:pathLst>
                <a:path w="18414" h="85725">
                  <a:moveTo>
                    <a:pt x="18288" y="0"/>
                  </a:moveTo>
                  <a:lnTo>
                    <a:pt x="15240" y="27432"/>
                  </a:lnTo>
                  <a:lnTo>
                    <a:pt x="13716" y="39624"/>
                  </a:lnTo>
                  <a:lnTo>
                    <a:pt x="10668" y="53340"/>
                  </a:lnTo>
                  <a:lnTo>
                    <a:pt x="6096" y="67056"/>
                  </a:lnTo>
                  <a:lnTo>
                    <a:pt x="6096" y="65532"/>
                  </a:lnTo>
                  <a:lnTo>
                    <a:pt x="3048" y="79248"/>
                  </a:lnTo>
                  <a:lnTo>
                    <a:pt x="3048" y="77724"/>
                  </a:lnTo>
                  <a:lnTo>
                    <a:pt x="0" y="85344"/>
                  </a:lnTo>
                  <a:lnTo>
                    <a:pt x="13716" y="85344"/>
                  </a:lnTo>
                  <a:lnTo>
                    <a:pt x="18288" y="85344"/>
                  </a:lnTo>
                  <a:lnTo>
                    <a:pt x="182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6381887" y="4921249"/>
            <a:ext cx="153521" cy="23088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12" b="1" spc="-44" dirty="0">
                <a:latin typeface="Arial"/>
                <a:cs typeface="Arial"/>
              </a:rPr>
              <a:t>H</a:t>
            </a:r>
            <a:endParaRPr sz="1412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3320527" y="4438649"/>
            <a:ext cx="3165662" cy="702609"/>
          </a:xfrm>
          <a:custGeom>
            <a:avLst/>
            <a:gdLst/>
            <a:ahLst/>
            <a:cxnLst/>
            <a:rect l="l" t="t" r="r" b="b"/>
            <a:pathLst>
              <a:path w="3587750" h="796289">
                <a:moveTo>
                  <a:pt x="2845308" y="92710"/>
                </a:moveTo>
                <a:lnTo>
                  <a:pt x="1200912" y="92710"/>
                </a:lnTo>
                <a:lnTo>
                  <a:pt x="1200912" y="0"/>
                </a:lnTo>
                <a:lnTo>
                  <a:pt x="1190244" y="0"/>
                </a:lnTo>
                <a:lnTo>
                  <a:pt x="1190244" y="92710"/>
                </a:lnTo>
                <a:lnTo>
                  <a:pt x="0" y="92710"/>
                </a:lnTo>
                <a:lnTo>
                  <a:pt x="0" y="102870"/>
                </a:lnTo>
                <a:lnTo>
                  <a:pt x="1190244" y="102870"/>
                </a:lnTo>
                <a:lnTo>
                  <a:pt x="1190244" y="354330"/>
                </a:lnTo>
                <a:lnTo>
                  <a:pt x="0" y="354330"/>
                </a:lnTo>
                <a:lnTo>
                  <a:pt x="0" y="364490"/>
                </a:lnTo>
                <a:lnTo>
                  <a:pt x="1190244" y="364490"/>
                </a:lnTo>
                <a:lnTo>
                  <a:pt x="1190244" y="615950"/>
                </a:lnTo>
                <a:lnTo>
                  <a:pt x="0" y="615950"/>
                </a:lnTo>
                <a:lnTo>
                  <a:pt x="0" y="626110"/>
                </a:lnTo>
                <a:lnTo>
                  <a:pt x="1190244" y="626110"/>
                </a:lnTo>
                <a:lnTo>
                  <a:pt x="1190244" y="796290"/>
                </a:lnTo>
                <a:lnTo>
                  <a:pt x="1200912" y="796290"/>
                </a:lnTo>
                <a:lnTo>
                  <a:pt x="1200912" y="626110"/>
                </a:lnTo>
                <a:lnTo>
                  <a:pt x="2845308" y="626110"/>
                </a:lnTo>
                <a:lnTo>
                  <a:pt x="2845308" y="615950"/>
                </a:lnTo>
                <a:lnTo>
                  <a:pt x="1200912" y="615950"/>
                </a:lnTo>
                <a:lnTo>
                  <a:pt x="1200912" y="364490"/>
                </a:lnTo>
                <a:lnTo>
                  <a:pt x="2845308" y="364490"/>
                </a:lnTo>
                <a:lnTo>
                  <a:pt x="2845308" y="354330"/>
                </a:lnTo>
                <a:lnTo>
                  <a:pt x="1200912" y="354330"/>
                </a:lnTo>
                <a:lnTo>
                  <a:pt x="1200912" y="102870"/>
                </a:lnTo>
                <a:lnTo>
                  <a:pt x="2845308" y="102870"/>
                </a:lnTo>
                <a:lnTo>
                  <a:pt x="2845308" y="92710"/>
                </a:lnTo>
                <a:close/>
              </a:path>
              <a:path w="3587750" h="796289">
                <a:moveTo>
                  <a:pt x="3587496" y="367538"/>
                </a:moveTo>
                <a:lnTo>
                  <a:pt x="3566160" y="367538"/>
                </a:lnTo>
                <a:lnTo>
                  <a:pt x="3566160" y="58166"/>
                </a:lnTo>
                <a:lnTo>
                  <a:pt x="3546348" y="58166"/>
                </a:lnTo>
                <a:lnTo>
                  <a:pt x="3546348" y="367538"/>
                </a:lnTo>
                <a:lnTo>
                  <a:pt x="3525012" y="367538"/>
                </a:lnTo>
                <a:lnTo>
                  <a:pt x="3546348" y="393446"/>
                </a:lnTo>
                <a:lnTo>
                  <a:pt x="3555492" y="408686"/>
                </a:lnTo>
                <a:lnTo>
                  <a:pt x="3566160" y="393446"/>
                </a:lnTo>
                <a:lnTo>
                  <a:pt x="3587496" y="3675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5" name="object 85"/>
          <p:cNvSpPr txBox="1"/>
          <p:nvPr/>
        </p:nvSpPr>
        <p:spPr>
          <a:xfrm>
            <a:off x="7249262" y="4744978"/>
            <a:ext cx="1000125" cy="438209"/>
          </a:xfrm>
          <a:prstGeom prst="rect">
            <a:avLst/>
          </a:prstGeom>
        </p:spPr>
        <p:txBody>
          <a:bodyPr vert="horz" wrap="square" lIns="0" tIns="8965" rIns="0" bIns="0" rtlCol="0">
            <a:spAutoFit/>
          </a:bodyPr>
          <a:lstStyle/>
          <a:p>
            <a:pPr marL="11206" marR="4483">
              <a:lnSpc>
                <a:spcPct val="101899"/>
              </a:lnSpc>
              <a:spcBef>
                <a:spcPts val="71"/>
              </a:spcBef>
            </a:pPr>
            <a:r>
              <a:rPr sz="1412" b="1" dirty="0">
                <a:solidFill>
                  <a:srgbClr val="1F497C"/>
                </a:solidFill>
                <a:latin typeface="Arial"/>
                <a:cs typeface="Arial"/>
              </a:rPr>
              <a:t>path:</a:t>
            </a:r>
            <a:r>
              <a:rPr sz="1412" b="1" spc="-79" dirty="0">
                <a:solidFill>
                  <a:srgbClr val="1F497C"/>
                </a:solidFill>
                <a:latin typeface="Arial"/>
                <a:cs typeface="Arial"/>
              </a:rPr>
              <a:t> </a:t>
            </a:r>
            <a:r>
              <a:rPr sz="1412" b="1" spc="-9" dirty="0">
                <a:latin typeface="Arial"/>
                <a:cs typeface="Arial"/>
              </a:rPr>
              <a:t>S,B,G </a:t>
            </a:r>
            <a:r>
              <a:rPr sz="1412" b="1" dirty="0">
                <a:solidFill>
                  <a:srgbClr val="1F497C"/>
                </a:solidFill>
                <a:latin typeface="Arial"/>
                <a:cs typeface="Arial"/>
              </a:rPr>
              <a:t>cost:</a:t>
            </a:r>
            <a:r>
              <a:rPr sz="1412" b="1" spc="-18" dirty="0">
                <a:solidFill>
                  <a:srgbClr val="1F497C"/>
                </a:solidFill>
                <a:latin typeface="Arial"/>
                <a:cs typeface="Arial"/>
              </a:rPr>
              <a:t> </a:t>
            </a:r>
            <a:r>
              <a:rPr sz="1412" b="1" spc="-44" dirty="0">
                <a:latin typeface="Arial"/>
                <a:cs typeface="Arial"/>
              </a:rPr>
              <a:t>8</a:t>
            </a:r>
            <a:endParaRPr sz="1412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375247" y="3133101"/>
            <a:ext cx="1773331" cy="1849563"/>
          </a:xfrm>
          <a:prstGeom prst="rect">
            <a:avLst/>
          </a:prstGeom>
        </p:spPr>
        <p:txBody>
          <a:bodyPr vert="horz" wrap="square" lIns="0" tIns="30816" rIns="0" bIns="0" rtlCol="0">
            <a:spAutoFit/>
          </a:bodyPr>
          <a:lstStyle/>
          <a:p>
            <a:pPr marL="11206">
              <a:spcBef>
                <a:spcPts val="243"/>
              </a:spcBef>
              <a:tabLst>
                <a:tab pos="1064055" algn="l"/>
              </a:tabLst>
            </a:pPr>
            <a:r>
              <a:rPr sz="1279" spc="-44" dirty="0">
                <a:solidFill>
                  <a:srgbClr val="101010"/>
                </a:solidFill>
                <a:latin typeface="Microsoft Sans Serif"/>
                <a:cs typeface="Microsoft Sans Serif"/>
              </a:rPr>
              <a:t>S</a:t>
            </a:r>
            <a:r>
              <a:rPr sz="1279" dirty="0">
                <a:solidFill>
                  <a:srgbClr val="101010"/>
                </a:solidFill>
                <a:latin typeface="Microsoft Sans Serif"/>
                <a:cs typeface="Microsoft Sans Serif"/>
              </a:rPr>
              <a:t>	</a:t>
            </a:r>
            <a:r>
              <a:rPr sz="1279" spc="-9" dirty="0">
                <a:solidFill>
                  <a:srgbClr val="101010"/>
                </a:solidFill>
                <a:latin typeface="Microsoft Sans Serif"/>
                <a:cs typeface="Microsoft Sans Serif"/>
              </a:rPr>
              <a:t>{A,B,C}</a:t>
            </a:r>
            <a:endParaRPr sz="1279">
              <a:latin typeface="Microsoft Sans Serif"/>
              <a:cs typeface="Microsoft Sans Serif"/>
            </a:endParaRPr>
          </a:p>
          <a:p>
            <a:pPr marL="1064055" indent="-1052849">
              <a:spcBef>
                <a:spcPts val="159"/>
              </a:spcBef>
              <a:buAutoNum type="alphaUcPeriod"/>
              <a:tabLst>
                <a:tab pos="1064055" algn="l"/>
              </a:tabLst>
            </a:pPr>
            <a:r>
              <a:rPr sz="1279" spc="-9" dirty="0">
                <a:solidFill>
                  <a:srgbClr val="101010"/>
                </a:solidFill>
                <a:latin typeface="Microsoft Sans Serif"/>
                <a:cs typeface="Microsoft Sans Serif"/>
              </a:rPr>
              <a:t>{B,C}</a:t>
            </a:r>
            <a:endParaRPr sz="1279">
              <a:latin typeface="Microsoft Sans Serif"/>
              <a:cs typeface="Microsoft Sans Serif"/>
            </a:endParaRPr>
          </a:p>
          <a:p>
            <a:pPr marL="1064055" indent="-1052849">
              <a:spcBef>
                <a:spcPts val="159"/>
              </a:spcBef>
              <a:buAutoNum type="alphaUcPeriod"/>
              <a:tabLst>
                <a:tab pos="1064055" algn="l"/>
              </a:tabLst>
            </a:pPr>
            <a:r>
              <a:rPr sz="1279" spc="-22" dirty="0">
                <a:solidFill>
                  <a:srgbClr val="101010"/>
                </a:solidFill>
                <a:latin typeface="Microsoft Sans Serif"/>
                <a:cs typeface="Microsoft Sans Serif"/>
              </a:rPr>
              <a:t>{C}</a:t>
            </a:r>
            <a:endParaRPr sz="1279">
              <a:latin typeface="Microsoft Sans Serif"/>
              <a:cs typeface="Microsoft Sans Serif"/>
            </a:endParaRPr>
          </a:p>
          <a:p>
            <a:pPr marL="1064055" indent="-1052849">
              <a:spcBef>
                <a:spcPts val="296"/>
              </a:spcBef>
              <a:buAutoNum type="alphaUcPeriod"/>
              <a:tabLst>
                <a:tab pos="1064055" algn="l"/>
              </a:tabLst>
            </a:pPr>
            <a:r>
              <a:rPr sz="1279" dirty="0">
                <a:solidFill>
                  <a:srgbClr val="101010"/>
                </a:solidFill>
                <a:latin typeface="Microsoft Sans Serif"/>
                <a:cs typeface="Microsoft Sans Serif"/>
              </a:rPr>
              <a:t>{</a:t>
            </a:r>
            <a:r>
              <a:rPr sz="1279" spc="-13" dirty="0">
                <a:solidFill>
                  <a:srgbClr val="101010"/>
                </a:solidFill>
                <a:latin typeface="Microsoft Sans Serif"/>
                <a:cs typeface="Microsoft Sans Serif"/>
              </a:rPr>
              <a:t> </a:t>
            </a:r>
            <a:r>
              <a:rPr sz="1279" spc="-44" dirty="0">
                <a:solidFill>
                  <a:srgbClr val="101010"/>
                </a:solidFill>
                <a:latin typeface="Microsoft Sans Serif"/>
                <a:cs typeface="Microsoft Sans Serif"/>
              </a:rPr>
              <a:t>}</a:t>
            </a:r>
            <a:endParaRPr sz="1279">
              <a:latin typeface="Microsoft Sans Serif"/>
              <a:cs typeface="Microsoft Sans Serif"/>
            </a:endParaRPr>
          </a:p>
          <a:p>
            <a:pPr marL="11206">
              <a:spcBef>
                <a:spcPts val="309"/>
              </a:spcBef>
              <a:tabLst>
                <a:tab pos="1064055" algn="l"/>
              </a:tabLst>
            </a:pPr>
            <a:r>
              <a:rPr sz="1279" spc="-44" dirty="0">
                <a:solidFill>
                  <a:srgbClr val="101010"/>
                </a:solidFill>
                <a:latin typeface="Microsoft Sans Serif"/>
                <a:cs typeface="Microsoft Sans Serif"/>
              </a:rPr>
              <a:t>S</a:t>
            </a:r>
            <a:r>
              <a:rPr sz="1279" dirty="0">
                <a:solidFill>
                  <a:srgbClr val="101010"/>
                </a:solidFill>
                <a:latin typeface="Microsoft Sans Serif"/>
                <a:cs typeface="Microsoft Sans Serif"/>
              </a:rPr>
              <a:t>	</a:t>
            </a:r>
            <a:r>
              <a:rPr sz="1279" spc="-9" dirty="0">
                <a:solidFill>
                  <a:srgbClr val="101010"/>
                </a:solidFill>
                <a:latin typeface="Microsoft Sans Serif"/>
                <a:cs typeface="Microsoft Sans Serif"/>
              </a:rPr>
              <a:t>{A,B,C}</a:t>
            </a:r>
            <a:endParaRPr sz="1279">
              <a:latin typeface="Microsoft Sans Serif"/>
              <a:cs typeface="Microsoft Sans Serif"/>
            </a:endParaRPr>
          </a:p>
          <a:p>
            <a:pPr marL="11206">
              <a:spcBef>
                <a:spcPts val="300"/>
              </a:spcBef>
              <a:tabLst>
                <a:tab pos="1064055" algn="l"/>
              </a:tabLst>
            </a:pPr>
            <a:r>
              <a:rPr sz="1279" spc="-44" dirty="0">
                <a:solidFill>
                  <a:srgbClr val="101010"/>
                </a:solidFill>
                <a:latin typeface="Microsoft Sans Serif"/>
                <a:cs typeface="Microsoft Sans Serif"/>
              </a:rPr>
              <a:t>A</a:t>
            </a:r>
            <a:r>
              <a:rPr sz="1279" dirty="0">
                <a:solidFill>
                  <a:srgbClr val="101010"/>
                </a:solidFill>
                <a:latin typeface="Microsoft Sans Serif"/>
                <a:cs typeface="Microsoft Sans Serif"/>
              </a:rPr>
              <a:t>	</a:t>
            </a:r>
            <a:r>
              <a:rPr sz="1279" spc="-9" dirty="0">
                <a:solidFill>
                  <a:srgbClr val="101010"/>
                </a:solidFill>
                <a:latin typeface="Microsoft Sans Serif"/>
                <a:cs typeface="Microsoft Sans Serif"/>
              </a:rPr>
              <a:t>{D,E,B,C}</a:t>
            </a:r>
            <a:endParaRPr sz="1279">
              <a:latin typeface="Microsoft Sans Serif"/>
              <a:cs typeface="Microsoft Sans Serif"/>
            </a:endParaRPr>
          </a:p>
          <a:p>
            <a:pPr marL="1064055" indent="-1052849">
              <a:spcBef>
                <a:spcPts val="304"/>
              </a:spcBef>
              <a:buAutoNum type="alphaUcPeriod" startAt="4"/>
              <a:tabLst>
                <a:tab pos="1064055" algn="l"/>
              </a:tabLst>
            </a:pPr>
            <a:r>
              <a:rPr sz="1279" spc="-9" dirty="0">
                <a:solidFill>
                  <a:srgbClr val="101010"/>
                </a:solidFill>
                <a:latin typeface="Microsoft Sans Serif"/>
                <a:cs typeface="Microsoft Sans Serif"/>
              </a:rPr>
              <a:t>{E,B,C}</a:t>
            </a:r>
            <a:endParaRPr sz="1279">
              <a:latin typeface="Microsoft Sans Serif"/>
              <a:cs typeface="Microsoft Sans Serif"/>
            </a:endParaRPr>
          </a:p>
          <a:p>
            <a:pPr marL="1064055" indent="-1052849">
              <a:spcBef>
                <a:spcPts val="296"/>
              </a:spcBef>
              <a:buAutoNum type="alphaUcPeriod" startAt="4"/>
              <a:tabLst>
                <a:tab pos="1064055" algn="l"/>
              </a:tabLst>
            </a:pPr>
            <a:r>
              <a:rPr sz="1279" spc="-9" dirty="0">
                <a:solidFill>
                  <a:srgbClr val="101010"/>
                </a:solidFill>
                <a:latin typeface="Microsoft Sans Serif"/>
                <a:cs typeface="Microsoft Sans Serif"/>
              </a:rPr>
              <a:t>{B,C}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3375246" y="4944586"/>
            <a:ext cx="150159" cy="460617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 marR="4483">
              <a:lnSpc>
                <a:spcPct val="120000"/>
              </a:lnSpc>
              <a:spcBef>
                <a:spcPts val="84"/>
              </a:spcBef>
            </a:pPr>
            <a:r>
              <a:rPr sz="1279" spc="-44" dirty="0">
                <a:solidFill>
                  <a:srgbClr val="101010"/>
                </a:solidFill>
                <a:latin typeface="Microsoft Sans Serif"/>
                <a:cs typeface="Microsoft Sans Serif"/>
              </a:rPr>
              <a:t>B G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428146" y="4944586"/>
            <a:ext cx="424143" cy="482523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11206">
              <a:spcBef>
                <a:spcPts val="393"/>
              </a:spcBef>
            </a:pPr>
            <a:r>
              <a:rPr sz="1279" spc="-9" dirty="0">
                <a:solidFill>
                  <a:srgbClr val="101010"/>
                </a:solidFill>
                <a:latin typeface="Microsoft Sans Serif"/>
                <a:cs typeface="Microsoft Sans Serif"/>
              </a:rPr>
              <a:t>{G,C}</a:t>
            </a:r>
            <a:endParaRPr sz="1279">
              <a:latin typeface="Microsoft Sans Serif"/>
              <a:cs typeface="Microsoft Sans Serif"/>
            </a:endParaRPr>
          </a:p>
          <a:p>
            <a:pPr marL="11206">
              <a:spcBef>
                <a:spcPts val="304"/>
              </a:spcBef>
            </a:pPr>
            <a:r>
              <a:rPr sz="1279" spc="-22" dirty="0">
                <a:solidFill>
                  <a:srgbClr val="101010"/>
                </a:solidFill>
                <a:latin typeface="Microsoft Sans Serif"/>
                <a:cs typeface="Microsoft Sans Serif"/>
              </a:rPr>
              <a:t>{C}</a:t>
            </a:r>
            <a:endParaRPr sz="1279">
              <a:latin typeface="Microsoft Sans Serif"/>
              <a:cs typeface="Microsoft Sans Serif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94" name="object 94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16</a:t>
            </a:fld>
            <a:endParaRPr spc="-2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521737"/>
            <a:ext cx="6825545" cy="770478"/>
          </a:xfrm>
          <a:prstGeom prst="rect">
            <a:avLst/>
          </a:prstGeom>
        </p:spPr>
        <p:txBody>
          <a:bodyPr vert="horz" wrap="square" lIns="0" tIns="325956" rIns="0" bIns="0" rtlCol="0" anchor="ctr">
            <a:spAutoFit/>
          </a:bodyPr>
          <a:lstStyle/>
          <a:p>
            <a:pPr marL="72842">
              <a:lnSpc>
                <a:spcPct val="100000"/>
              </a:lnSpc>
              <a:spcBef>
                <a:spcPts val="79"/>
              </a:spcBef>
            </a:pPr>
            <a:r>
              <a:rPr sz="2868" spc="-141" dirty="0"/>
              <a:t>Iterative‐Deepening</a:t>
            </a:r>
            <a:r>
              <a:rPr sz="2868" spc="-124" dirty="0"/>
              <a:t> </a:t>
            </a:r>
            <a:r>
              <a:rPr sz="2868" spc="-84" dirty="0"/>
              <a:t>Search(IDS)</a:t>
            </a:r>
            <a:endParaRPr sz="2868"/>
          </a:p>
        </p:txBody>
      </p:sp>
      <p:sp>
        <p:nvSpPr>
          <p:cNvPr id="3" name="object 3"/>
          <p:cNvSpPr txBox="1"/>
          <p:nvPr/>
        </p:nvSpPr>
        <p:spPr>
          <a:xfrm>
            <a:off x="2398059" y="1702813"/>
            <a:ext cx="7825804" cy="3611992"/>
          </a:xfrm>
          <a:prstGeom prst="rect">
            <a:avLst/>
          </a:prstGeom>
        </p:spPr>
        <p:txBody>
          <a:bodyPr vert="horz" wrap="square" lIns="0" tIns="86846" rIns="0" bIns="0" rtlCol="0">
            <a:spAutoFit/>
          </a:bodyPr>
          <a:lstStyle/>
          <a:p>
            <a:pPr marL="255508" indent="-244301">
              <a:spcBef>
                <a:spcPts val="684"/>
              </a:spcBef>
              <a:buFont typeface="Microsoft Sans Serif"/>
              <a:buChar char="•"/>
              <a:tabLst>
                <a:tab pos="255508" algn="l"/>
              </a:tabLst>
            </a:pPr>
            <a:r>
              <a:rPr sz="2800" spc="-71" dirty="0">
                <a:latin typeface="Trebuchet MS"/>
                <a:cs typeface="Trebuchet MS"/>
              </a:rPr>
              <a:t>Has</a:t>
            </a:r>
            <a:r>
              <a:rPr sz="2800" spc="-101" dirty="0">
                <a:latin typeface="Trebuchet MS"/>
                <a:cs typeface="Trebuchet MS"/>
              </a:rPr>
              <a:t> </a:t>
            </a:r>
            <a:r>
              <a:rPr sz="2800" spc="-106" dirty="0">
                <a:latin typeface="Trebuchet MS"/>
                <a:cs typeface="Trebuchet MS"/>
              </a:rPr>
              <a:t>advantages</a:t>
            </a:r>
            <a:r>
              <a:rPr sz="2800" spc="-194" dirty="0">
                <a:latin typeface="Trebuchet MS"/>
                <a:cs typeface="Trebuchet MS"/>
              </a:rPr>
              <a:t> </a:t>
            </a:r>
            <a:r>
              <a:rPr sz="2800" spc="-57" dirty="0">
                <a:latin typeface="Trebuchet MS"/>
                <a:cs typeface="Trebuchet MS"/>
              </a:rPr>
              <a:t>of</a:t>
            </a:r>
            <a:r>
              <a:rPr sz="2800" spc="-388" dirty="0">
                <a:latin typeface="Trebuchet MS"/>
                <a:cs typeface="Trebuchet MS"/>
              </a:rPr>
              <a:t> </a:t>
            </a:r>
            <a:r>
              <a:rPr sz="2800" spc="-22" dirty="0">
                <a:latin typeface="Trebuchet MS"/>
                <a:cs typeface="Trebuchet MS"/>
              </a:rPr>
              <a:t>BFS</a:t>
            </a:r>
            <a:endParaRPr sz="2800" dirty="0">
              <a:latin typeface="Trebuchet MS"/>
              <a:cs typeface="Trebuchet MS"/>
            </a:endParaRPr>
          </a:p>
          <a:p>
            <a:pPr marL="543514" lvl="1" indent="-205639">
              <a:spcBef>
                <a:spcPts val="543"/>
              </a:spcBef>
              <a:buFont typeface="Microsoft Sans Serif"/>
              <a:buChar char="–"/>
              <a:tabLst>
                <a:tab pos="543514" algn="l"/>
              </a:tabLst>
            </a:pPr>
            <a:r>
              <a:rPr sz="2400" spc="-9" dirty="0">
                <a:latin typeface="Trebuchet MS"/>
                <a:cs typeface="Trebuchet MS"/>
              </a:rPr>
              <a:t>completeness</a:t>
            </a:r>
            <a:endParaRPr sz="2400" dirty="0">
              <a:latin typeface="Trebuchet MS"/>
              <a:cs typeface="Trebuchet MS"/>
            </a:endParaRPr>
          </a:p>
          <a:p>
            <a:pPr marL="543514" lvl="1" indent="-205639">
              <a:spcBef>
                <a:spcPts val="529"/>
              </a:spcBef>
              <a:buFont typeface="Microsoft Sans Serif"/>
              <a:buChar char="–"/>
              <a:tabLst>
                <a:tab pos="543514" algn="l"/>
              </a:tabLst>
            </a:pPr>
            <a:r>
              <a:rPr sz="2400" spc="-88" dirty="0">
                <a:latin typeface="Trebuchet MS"/>
                <a:cs typeface="Trebuchet MS"/>
              </a:rPr>
              <a:t>optimality</a:t>
            </a:r>
            <a:r>
              <a:rPr sz="2400" spc="-159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as</a:t>
            </a:r>
            <a:r>
              <a:rPr sz="2400" spc="-79" dirty="0">
                <a:latin typeface="Trebuchet MS"/>
                <a:cs typeface="Trebuchet MS"/>
              </a:rPr>
              <a:t> </a:t>
            </a:r>
            <a:r>
              <a:rPr sz="2400" spc="-93" dirty="0">
                <a:latin typeface="Trebuchet MS"/>
                <a:cs typeface="Trebuchet MS"/>
              </a:rPr>
              <a:t>stated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9" dirty="0">
                <a:latin typeface="Trebuchet MS"/>
                <a:cs typeface="Trebuchet MS"/>
              </a:rPr>
              <a:t>for</a:t>
            </a:r>
            <a:r>
              <a:rPr lang="en-US" sz="2400" spc="-9" dirty="0">
                <a:latin typeface="Trebuchet MS"/>
                <a:cs typeface="Trebuchet MS"/>
              </a:rPr>
              <a:t> </a:t>
            </a:r>
            <a:r>
              <a:rPr sz="2400" spc="-9" dirty="0">
                <a:latin typeface="Trebuchet MS"/>
                <a:cs typeface="Trebuchet MS"/>
              </a:rPr>
              <a:t>BFS</a:t>
            </a:r>
            <a:endParaRPr sz="2400" dirty="0">
              <a:latin typeface="Trebuchet MS"/>
              <a:cs typeface="Trebuchet MS"/>
            </a:endParaRPr>
          </a:p>
          <a:p>
            <a:pPr lvl="1">
              <a:spcBef>
                <a:spcPts val="1641"/>
              </a:spcBef>
              <a:buFont typeface="Microsoft Sans Serif"/>
              <a:buChar char="–"/>
            </a:pPr>
            <a:endParaRPr sz="2400" dirty="0">
              <a:latin typeface="Trebuchet MS"/>
              <a:cs typeface="Trebuchet MS"/>
            </a:endParaRPr>
          </a:p>
          <a:p>
            <a:pPr marL="255508" indent="-244301">
              <a:buFont typeface="Microsoft Sans Serif"/>
              <a:buChar char="•"/>
              <a:tabLst>
                <a:tab pos="255508" algn="l"/>
              </a:tabLst>
            </a:pPr>
            <a:r>
              <a:rPr sz="2800" spc="-71" dirty="0">
                <a:latin typeface="Trebuchet MS"/>
                <a:cs typeface="Trebuchet MS"/>
              </a:rPr>
              <a:t>Has</a:t>
            </a:r>
            <a:r>
              <a:rPr sz="2800" spc="-101" dirty="0">
                <a:latin typeface="Trebuchet MS"/>
                <a:cs typeface="Trebuchet MS"/>
              </a:rPr>
              <a:t> </a:t>
            </a:r>
            <a:r>
              <a:rPr sz="2800" spc="-106" dirty="0">
                <a:latin typeface="Trebuchet MS"/>
                <a:cs typeface="Trebuchet MS"/>
              </a:rPr>
              <a:t>advantages</a:t>
            </a:r>
            <a:r>
              <a:rPr sz="2800" spc="-194" dirty="0">
                <a:latin typeface="Trebuchet MS"/>
                <a:cs typeface="Trebuchet MS"/>
              </a:rPr>
              <a:t> </a:t>
            </a:r>
            <a:r>
              <a:rPr sz="2800" spc="-57" dirty="0">
                <a:latin typeface="Trebuchet MS"/>
                <a:cs typeface="Trebuchet MS"/>
              </a:rPr>
              <a:t>of</a:t>
            </a:r>
            <a:r>
              <a:rPr sz="2800" spc="-388" dirty="0">
                <a:latin typeface="Trebuchet MS"/>
                <a:cs typeface="Trebuchet MS"/>
              </a:rPr>
              <a:t> </a:t>
            </a:r>
            <a:r>
              <a:rPr sz="2800" spc="-22" dirty="0">
                <a:latin typeface="Trebuchet MS"/>
                <a:cs typeface="Trebuchet MS"/>
              </a:rPr>
              <a:t>DFS</a:t>
            </a:r>
            <a:endParaRPr sz="2800" dirty="0">
              <a:latin typeface="Trebuchet MS"/>
              <a:cs typeface="Trebuchet MS"/>
            </a:endParaRPr>
          </a:p>
          <a:p>
            <a:pPr marL="543514" lvl="1" indent="-205639">
              <a:spcBef>
                <a:spcPts val="534"/>
              </a:spcBef>
              <a:buFont typeface="Microsoft Sans Serif"/>
              <a:buChar char="–"/>
              <a:tabLst>
                <a:tab pos="543514" algn="l"/>
              </a:tabLst>
            </a:pPr>
            <a:r>
              <a:rPr sz="2400" spc="-93" dirty="0">
                <a:latin typeface="Trebuchet MS"/>
                <a:cs typeface="Trebuchet MS"/>
              </a:rPr>
              <a:t>limited</a:t>
            </a:r>
            <a:r>
              <a:rPr sz="2400" spc="-234" dirty="0">
                <a:latin typeface="Trebuchet MS"/>
                <a:cs typeface="Trebuchet MS"/>
              </a:rPr>
              <a:t> </a:t>
            </a:r>
            <a:r>
              <a:rPr sz="2400" spc="-18" dirty="0">
                <a:latin typeface="Trebuchet MS"/>
                <a:cs typeface="Trebuchet MS"/>
              </a:rPr>
              <a:t>space</a:t>
            </a:r>
            <a:endParaRPr sz="2400" dirty="0">
              <a:latin typeface="Trebuchet MS"/>
              <a:cs typeface="Trebuchet MS"/>
            </a:endParaRPr>
          </a:p>
          <a:p>
            <a:pPr marL="541833" marR="4483" lvl="1" indent="-204518">
              <a:lnSpc>
                <a:spcPct val="100899"/>
              </a:lnSpc>
              <a:spcBef>
                <a:spcPts val="516"/>
              </a:spcBef>
              <a:buFont typeface="Microsoft Sans Serif"/>
              <a:buChar char="–"/>
              <a:tabLst>
                <a:tab pos="541833" algn="l"/>
                <a:tab pos="6189899" algn="l"/>
              </a:tabLst>
            </a:pPr>
            <a:r>
              <a:rPr sz="2400" spc="-35" dirty="0">
                <a:latin typeface="Trebuchet MS"/>
                <a:cs typeface="Trebuchet MS"/>
              </a:rPr>
              <a:t>in</a:t>
            </a:r>
            <a:r>
              <a:rPr sz="2400" spc="-224" dirty="0">
                <a:latin typeface="Trebuchet MS"/>
                <a:cs typeface="Trebuchet MS"/>
              </a:rPr>
              <a:t> </a:t>
            </a:r>
            <a:r>
              <a:rPr sz="2400" spc="-119" dirty="0">
                <a:latin typeface="Trebuchet MS"/>
                <a:cs typeface="Trebuchet MS"/>
              </a:rPr>
              <a:t>practice,</a:t>
            </a:r>
            <a:r>
              <a:rPr sz="2400" spc="-238" dirty="0">
                <a:latin typeface="Trebuchet MS"/>
                <a:cs typeface="Trebuchet MS"/>
              </a:rPr>
              <a:t> </a:t>
            </a:r>
            <a:r>
              <a:rPr sz="2400" spc="-71" dirty="0">
                <a:latin typeface="Trebuchet MS"/>
                <a:cs typeface="Trebuchet MS"/>
              </a:rPr>
              <a:t>even</a:t>
            </a:r>
            <a:r>
              <a:rPr sz="2400" spc="-221" dirty="0">
                <a:latin typeface="Trebuchet MS"/>
                <a:cs typeface="Trebuchet MS"/>
              </a:rPr>
              <a:t> </a:t>
            </a:r>
            <a:r>
              <a:rPr sz="2400" spc="-66" dirty="0">
                <a:latin typeface="Trebuchet MS"/>
                <a:cs typeface="Trebuchet MS"/>
              </a:rPr>
              <a:t>with</a:t>
            </a:r>
            <a:r>
              <a:rPr sz="2400" spc="-234" dirty="0">
                <a:latin typeface="Trebuchet MS"/>
                <a:cs typeface="Trebuchet MS"/>
              </a:rPr>
              <a:t> </a:t>
            </a:r>
            <a:r>
              <a:rPr sz="2400" spc="-101" dirty="0">
                <a:latin typeface="Trebuchet MS"/>
                <a:cs typeface="Trebuchet MS"/>
              </a:rPr>
              <a:t>the</a:t>
            </a:r>
            <a:r>
              <a:rPr sz="2400" spc="-291" dirty="0">
                <a:latin typeface="Trebuchet MS"/>
                <a:cs typeface="Trebuchet MS"/>
              </a:rPr>
              <a:t> </a:t>
            </a:r>
            <a:r>
              <a:rPr sz="2400" spc="-71" dirty="0">
                <a:latin typeface="Trebuchet MS"/>
                <a:cs typeface="Trebuchet MS"/>
              </a:rPr>
              <a:t>redundant</a:t>
            </a:r>
            <a:r>
              <a:rPr sz="2400" spc="-207" dirty="0">
                <a:latin typeface="Trebuchet MS"/>
                <a:cs typeface="Trebuchet MS"/>
              </a:rPr>
              <a:t> </a:t>
            </a:r>
            <a:r>
              <a:rPr sz="2400" spc="-97" dirty="0">
                <a:latin typeface="Trebuchet MS"/>
                <a:cs typeface="Trebuchet MS"/>
              </a:rPr>
              <a:t>effort</a:t>
            </a:r>
            <a:r>
              <a:rPr sz="2400" spc="-251" dirty="0">
                <a:latin typeface="Trebuchet MS"/>
                <a:cs typeface="Trebuchet MS"/>
              </a:rPr>
              <a:t> </a:t>
            </a:r>
            <a:r>
              <a:rPr sz="2400" spc="-71" dirty="0">
                <a:latin typeface="Trebuchet MS"/>
                <a:cs typeface="Trebuchet MS"/>
              </a:rPr>
              <a:t>sti</a:t>
            </a:r>
            <a:r>
              <a:rPr lang="en-US" sz="2400" spc="-180" dirty="0">
                <a:latin typeface="Trebuchet MS"/>
                <a:cs typeface="Trebuchet MS"/>
              </a:rPr>
              <a:t>l</a:t>
            </a:r>
            <a:r>
              <a:rPr sz="2400" b="1" dirty="0">
                <a:latin typeface="Trebuchet MS"/>
                <a:cs typeface="Trebuchet MS"/>
              </a:rPr>
              <a:t>l</a:t>
            </a:r>
            <a:r>
              <a:rPr sz="2400" b="1" spc="-265" dirty="0">
                <a:latin typeface="Trebuchet MS"/>
                <a:cs typeface="Trebuchet MS"/>
              </a:rPr>
              <a:t> </a:t>
            </a:r>
            <a:r>
              <a:rPr sz="2400" spc="-9" dirty="0">
                <a:latin typeface="Trebuchet MS"/>
                <a:cs typeface="Trebuchet MS"/>
              </a:rPr>
              <a:t>finds</a:t>
            </a:r>
            <a:r>
              <a:rPr lang="en-US" sz="2400" spc="-9" dirty="0">
                <a:latin typeface="Trebuchet MS"/>
                <a:cs typeface="Trebuchet MS"/>
              </a:rPr>
              <a:t> </a:t>
            </a:r>
            <a:r>
              <a:rPr sz="2400" spc="-66" dirty="0">
                <a:latin typeface="Trebuchet MS"/>
                <a:cs typeface="Trebuchet MS"/>
              </a:rPr>
              <a:t>longer </a:t>
            </a:r>
            <a:r>
              <a:rPr sz="2400" spc="-62" dirty="0">
                <a:latin typeface="Trebuchet MS"/>
                <a:cs typeface="Trebuchet MS"/>
              </a:rPr>
              <a:t>paths</a:t>
            </a:r>
            <a:r>
              <a:rPr sz="2400" spc="-119" dirty="0">
                <a:latin typeface="Trebuchet MS"/>
                <a:cs typeface="Trebuchet MS"/>
              </a:rPr>
              <a:t> </a:t>
            </a:r>
            <a:r>
              <a:rPr sz="2400" spc="-57" dirty="0">
                <a:latin typeface="Trebuchet MS"/>
                <a:cs typeface="Trebuchet MS"/>
              </a:rPr>
              <a:t>more</a:t>
            </a:r>
            <a:r>
              <a:rPr sz="2400" spc="-97" dirty="0">
                <a:latin typeface="Trebuchet MS"/>
                <a:cs typeface="Trebuchet MS"/>
              </a:rPr>
              <a:t> </a:t>
            </a:r>
            <a:r>
              <a:rPr sz="2400" spc="-88" dirty="0">
                <a:latin typeface="Trebuchet MS"/>
                <a:cs typeface="Trebuchet MS"/>
              </a:rPr>
              <a:t>quickly</a:t>
            </a:r>
            <a:r>
              <a:rPr sz="2400" spc="-194" dirty="0">
                <a:latin typeface="Trebuchet MS"/>
                <a:cs typeface="Trebuchet MS"/>
              </a:rPr>
              <a:t> </a:t>
            </a:r>
            <a:r>
              <a:rPr sz="2400" spc="-9" dirty="0">
                <a:latin typeface="Trebuchet MS"/>
                <a:cs typeface="Trebuchet MS"/>
              </a:rPr>
              <a:t>than</a:t>
            </a:r>
            <a:r>
              <a:rPr lang="en-US" sz="2400" spc="-9" dirty="0">
                <a:latin typeface="Trebuchet MS"/>
                <a:cs typeface="Trebuchet MS"/>
              </a:rPr>
              <a:t> </a:t>
            </a:r>
            <a:r>
              <a:rPr sz="2400" spc="-9" dirty="0">
                <a:latin typeface="Trebuchet MS"/>
                <a:cs typeface="Trebuchet MS"/>
              </a:rPr>
              <a:t>BFS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17</a:t>
            </a:fld>
            <a:endParaRPr spc="-2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556382"/>
            <a:ext cx="6825545" cy="701188"/>
          </a:xfrm>
          <a:prstGeom prst="rect">
            <a:avLst/>
          </a:prstGeom>
        </p:spPr>
        <p:txBody>
          <a:bodyPr vert="horz" wrap="square" lIns="0" tIns="257336" rIns="0" bIns="0" rtlCol="0" anchor="ctr">
            <a:spAutoFit/>
          </a:bodyPr>
          <a:lstStyle/>
          <a:p>
            <a:pPr marL="212363">
              <a:lnSpc>
                <a:spcPct val="100000"/>
              </a:lnSpc>
              <a:spcBef>
                <a:spcPts val="79"/>
              </a:spcBef>
            </a:pPr>
            <a:r>
              <a:rPr sz="2868" b="1" spc="-141" dirty="0"/>
              <a:t>Iterative‐Deepening</a:t>
            </a:r>
            <a:r>
              <a:rPr sz="2868" b="1" spc="-124" dirty="0"/>
              <a:t> </a:t>
            </a:r>
            <a:r>
              <a:rPr sz="2868" b="1" spc="-84" dirty="0"/>
              <a:t>Search(IDS)</a:t>
            </a:r>
            <a:endParaRPr sz="2868" b="1" dirty="0"/>
          </a:p>
        </p:txBody>
      </p:sp>
      <p:sp>
        <p:nvSpPr>
          <p:cNvPr id="4" name="object 4"/>
          <p:cNvSpPr/>
          <p:nvPr/>
        </p:nvSpPr>
        <p:spPr>
          <a:xfrm>
            <a:off x="1658471" y="3429000"/>
            <a:ext cx="8875059" cy="2115671"/>
          </a:xfrm>
          <a:custGeom>
            <a:avLst/>
            <a:gdLst/>
            <a:ahLst/>
            <a:cxnLst/>
            <a:rect l="l" t="t" r="r" b="b"/>
            <a:pathLst>
              <a:path w="10058400" h="2397760">
                <a:moveTo>
                  <a:pt x="0" y="2397252"/>
                </a:moveTo>
                <a:lnTo>
                  <a:pt x="10058400" y="2397252"/>
                </a:lnTo>
                <a:lnTo>
                  <a:pt x="10058400" y="0"/>
                </a:lnTo>
                <a:lnTo>
                  <a:pt x="0" y="0"/>
                </a:lnTo>
                <a:lnTo>
                  <a:pt x="0" y="23972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 txBox="1"/>
          <p:nvPr/>
        </p:nvSpPr>
        <p:spPr>
          <a:xfrm>
            <a:off x="2008436" y="1779603"/>
            <a:ext cx="8875059" cy="3623126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290248" indent="-245422">
              <a:spcBef>
                <a:spcPts val="93"/>
              </a:spcBef>
              <a:buFont typeface="Microsoft Sans Serif"/>
              <a:buChar char="•"/>
              <a:tabLst>
                <a:tab pos="290248" algn="l"/>
                <a:tab pos="3214018" algn="l"/>
              </a:tabLst>
            </a:pPr>
            <a:r>
              <a:rPr sz="2800" spc="-71" dirty="0">
                <a:latin typeface="Trebuchet MS"/>
                <a:cs typeface="Trebuchet MS"/>
              </a:rPr>
              <a:t>Space</a:t>
            </a:r>
            <a:r>
              <a:rPr sz="2800" spc="-269" dirty="0">
                <a:latin typeface="Trebuchet MS"/>
                <a:cs typeface="Trebuchet MS"/>
              </a:rPr>
              <a:t> </a:t>
            </a:r>
            <a:r>
              <a:rPr sz="2800" spc="-101" dirty="0">
                <a:latin typeface="Trebuchet MS"/>
                <a:cs typeface="Trebuchet MS"/>
              </a:rPr>
              <a:t>complexity:</a:t>
            </a:r>
            <a:r>
              <a:rPr sz="2800" spc="-57" dirty="0">
                <a:latin typeface="Trebuchet MS"/>
                <a:cs typeface="Trebuchet MS"/>
              </a:rPr>
              <a:t> </a:t>
            </a:r>
            <a:r>
              <a:rPr sz="2800" i="1" spc="44" dirty="0">
                <a:latin typeface="Times New Roman"/>
                <a:cs typeface="Times New Roman"/>
              </a:rPr>
              <a:t>O</a:t>
            </a:r>
            <a:r>
              <a:rPr sz="2800" spc="44" dirty="0">
                <a:latin typeface="Times New Roman"/>
                <a:cs typeface="Times New Roman"/>
              </a:rPr>
              <a:t>(</a:t>
            </a:r>
            <a:r>
              <a:rPr sz="2800" i="1" spc="44" dirty="0">
                <a:latin typeface="Times New Roman"/>
                <a:cs typeface="Times New Roman"/>
              </a:rPr>
              <a:t>bd</a:t>
            </a:r>
            <a:r>
              <a:rPr sz="2800" spc="44" dirty="0">
                <a:latin typeface="Times New Roman"/>
                <a:cs typeface="Times New Roman"/>
              </a:rPr>
              <a:t>)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63" dirty="0">
                <a:latin typeface="Trebuchet MS"/>
                <a:cs typeface="Trebuchet MS"/>
              </a:rPr>
              <a:t>(i.e.,</a:t>
            </a:r>
            <a:r>
              <a:rPr sz="2800" spc="-340" dirty="0">
                <a:latin typeface="Trebuchet MS"/>
                <a:cs typeface="Trebuchet MS"/>
              </a:rPr>
              <a:t> </a:t>
            </a:r>
            <a:r>
              <a:rPr sz="2800" spc="-79" dirty="0">
                <a:latin typeface="Trebuchet MS"/>
                <a:cs typeface="Trebuchet MS"/>
              </a:rPr>
              <a:t>linear</a:t>
            </a:r>
            <a:r>
              <a:rPr sz="2800" spc="-176" dirty="0">
                <a:latin typeface="Trebuchet MS"/>
                <a:cs typeface="Trebuchet MS"/>
              </a:rPr>
              <a:t> </a:t>
            </a:r>
            <a:r>
              <a:rPr sz="2800" spc="-106" dirty="0">
                <a:latin typeface="Trebuchet MS"/>
                <a:cs typeface="Trebuchet MS"/>
              </a:rPr>
              <a:t>like</a:t>
            </a:r>
            <a:r>
              <a:rPr sz="2800" spc="-335" dirty="0">
                <a:latin typeface="Trebuchet MS"/>
                <a:cs typeface="Trebuchet MS"/>
              </a:rPr>
              <a:t> </a:t>
            </a:r>
            <a:r>
              <a:rPr sz="2800" spc="-18" dirty="0">
                <a:latin typeface="Trebuchet MS"/>
                <a:cs typeface="Trebuchet MS"/>
              </a:rPr>
              <a:t>DFS)</a:t>
            </a:r>
            <a:endParaRPr sz="2800" dirty="0">
              <a:latin typeface="Trebuchet MS"/>
              <a:cs typeface="Trebuchet MS"/>
            </a:endParaRPr>
          </a:p>
          <a:p>
            <a:pPr>
              <a:spcBef>
                <a:spcPts val="1231"/>
              </a:spcBef>
              <a:buFont typeface="Microsoft Sans Serif"/>
              <a:buChar char="•"/>
            </a:pPr>
            <a:endParaRPr sz="2800" dirty="0">
              <a:latin typeface="Trebuchet MS"/>
              <a:cs typeface="Trebuchet MS"/>
            </a:endParaRPr>
          </a:p>
          <a:p>
            <a:pPr marL="290248" indent="-245422">
              <a:buFont typeface="Microsoft Sans Serif"/>
              <a:buChar char="•"/>
              <a:tabLst>
                <a:tab pos="290248" algn="l"/>
              </a:tabLst>
            </a:pPr>
            <a:r>
              <a:rPr sz="2800" spc="-110" dirty="0">
                <a:latin typeface="Trebuchet MS"/>
                <a:cs typeface="Trebuchet MS"/>
              </a:rPr>
              <a:t>Time</a:t>
            </a:r>
            <a:r>
              <a:rPr sz="2800" spc="-296" dirty="0">
                <a:latin typeface="Trebuchet MS"/>
                <a:cs typeface="Trebuchet MS"/>
              </a:rPr>
              <a:t> </a:t>
            </a:r>
            <a:r>
              <a:rPr sz="2800" spc="-93" dirty="0">
                <a:latin typeface="Trebuchet MS"/>
                <a:cs typeface="Trebuchet MS"/>
              </a:rPr>
              <a:t>complexity</a:t>
            </a:r>
            <a:r>
              <a:rPr sz="2800" spc="-291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is</a:t>
            </a:r>
            <a:r>
              <a:rPr sz="2800" spc="-22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24" dirty="0">
                <a:latin typeface="Trebuchet MS"/>
                <a:cs typeface="Trebuchet MS"/>
              </a:rPr>
              <a:t> </a:t>
            </a:r>
            <a:r>
              <a:rPr sz="2800" spc="-119" dirty="0">
                <a:latin typeface="Trebuchet MS"/>
                <a:cs typeface="Trebuchet MS"/>
              </a:rPr>
              <a:t>little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57" dirty="0">
                <a:latin typeface="Trebuchet MS"/>
                <a:cs typeface="Trebuchet MS"/>
              </a:rPr>
              <a:t>worse</a:t>
            </a:r>
            <a:r>
              <a:rPr sz="2800" spc="-180" dirty="0">
                <a:latin typeface="Trebuchet MS"/>
                <a:cs typeface="Trebuchet MS"/>
              </a:rPr>
              <a:t> </a:t>
            </a:r>
            <a:r>
              <a:rPr sz="2800" spc="-62" dirty="0">
                <a:latin typeface="Trebuchet MS"/>
                <a:cs typeface="Trebuchet MS"/>
              </a:rPr>
              <a:t>than</a:t>
            </a:r>
            <a:r>
              <a:rPr sz="2800" spc="-207" dirty="0">
                <a:latin typeface="Trebuchet MS"/>
                <a:cs typeface="Trebuchet MS"/>
              </a:rPr>
              <a:t> </a:t>
            </a:r>
            <a:r>
              <a:rPr sz="2800" spc="-53" dirty="0">
                <a:latin typeface="Trebuchet MS"/>
                <a:cs typeface="Trebuchet MS"/>
              </a:rPr>
              <a:t>BFS</a:t>
            </a:r>
            <a:r>
              <a:rPr sz="2800" spc="-251" dirty="0">
                <a:latin typeface="Trebuchet MS"/>
                <a:cs typeface="Trebuchet MS"/>
              </a:rPr>
              <a:t> </a:t>
            </a:r>
            <a:r>
              <a:rPr sz="2800" spc="-26" dirty="0">
                <a:latin typeface="Trebuchet MS"/>
                <a:cs typeface="Trebuchet MS"/>
              </a:rPr>
              <a:t>or</a:t>
            </a:r>
            <a:r>
              <a:rPr sz="2800" spc="-172" dirty="0">
                <a:latin typeface="Trebuchet MS"/>
                <a:cs typeface="Trebuchet MS"/>
              </a:rPr>
              <a:t> </a:t>
            </a:r>
            <a:r>
              <a:rPr sz="2800" spc="-22" dirty="0">
                <a:latin typeface="Trebuchet MS"/>
                <a:cs typeface="Trebuchet MS"/>
              </a:rPr>
              <a:t>DFS</a:t>
            </a:r>
            <a:endParaRPr sz="2800" dirty="0">
              <a:latin typeface="Trebuchet MS"/>
              <a:cs typeface="Trebuchet MS"/>
            </a:endParaRPr>
          </a:p>
          <a:p>
            <a:pPr marL="575453" marR="485801" lvl="1" indent="-204518">
              <a:lnSpc>
                <a:spcPct val="100400"/>
              </a:lnSpc>
              <a:spcBef>
                <a:spcPts val="459"/>
              </a:spcBef>
              <a:buFont typeface="Microsoft Sans Serif"/>
              <a:buChar char="–"/>
              <a:tabLst>
                <a:tab pos="575453" algn="l"/>
              </a:tabLst>
            </a:pPr>
            <a:r>
              <a:rPr sz="2400" spc="-84" dirty="0">
                <a:latin typeface="Trebuchet MS"/>
                <a:cs typeface="Trebuchet MS"/>
              </a:rPr>
              <a:t>because</a:t>
            </a:r>
            <a:r>
              <a:rPr sz="2400" spc="-132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nodes</a:t>
            </a:r>
            <a:r>
              <a:rPr sz="2400" spc="-49" dirty="0">
                <a:latin typeface="Trebuchet MS"/>
                <a:cs typeface="Trebuchet MS"/>
              </a:rPr>
              <a:t> </a:t>
            </a:r>
            <a:r>
              <a:rPr sz="2400" spc="-62" dirty="0">
                <a:latin typeface="Trebuchet MS"/>
                <a:cs typeface="Trebuchet MS"/>
              </a:rPr>
              <a:t>near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66" dirty="0">
                <a:latin typeface="Trebuchet MS"/>
                <a:cs typeface="Trebuchet MS"/>
              </a:rPr>
              <a:t>the</a:t>
            </a:r>
            <a:r>
              <a:rPr sz="2400" spc="-132" dirty="0">
                <a:latin typeface="Trebuchet MS"/>
                <a:cs typeface="Trebuchet MS"/>
              </a:rPr>
              <a:t> </a:t>
            </a:r>
            <a:r>
              <a:rPr sz="2400" spc="-57" dirty="0">
                <a:latin typeface="Trebuchet MS"/>
                <a:cs typeface="Trebuchet MS"/>
              </a:rPr>
              <a:t>top</a:t>
            </a:r>
            <a:r>
              <a:rPr sz="2400" spc="-12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of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66" dirty="0">
                <a:latin typeface="Trebuchet MS"/>
                <a:cs typeface="Trebuchet MS"/>
              </a:rPr>
              <a:t>the</a:t>
            </a:r>
            <a:r>
              <a:rPr sz="2400" spc="-137" dirty="0">
                <a:latin typeface="Trebuchet MS"/>
                <a:cs typeface="Trebuchet MS"/>
              </a:rPr>
              <a:t> </a:t>
            </a:r>
            <a:r>
              <a:rPr sz="2400" spc="-79" dirty="0">
                <a:latin typeface="Trebuchet MS"/>
                <a:cs typeface="Trebuchet MS"/>
              </a:rPr>
              <a:t>search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18" dirty="0">
                <a:latin typeface="Trebuchet MS"/>
                <a:cs typeface="Trebuchet MS"/>
              </a:rPr>
              <a:t>tree </a:t>
            </a:r>
            <a:r>
              <a:rPr sz="2400" spc="-71" dirty="0">
                <a:latin typeface="Trebuchet MS"/>
                <a:cs typeface="Trebuchet MS"/>
              </a:rPr>
              <a:t>are</a:t>
            </a:r>
            <a:r>
              <a:rPr sz="2400" spc="-159" dirty="0">
                <a:latin typeface="Trebuchet MS"/>
                <a:cs typeface="Trebuchet MS"/>
              </a:rPr>
              <a:t> </a:t>
            </a:r>
            <a:r>
              <a:rPr sz="2400" spc="-93" dirty="0">
                <a:latin typeface="Trebuchet MS"/>
                <a:cs typeface="Trebuchet MS"/>
              </a:rPr>
              <a:t>generated</a:t>
            </a:r>
            <a:r>
              <a:rPr sz="2400" spc="-115" dirty="0">
                <a:latin typeface="Trebuchet MS"/>
                <a:cs typeface="Trebuchet MS"/>
              </a:rPr>
              <a:t> </a:t>
            </a:r>
            <a:r>
              <a:rPr sz="2400" spc="-93" dirty="0">
                <a:latin typeface="Trebuchet MS"/>
                <a:cs typeface="Trebuchet MS"/>
              </a:rPr>
              <a:t>multiple</a:t>
            </a:r>
            <a:r>
              <a:rPr sz="2400" spc="-141" dirty="0">
                <a:latin typeface="Trebuchet MS"/>
                <a:cs typeface="Trebuchet MS"/>
              </a:rPr>
              <a:t> </a:t>
            </a:r>
            <a:r>
              <a:rPr sz="2400" spc="-79" dirty="0">
                <a:latin typeface="Trebuchet MS"/>
                <a:cs typeface="Trebuchet MS"/>
              </a:rPr>
              <a:t>times</a:t>
            </a:r>
            <a:r>
              <a:rPr sz="2400" spc="-115" dirty="0">
                <a:latin typeface="Trebuchet MS"/>
                <a:cs typeface="Trebuchet MS"/>
              </a:rPr>
              <a:t> </a:t>
            </a:r>
            <a:r>
              <a:rPr sz="2400" spc="-66" dirty="0">
                <a:latin typeface="Trebuchet MS"/>
                <a:cs typeface="Trebuchet MS"/>
              </a:rPr>
              <a:t>(redundanteffort)</a:t>
            </a:r>
            <a:endParaRPr sz="2400" dirty="0">
              <a:latin typeface="Trebuchet MS"/>
              <a:cs typeface="Trebuchet MS"/>
            </a:endParaRPr>
          </a:p>
          <a:p>
            <a:pPr lvl="1">
              <a:spcBef>
                <a:spcPts val="1006"/>
              </a:spcBef>
              <a:buFont typeface="Microsoft Sans Serif"/>
              <a:buChar char="–"/>
            </a:pPr>
            <a:endParaRPr sz="2400" dirty="0">
              <a:latin typeface="Trebuchet MS"/>
              <a:cs typeface="Trebuchet MS"/>
            </a:endParaRPr>
          </a:p>
          <a:p>
            <a:pPr marL="290248" indent="-245422">
              <a:buFont typeface="Microsoft Sans Serif"/>
              <a:buChar char="•"/>
              <a:tabLst>
                <a:tab pos="290248" algn="l"/>
              </a:tabLst>
            </a:pPr>
            <a:r>
              <a:rPr sz="2800" spc="-75" dirty="0">
                <a:latin typeface="Trebuchet MS"/>
                <a:cs typeface="Trebuchet MS"/>
              </a:rPr>
              <a:t>Worst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case</a:t>
            </a:r>
            <a:r>
              <a:rPr sz="2800" spc="-168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time</a:t>
            </a:r>
            <a:r>
              <a:rPr sz="2800" spc="-207" dirty="0">
                <a:latin typeface="Trebuchet MS"/>
                <a:cs typeface="Trebuchet MS"/>
              </a:rPr>
              <a:t> </a:t>
            </a:r>
            <a:r>
              <a:rPr sz="2800" spc="-106" dirty="0">
                <a:latin typeface="Trebuchet MS"/>
                <a:cs typeface="Trebuchet MS"/>
              </a:rPr>
              <a:t>complexity:</a:t>
            </a:r>
            <a:r>
              <a:rPr sz="2800" spc="-256" dirty="0">
                <a:latin typeface="Trebuchet MS"/>
                <a:cs typeface="Trebuchet MS"/>
              </a:rPr>
              <a:t> </a:t>
            </a:r>
            <a:r>
              <a:rPr sz="2800" i="1" spc="53" dirty="0">
                <a:latin typeface="Times New Roman"/>
                <a:cs typeface="Times New Roman"/>
              </a:rPr>
              <a:t>O</a:t>
            </a:r>
            <a:r>
              <a:rPr sz="2800" spc="53" dirty="0">
                <a:latin typeface="Times New Roman"/>
                <a:cs typeface="Times New Roman"/>
              </a:rPr>
              <a:t>(</a:t>
            </a:r>
            <a:r>
              <a:rPr sz="2800" i="1" spc="53" dirty="0">
                <a:latin typeface="Times New Roman"/>
                <a:cs typeface="Times New Roman"/>
              </a:rPr>
              <a:t>b</a:t>
            </a:r>
            <a:r>
              <a:rPr sz="2800" i="1" spc="79" baseline="19607" dirty="0">
                <a:latin typeface="Times New Roman"/>
                <a:cs typeface="Times New Roman"/>
              </a:rPr>
              <a:t>d</a:t>
            </a:r>
            <a:r>
              <a:rPr sz="2800" spc="53" dirty="0">
                <a:latin typeface="Times New Roman"/>
                <a:cs typeface="Times New Roman"/>
              </a:rPr>
              <a:t>)</a:t>
            </a:r>
            <a:r>
              <a:rPr sz="2800" spc="4" dirty="0">
                <a:latin typeface="Times New Roman"/>
                <a:cs typeface="Times New Roman"/>
              </a:rPr>
              <a:t> </a:t>
            </a:r>
            <a:r>
              <a:rPr sz="2800" spc="-9" dirty="0">
                <a:latin typeface="Trebuchet MS"/>
                <a:cs typeface="Trebuchet MS"/>
              </a:rPr>
              <a:t>exponential</a:t>
            </a:r>
            <a:endParaRPr sz="2800" dirty="0">
              <a:latin typeface="Trebuchet MS"/>
              <a:cs typeface="Trebuchet MS"/>
            </a:endParaRPr>
          </a:p>
          <a:p>
            <a:pPr marL="577134" lvl="1" indent="-206198">
              <a:spcBef>
                <a:spcPts val="472"/>
              </a:spcBef>
              <a:buFont typeface="Microsoft Sans Serif"/>
              <a:buChar char="–"/>
              <a:tabLst>
                <a:tab pos="577134" algn="l"/>
              </a:tabLst>
            </a:pPr>
            <a:r>
              <a:rPr sz="2400" spc="-84" dirty="0">
                <a:latin typeface="Trebuchet MS"/>
                <a:cs typeface="Trebuchet MS"/>
              </a:rPr>
              <a:t>because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57" dirty="0">
                <a:latin typeface="Trebuchet MS"/>
                <a:cs typeface="Trebuchet MS"/>
              </a:rPr>
              <a:t>most</a:t>
            </a:r>
            <a:r>
              <a:rPr sz="2400" spc="-154" dirty="0">
                <a:latin typeface="Trebuchet MS"/>
                <a:cs typeface="Trebuchet MS"/>
              </a:rPr>
              <a:t> </a:t>
            </a:r>
            <a:r>
              <a:rPr sz="2400" spc="-53" dirty="0">
                <a:latin typeface="Trebuchet MS"/>
                <a:cs typeface="Trebuchet MS"/>
              </a:rPr>
              <a:t>nodes</a:t>
            </a:r>
            <a:r>
              <a:rPr sz="2400" spc="-154" dirty="0">
                <a:latin typeface="Trebuchet MS"/>
                <a:cs typeface="Trebuchet MS"/>
              </a:rPr>
              <a:t> </a:t>
            </a:r>
            <a:r>
              <a:rPr sz="2400" spc="-71" dirty="0">
                <a:latin typeface="Trebuchet MS"/>
                <a:cs typeface="Trebuchet MS"/>
              </a:rPr>
              <a:t>are</a:t>
            </a:r>
            <a:r>
              <a:rPr sz="2400" spc="-194" dirty="0">
                <a:latin typeface="Trebuchet MS"/>
                <a:cs typeface="Trebuchet MS"/>
              </a:rPr>
              <a:t> </a:t>
            </a:r>
            <a:r>
              <a:rPr sz="2400" spc="-62" dirty="0">
                <a:latin typeface="Trebuchet MS"/>
                <a:cs typeface="Trebuchet MS"/>
              </a:rPr>
              <a:t>near</a:t>
            </a:r>
            <a:r>
              <a:rPr sz="2400" spc="-176" dirty="0">
                <a:latin typeface="Trebuchet MS"/>
                <a:cs typeface="Trebuchet MS"/>
              </a:rPr>
              <a:t> </a:t>
            </a:r>
            <a:r>
              <a:rPr sz="2400" spc="-66" dirty="0">
                <a:latin typeface="Trebuchet MS"/>
                <a:cs typeface="Trebuchet MS"/>
              </a:rPr>
              <a:t>the</a:t>
            </a:r>
            <a:r>
              <a:rPr sz="2400" spc="-194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bottom</a:t>
            </a:r>
            <a:r>
              <a:rPr sz="2400" spc="-176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of</a:t>
            </a:r>
            <a:r>
              <a:rPr sz="2400" spc="-163" dirty="0">
                <a:latin typeface="Trebuchet MS"/>
                <a:cs typeface="Trebuchet MS"/>
              </a:rPr>
              <a:t> </a:t>
            </a:r>
            <a:r>
              <a:rPr sz="2400" spc="-18" dirty="0">
                <a:latin typeface="Trebuchet MS"/>
                <a:cs typeface="Trebuchet MS"/>
              </a:rPr>
              <a:t>tree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18</a:t>
            </a:fld>
            <a:endParaRPr spc="-22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516238"/>
            <a:ext cx="6825545" cy="781477"/>
          </a:xfrm>
          <a:prstGeom prst="rect">
            <a:avLst/>
          </a:prstGeom>
        </p:spPr>
        <p:txBody>
          <a:bodyPr vert="horz" wrap="square" lIns="0" tIns="336848" rIns="0" bIns="0" rtlCol="0" anchor="ctr">
            <a:spAutoFit/>
          </a:bodyPr>
          <a:lstStyle/>
          <a:p>
            <a:pPr marL="144003">
              <a:lnSpc>
                <a:spcPct val="100000"/>
              </a:lnSpc>
              <a:spcBef>
                <a:spcPts val="79"/>
              </a:spcBef>
            </a:pPr>
            <a:r>
              <a:rPr sz="2868" spc="-141" dirty="0"/>
              <a:t>Iterative‐Deepening</a:t>
            </a:r>
            <a:r>
              <a:rPr sz="2868" spc="-124" dirty="0"/>
              <a:t> </a:t>
            </a:r>
            <a:r>
              <a:rPr sz="2868" spc="-84" dirty="0"/>
              <a:t>Search(IDS)</a:t>
            </a:r>
            <a:endParaRPr sz="2868"/>
          </a:p>
        </p:txBody>
      </p:sp>
      <p:sp>
        <p:nvSpPr>
          <p:cNvPr id="3" name="object 3"/>
          <p:cNvSpPr txBox="1"/>
          <p:nvPr/>
        </p:nvSpPr>
        <p:spPr>
          <a:xfrm>
            <a:off x="1489167" y="2196932"/>
            <a:ext cx="8376042" cy="3208586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00858">
              <a:lnSpc>
                <a:spcPts val="2435"/>
              </a:lnSpc>
              <a:spcBef>
                <a:spcPts val="119"/>
              </a:spcBef>
            </a:pPr>
            <a:r>
              <a:rPr sz="2800" spc="-31" dirty="0">
                <a:latin typeface="Trebuchet MS"/>
                <a:cs typeface="Trebuchet MS"/>
              </a:rPr>
              <a:t>Howmuch</a:t>
            </a:r>
            <a:r>
              <a:rPr sz="2800" spc="-124" dirty="0">
                <a:latin typeface="Trebuchet MS"/>
                <a:cs typeface="Trebuchet MS"/>
              </a:rPr>
              <a:t> </a:t>
            </a:r>
            <a:r>
              <a:rPr sz="2800" spc="-71" dirty="0">
                <a:latin typeface="Trebuchet MS"/>
                <a:cs typeface="Trebuchet MS"/>
              </a:rPr>
              <a:t>redundant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-97" dirty="0">
                <a:latin typeface="Trebuchet MS"/>
                <a:cs typeface="Trebuchet MS"/>
              </a:rPr>
              <a:t>effort</a:t>
            </a:r>
            <a:r>
              <a:rPr sz="2800" spc="-207" dirty="0">
                <a:latin typeface="Trebuchet MS"/>
                <a:cs typeface="Trebuchet MS"/>
              </a:rPr>
              <a:t> </a:t>
            </a:r>
            <a:r>
              <a:rPr sz="2800" spc="-31" dirty="0">
                <a:latin typeface="Trebuchet MS"/>
                <a:cs typeface="Trebuchet MS"/>
              </a:rPr>
              <a:t>is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9" dirty="0">
                <a:latin typeface="Trebuchet MS"/>
                <a:cs typeface="Trebuchet MS"/>
              </a:rPr>
              <a:t>done?</a:t>
            </a:r>
            <a:endParaRPr sz="2800" dirty="0">
              <a:latin typeface="Trebuchet MS"/>
              <a:cs typeface="Trebuchet MS"/>
            </a:endParaRPr>
          </a:p>
          <a:p>
            <a:pPr marL="345160" indent="-244301">
              <a:lnSpc>
                <a:spcPts val="2171"/>
              </a:lnSpc>
              <a:buFont typeface="Microsoft Sans Serif"/>
              <a:buChar char="•"/>
              <a:tabLst>
                <a:tab pos="345160" algn="l"/>
              </a:tabLst>
            </a:pPr>
            <a:r>
              <a:rPr sz="2800" spc="-75" dirty="0">
                <a:latin typeface="Trebuchet MS"/>
                <a:cs typeface="Trebuchet MS"/>
              </a:rPr>
              <a:t>The</a:t>
            </a:r>
            <a:r>
              <a:rPr sz="2800" spc="-287" dirty="0">
                <a:latin typeface="Trebuchet MS"/>
                <a:cs typeface="Trebuchet MS"/>
              </a:rPr>
              <a:t> </a:t>
            </a:r>
            <a:r>
              <a:rPr sz="2800" spc="-57" dirty="0">
                <a:latin typeface="Trebuchet MS"/>
                <a:cs typeface="Trebuchet MS"/>
              </a:rPr>
              <a:t>number</a:t>
            </a:r>
            <a:r>
              <a:rPr sz="2800" spc="-221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of</a:t>
            </a:r>
            <a:r>
              <a:rPr sz="2800" spc="-212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times</a:t>
            </a:r>
            <a:r>
              <a:rPr sz="2800" spc="-224" dirty="0">
                <a:latin typeface="Trebuchet MS"/>
                <a:cs typeface="Trebuchet MS"/>
              </a:rPr>
              <a:t> </a:t>
            </a:r>
            <a:r>
              <a:rPr sz="2800" spc="-62" dirty="0">
                <a:latin typeface="Trebuchet MS"/>
                <a:cs typeface="Trebuchet MS"/>
              </a:rPr>
              <a:t>the</a:t>
            </a:r>
            <a:r>
              <a:rPr sz="2800" spc="-224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nodes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71" dirty="0">
                <a:latin typeface="Trebuchet MS"/>
                <a:cs typeface="Trebuchet MS"/>
              </a:rPr>
              <a:t>are</a:t>
            </a:r>
            <a:r>
              <a:rPr sz="2800" spc="-251" dirty="0">
                <a:latin typeface="Trebuchet MS"/>
                <a:cs typeface="Trebuchet MS"/>
              </a:rPr>
              <a:t> </a:t>
            </a:r>
            <a:r>
              <a:rPr sz="2800" spc="-9" dirty="0">
                <a:latin typeface="Trebuchet MS"/>
                <a:cs typeface="Trebuchet MS"/>
              </a:rPr>
              <a:t>generated:</a:t>
            </a:r>
            <a:endParaRPr sz="2800" dirty="0">
              <a:latin typeface="Trebuchet MS"/>
              <a:cs typeface="Trebuchet MS"/>
            </a:endParaRPr>
          </a:p>
          <a:p>
            <a:pPr marL="345720">
              <a:lnSpc>
                <a:spcPts val="2215"/>
              </a:lnSpc>
              <a:tabLst>
                <a:tab pos="895398" algn="l"/>
                <a:tab pos="1225989" algn="l"/>
                <a:tab pos="2405471" algn="l"/>
                <a:tab pos="3011742" algn="l"/>
                <a:tab pos="3513792" algn="l"/>
                <a:tab pos="3917225" algn="l"/>
                <a:tab pos="4430482" algn="l"/>
              </a:tabLst>
            </a:pPr>
            <a:r>
              <a:rPr sz="2800" spc="66" dirty="0">
                <a:latin typeface="Times New Roman"/>
                <a:cs typeface="Times New Roman"/>
              </a:rPr>
              <a:t>1</a:t>
            </a:r>
            <a:r>
              <a:rPr sz="2800" i="1" spc="66" dirty="0">
                <a:latin typeface="Times New Roman"/>
                <a:cs typeface="Times New Roman"/>
              </a:rPr>
              <a:t>b</a:t>
            </a:r>
            <a:r>
              <a:rPr sz="2800" i="1" spc="99" baseline="19607" dirty="0">
                <a:latin typeface="Times New Roman"/>
                <a:cs typeface="Times New Roman"/>
              </a:rPr>
              <a:t>d</a:t>
            </a:r>
            <a:r>
              <a:rPr sz="2800" i="1" baseline="19607" dirty="0">
                <a:latin typeface="Times New Roman"/>
                <a:cs typeface="Times New Roman"/>
              </a:rPr>
              <a:t>	</a:t>
            </a:r>
            <a:r>
              <a:rPr sz="2800" i="1" spc="-44" dirty="0">
                <a:latin typeface="Times New Roman"/>
                <a:cs typeface="Times New Roman"/>
              </a:rPr>
              <a:t>+</a:t>
            </a:r>
            <a:r>
              <a:rPr sz="2800" i="1" dirty="0">
                <a:latin typeface="Times New Roman"/>
                <a:cs typeface="Times New Roman"/>
              </a:rPr>
              <a:t>	</a:t>
            </a:r>
            <a:r>
              <a:rPr sz="2800" spc="110" dirty="0">
                <a:latin typeface="Times New Roman"/>
                <a:cs typeface="Times New Roman"/>
              </a:rPr>
              <a:t>2</a:t>
            </a:r>
            <a:r>
              <a:rPr sz="2800" i="1" spc="110" dirty="0">
                <a:latin typeface="Times New Roman"/>
                <a:cs typeface="Times New Roman"/>
              </a:rPr>
              <a:t>b</a:t>
            </a:r>
            <a:r>
              <a:rPr sz="2800" i="1" spc="165" baseline="19607" dirty="0">
                <a:latin typeface="Times New Roman"/>
                <a:cs typeface="Times New Roman"/>
              </a:rPr>
              <a:t>(d-</a:t>
            </a:r>
            <a:r>
              <a:rPr sz="2800" i="1" spc="-364" baseline="19607" dirty="0">
                <a:latin typeface="Times New Roman"/>
                <a:cs typeface="Times New Roman"/>
              </a:rPr>
              <a:t> </a:t>
            </a:r>
            <a:r>
              <a:rPr sz="2800" i="1" baseline="19607" dirty="0">
                <a:latin typeface="Times New Roman"/>
                <a:cs typeface="Times New Roman"/>
              </a:rPr>
              <a:t>1</a:t>
            </a:r>
            <a:r>
              <a:rPr sz="2800" i="1" spc="-357" baseline="19607" dirty="0">
                <a:latin typeface="Times New Roman"/>
                <a:cs typeface="Times New Roman"/>
              </a:rPr>
              <a:t> </a:t>
            </a:r>
            <a:r>
              <a:rPr sz="2800" i="1" baseline="19607" dirty="0">
                <a:latin typeface="Times New Roman"/>
                <a:cs typeface="Times New Roman"/>
              </a:rPr>
              <a:t>)</a:t>
            </a:r>
            <a:r>
              <a:rPr sz="2800" i="1" spc="397" baseline="19607" dirty="0">
                <a:latin typeface="Times New Roman"/>
                <a:cs typeface="Times New Roman"/>
              </a:rPr>
              <a:t> </a:t>
            </a:r>
            <a:r>
              <a:rPr sz="2800" i="1" spc="-44" dirty="0">
                <a:latin typeface="Times New Roman"/>
                <a:cs typeface="Times New Roman"/>
              </a:rPr>
              <a:t>+</a:t>
            </a:r>
            <a:r>
              <a:rPr sz="2800" i="1" dirty="0">
                <a:latin typeface="Times New Roman"/>
                <a:cs typeface="Times New Roman"/>
              </a:rPr>
              <a:t>	...</a:t>
            </a:r>
            <a:r>
              <a:rPr sz="2800" i="1" spc="13" dirty="0">
                <a:latin typeface="Times New Roman"/>
                <a:cs typeface="Times New Roman"/>
              </a:rPr>
              <a:t> </a:t>
            </a:r>
            <a:r>
              <a:rPr sz="2800" i="1" spc="-44" dirty="0">
                <a:latin typeface="Times New Roman"/>
                <a:cs typeface="Times New Roman"/>
              </a:rPr>
              <a:t>+</a:t>
            </a:r>
            <a:r>
              <a:rPr sz="2800" i="1" dirty="0">
                <a:latin typeface="Times New Roman"/>
                <a:cs typeface="Times New Roman"/>
              </a:rPr>
              <a:t>	</a:t>
            </a:r>
            <a:r>
              <a:rPr sz="2800" i="1" spc="31" dirty="0">
                <a:latin typeface="Times New Roman"/>
                <a:cs typeface="Times New Roman"/>
              </a:rPr>
              <a:t>db</a:t>
            </a:r>
            <a:r>
              <a:rPr sz="2800" i="1" dirty="0">
                <a:latin typeface="Times New Roman"/>
                <a:cs typeface="Times New Roman"/>
              </a:rPr>
              <a:t>	</a:t>
            </a:r>
            <a:r>
              <a:rPr sz="2800" spc="-44" dirty="0">
                <a:latin typeface="Times New Roman"/>
                <a:cs typeface="Times New Roman"/>
              </a:rPr>
              <a:t>≤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i="1" spc="44" dirty="0">
                <a:latin typeface="Times New Roman"/>
                <a:cs typeface="Times New Roman"/>
              </a:rPr>
              <a:t>b</a:t>
            </a:r>
            <a:r>
              <a:rPr sz="2800" i="1" spc="66" baseline="19607" dirty="0">
                <a:latin typeface="Times New Roman"/>
                <a:cs typeface="Times New Roman"/>
              </a:rPr>
              <a:t>d</a:t>
            </a:r>
            <a:r>
              <a:rPr sz="2800" i="1" spc="231" baseline="19607" dirty="0">
                <a:latin typeface="Times New Roman"/>
                <a:cs typeface="Times New Roman"/>
              </a:rPr>
              <a:t> </a:t>
            </a:r>
            <a:r>
              <a:rPr sz="2800" i="1" spc="-44" dirty="0">
                <a:latin typeface="Times New Roman"/>
                <a:cs typeface="Times New Roman"/>
              </a:rPr>
              <a:t>/</a:t>
            </a:r>
            <a:r>
              <a:rPr sz="2800" i="1" dirty="0">
                <a:latin typeface="Times New Roman"/>
                <a:cs typeface="Times New Roman"/>
              </a:rPr>
              <a:t>	</a:t>
            </a:r>
            <a:r>
              <a:rPr sz="2800" spc="84" dirty="0">
                <a:latin typeface="Times New Roman"/>
                <a:cs typeface="Times New Roman"/>
              </a:rPr>
              <a:t>(1</a:t>
            </a:r>
            <a:r>
              <a:rPr sz="2800" spc="291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–</a:t>
            </a:r>
            <a:r>
              <a:rPr sz="2800" i="1" spc="-168" dirty="0">
                <a:latin typeface="Times New Roman"/>
                <a:cs typeface="Times New Roman"/>
              </a:rPr>
              <a:t> </a:t>
            </a:r>
            <a:r>
              <a:rPr sz="2800" spc="110" dirty="0">
                <a:latin typeface="Times New Roman"/>
                <a:cs typeface="Times New Roman"/>
              </a:rPr>
              <a:t>1</a:t>
            </a:r>
            <a:r>
              <a:rPr sz="2800" i="1" spc="110" dirty="0">
                <a:latin typeface="Times New Roman"/>
                <a:cs typeface="Times New Roman"/>
              </a:rPr>
              <a:t>/b</a:t>
            </a:r>
            <a:r>
              <a:rPr sz="2800" spc="110" dirty="0">
                <a:latin typeface="Times New Roman"/>
                <a:cs typeface="Times New Roman"/>
              </a:rPr>
              <a:t>)</a:t>
            </a:r>
            <a:r>
              <a:rPr sz="2800" spc="165" baseline="20833" dirty="0">
                <a:latin typeface="Times New Roman"/>
                <a:cs typeface="Times New Roman"/>
              </a:rPr>
              <a:t>2</a:t>
            </a:r>
            <a:endParaRPr sz="2800" baseline="20833" dirty="0">
              <a:latin typeface="Times New Roman"/>
              <a:cs typeface="Times New Roman"/>
            </a:endParaRPr>
          </a:p>
          <a:p>
            <a:pPr marL="345720">
              <a:lnSpc>
                <a:spcPts val="2405"/>
              </a:lnSpc>
            </a:pPr>
            <a:r>
              <a:rPr sz="2800" i="1" dirty="0">
                <a:latin typeface="Times New Roman"/>
                <a:cs typeface="Times New Roman"/>
              </a:rPr>
              <a:t>=</a:t>
            </a:r>
            <a:r>
              <a:rPr sz="2800" i="1" spc="-71" dirty="0">
                <a:latin typeface="Times New Roman"/>
                <a:cs typeface="Times New Roman"/>
              </a:rPr>
              <a:t> </a:t>
            </a:r>
            <a:r>
              <a:rPr sz="2800" i="1" spc="44" dirty="0">
                <a:latin typeface="Times New Roman"/>
                <a:cs typeface="Times New Roman"/>
              </a:rPr>
              <a:t>O</a:t>
            </a:r>
            <a:r>
              <a:rPr sz="2800" spc="44" dirty="0">
                <a:latin typeface="Times New Roman"/>
                <a:cs typeface="Times New Roman"/>
              </a:rPr>
              <a:t>(</a:t>
            </a:r>
            <a:r>
              <a:rPr sz="2800" i="1" spc="44" dirty="0">
                <a:latin typeface="Times New Roman"/>
                <a:cs typeface="Times New Roman"/>
              </a:rPr>
              <a:t>b</a:t>
            </a:r>
            <a:r>
              <a:rPr sz="2800" i="1" spc="66" baseline="19607" dirty="0">
                <a:latin typeface="Times New Roman"/>
                <a:cs typeface="Times New Roman"/>
              </a:rPr>
              <a:t>d</a:t>
            </a:r>
            <a:r>
              <a:rPr sz="2800" spc="44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633166" lvl="1" indent="-205639">
              <a:lnSpc>
                <a:spcPts val="2246"/>
              </a:lnSpc>
              <a:buSzPct val="95454"/>
              <a:buFont typeface="Microsoft Sans Serif"/>
              <a:buChar char="–"/>
              <a:tabLst>
                <a:tab pos="633166" algn="l"/>
              </a:tabLst>
            </a:pPr>
            <a:r>
              <a:rPr sz="2400" i="1" spc="-31" dirty="0">
                <a:latin typeface="Times New Roman"/>
                <a:cs typeface="Times New Roman"/>
              </a:rPr>
              <a:t>d</a:t>
            </a:r>
            <a:r>
              <a:rPr sz="2400" spc="-31" dirty="0">
                <a:latin typeface="Trebuchet MS"/>
                <a:cs typeface="Trebuchet MS"/>
              </a:rPr>
              <a:t>:</a:t>
            </a:r>
            <a:r>
              <a:rPr sz="2400" spc="-93" dirty="0">
                <a:latin typeface="Trebuchet MS"/>
                <a:cs typeface="Trebuchet MS"/>
              </a:rPr>
              <a:t> </a:t>
            </a:r>
            <a:r>
              <a:rPr sz="2400" spc="-66" dirty="0">
                <a:latin typeface="Trebuchet MS"/>
                <a:cs typeface="Trebuchet MS"/>
              </a:rPr>
              <a:t>the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49" dirty="0">
                <a:latin typeface="Trebuchet MS"/>
                <a:cs typeface="Trebuchet MS"/>
              </a:rPr>
              <a:t>solution's</a:t>
            </a:r>
            <a:r>
              <a:rPr sz="2400" spc="-291" dirty="0">
                <a:latin typeface="Trebuchet MS"/>
                <a:cs typeface="Trebuchet MS"/>
              </a:rPr>
              <a:t> </a:t>
            </a:r>
            <a:r>
              <a:rPr sz="2400" spc="-18" dirty="0">
                <a:latin typeface="Trebuchet MS"/>
                <a:cs typeface="Trebuchet MS"/>
              </a:rPr>
              <a:t>depth</a:t>
            </a:r>
            <a:endParaRPr sz="2400" dirty="0">
              <a:latin typeface="Trebuchet MS"/>
              <a:cs typeface="Trebuchet MS"/>
            </a:endParaRPr>
          </a:p>
          <a:p>
            <a:pPr marL="767644" lvl="1" indent="-340117">
              <a:lnSpc>
                <a:spcPts val="2166"/>
              </a:lnSpc>
              <a:buFont typeface="Microsoft Sans Serif"/>
              <a:buChar char="–"/>
              <a:tabLst>
                <a:tab pos="767644" algn="l"/>
              </a:tabLst>
            </a:pPr>
            <a:r>
              <a:rPr sz="2400" dirty="0">
                <a:latin typeface="Trebuchet MS"/>
                <a:cs typeface="Trebuchet MS"/>
              </a:rPr>
              <a:t>:</a:t>
            </a:r>
            <a:r>
              <a:rPr sz="2400" spc="-361" dirty="0">
                <a:latin typeface="Trebuchet MS"/>
                <a:cs typeface="Trebuchet MS"/>
              </a:rPr>
              <a:t> </a:t>
            </a:r>
            <a:r>
              <a:rPr sz="2400" spc="-66" dirty="0">
                <a:latin typeface="Trebuchet MS"/>
                <a:cs typeface="Trebuchet MS"/>
              </a:rPr>
              <a:t>the</a:t>
            </a:r>
            <a:r>
              <a:rPr sz="2400" spc="-119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branching</a:t>
            </a:r>
            <a:r>
              <a:rPr sz="2400" spc="-137" dirty="0">
                <a:latin typeface="Trebuchet MS"/>
                <a:cs typeface="Trebuchet MS"/>
              </a:rPr>
              <a:t> </a:t>
            </a:r>
            <a:r>
              <a:rPr sz="2400" spc="-101" dirty="0">
                <a:latin typeface="Trebuchet MS"/>
                <a:cs typeface="Trebuchet MS"/>
              </a:rPr>
              <a:t>factor</a:t>
            </a:r>
            <a:r>
              <a:rPr sz="2400" spc="-163" dirty="0">
                <a:latin typeface="Trebuchet MS"/>
                <a:cs typeface="Trebuchet MS"/>
              </a:rPr>
              <a:t> </a:t>
            </a:r>
            <a:r>
              <a:rPr sz="2400" spc="-71" dirty="0">
                <a:latin typeface="Trebuchet MS"/>
                <a:cs typeface="Trebuchet MS"/>
              </a:rPr>
              <a:t>at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9" dirty="0">
                <a:latin typeface="Trebuchet MS"/>
                <a:cs typeface="Trebuchet MS"/>
              </a:rPr>
              <a:t>each</a:t>
            </a:r>
            <a:r>
              <a:rPr sz="2400" spc="-146" dirty="0">
                <a:latin typeface="Trebuchet MS"/>
                <a:cs typeface="Trebuchet MS"/>
              </a:rPr>
              <a:t> </a:t>
            </a:r>
            <a:r>
              <a:rPr sz="2400" spc="-84" dirty="0">
                <a:latin typeface="Trebuchet MS"/>
                <a:cs typeface="Trebuchet MS"/>
              </a:rPr>
              <a:t>non‐leaf</a:t>
            </a:r>
            <a:r>
              <a:rPr sz="2400" spc="-371" dirty="0">
                <a:latin typeface="Trebuchet MS"/>
                <a:cs typeface="Trebuchet MS"/>
              </a:rPr>
              <a:t> </a:t>
            </a:r>
            <a:r>
              <a:rPr sz="2400" spc="-18" dirty="0">
                <a:latin typeface="Trebuchet MS"/>
                <a:cs typeface="Trebuchet MS"/>
              </a:rPr>
              <a:t>node</a:t>
            </a:r>
            <a:endParaRPr sz="2400" dirty="0">
              <a:latin typeface="Trebuchet MS"/>
              <a:cs typeface="Trebuchet MS"/>
            </a:endParaRPr>
          </a:p>
          <a:p>
            <a:pPr marL="345160" indent="-244301">
              <a:lnSpc>
                <a:spcPts val="2652"/>
              </a:lnSpc>
              <a:buFont typeface="Microsoft Sans Serif"/>
              <a:buChar char="•"/>
              <a:tabLst>
                <a:tab pos="345160" algn="l"/>
              </a:tabLst>
            </a:pPr>
            <a:r>
              <a:rPr sz="2800" spc="-62" dirty="0">
                <a:latin typeface="Trebuchet MS"/>
                <a:cs typeface="Trebuchet MS"/>
              </a:rPr>
              <a:t>For</a:t>
            </a:r>
            <a:r>
              <a:rPr sz="2800" spc="-168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example: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b</a:t>
            </a:r>
            <a:r>
              <a:rPr sz="2800" i="1" spc="247" dirty="0">
                <a:latin typeface="Times New Roman"/>
                <a:cs typeface="Times New Roman"/>
              </a:rPr>
              <a:t> </a:t>
            </a:r>
            <a:r>
              <a:rPr sz="2800" i="1" spc="-18" dirty="0">
                <a:latin typeface="Times New Roman"/>
                <a:cs typeface="Times New Roman"/>
              </a:rPr>
              <a:t>=</a:t>
            </a:r>
            <a:r>
              <a:rPr sz="2800" i="1" spc="-119" dirty="0">
                <a:latin typeface="Times New Roman"/>
                <a:cs typeface="Times New Roman"/>
              </a:rPr>
              <a:t> </a:t>
            </a:r>
            <a:r>
              <a:rPr sz="2800" i="1" spc="-44" dirty="0"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  <a:p>
            <a:pPr marL="427527">
              <a:lnSpc>
                <a:spcPts val="2210"/>
              </a:lnSpc>
              <a:tabLst>
                <a:tab pos="1858034" algn="l"/>
                <a:tab pos="2159489" algn="l"/>
                <a:tab pos="3395003" algn="l"/>
                <a:tab pos="3695337" algn="l"/>
                <a:tab pos="4516772" algn="l"/>
              </a:tabLst>
            </a:pPr>
            <a:r>
              <a:rPr sz="2400" b="1" spc="57" dirty="0">
                <a:latin typeface="Times New Roman"/>
                <a:cs typeface="Times New Roman"/>
              </a:rPr>
              <a:t>4</a:t>
            </a:r>
            <a:r>
              <a:rPr sz="2400" b="1" i="1" spc="86" baseline="21072" dirty="0">
                <a:latin typeface="Times New Roman"/>
                <a:cs typeface="Times New Roman"/>
              </a:rPr>
              <a:t>d</a:t>
            </a:r>
            <a:r>
              <a:rPr sz="2400" b="1" i="1" spc="297" baseline="21072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/</a:t>
            </a:r>
            <a:r>
              <a:rPr sz="2400" b="1" spc="361" dirty="0">
                <a:latin typeface="Times New Roman"/>
                <a:cs typeface="Times New Roman"/>
              </a:rPr>
              <a:t> </a:t>
            </a:r>
            <a:r>
              <a:rPr sz="2400" b="1" spc="57" dirty="0">
                <a:latin typeface="Times New Roman"/>
                <a:cs typeface="Times New Roman"/>
              </a:rPr>
              <a:t>(1</a:t>
            </a:r>
            <a:r>
              <a:rPr sz="2400" b="1" spc="353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115" dirty="0">
                <a:latin typeface="Times New Roman"/>
                <a:cs typeface="Times New Roman"/>
              </a:rPr>
              <a:t> </a:t>
            </a:r>
            <a:r>
              <a:rPr sz="2400" b="1" spc="-22" dirty="0">
                <a:latin typeface="Times New Roman"/>
                <a:cs typeface="Times New Roman"/>
              </a:rPr>
              <a:t>¼)</a:t>
            </a:r>
            <a:r>
              <a:rPr sz="2400" b="1" i="1" spc="-33" baseline="21072" dirty="0">
                <a:latin typeface="Times New Roman"/>
                <a:cs typeface="Times New Roman"/>
              </a:rPr>
              <a:t>2</a:t>
            </a:r>
            <a:r>
              <a:rPr sz="2400" b="1" i="1" baseline="21072" dirty="0">
                <a:latin typeface="Times New Roman"/>
                <a:cs typeface="Times New Roman"/>
              </a:rPr>
              <a:t>	</a:t>
            </a:r>
            <a:r>
              <a:rPr sz="2400" b="1" i="1" spc="-44" dirty="0">
                <a:latin typeface="Times New Roman"/>
                <a:cs typeface="Times New Roman"/>
              </a:rPr>
              <a:t>=</a:t>
            </a:r>
            <a:r>
              <a:rPr sz="2400" b="1" i="1" dirty="0">
                <a:latin typeface="Times New Roman"/>
                <a:cs typeface="Times New Roman"/>
              </a:rPr>
              <a:t>	</a:t>
            </a:r>
            <a:r>
              <a:rPr sz="2400" b="1" spc="57" dirty="0">
                <a:latin typeface="Times New Roman"/>
                <a:cs typeface="Times New Roman"/>
              </a:rPr>
              <a:t>4</a:t>
            </a:r>
            <a:r>
              <a:rPr sz="2400" b="1" i="1" spc="86" baseline="21072" dirty="0">
                <a:latin typeface="Times New Roman"/>
                <a:cs typeface="Times New Roman"/>
              </a:rPr>
              <a:t>d</a:t>
            </a:r>
            <a:r>
              <a:rPr sz="2400" b="1" i="1" spc="536" baseline="21072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/</a:t>
            </a:r>
            <a:r>
              <a:rPr sz="2400" b="1" spc="304" dirty="0">
                <a:latin typeface="Times New Roman"/>
                <a:cs typeface="Times New Roman"/>
              </a:rPr>
              <a:t> </a:t>
            </a:r>
            <a:r>
              <a:rPr sz="2400" b="1" spc="79" dirty="0">
                <a:latin typeface="Times New Roman"/>
                <a:cs typeface="Times New Roman"/>
              </a:rPr>
              <a:t>(.75)</a:t>
            </a:r>
            <a:r>
              <a:rPr sz="2000" b="1" spc="119" baseline="22633" dirty="0">
                <a:latin typeface="Times New Roman"/>
                <a:cs typeface="Times New Roman"/>
              </a:rPr>
              <a:t>2</a:t>
            </a:r>
            <a:r>
              <a:rPr sz="2000" b="1" baseline="22633" dirty="0">
                <a:latin typeface="Times New Roman"/>
                <a:cs typeface="Times New Roman"/>
              </a:rPr>
              <a:t>	</a:t>
            </a:r>
            <a:r>
              <a:rPr sz="2400" b="1" spc="-44" dirty="0">
                <a:latin typeface="Times New Roman"/>
                <a:cs typeface="Times New Roman"/>
              </a:rPr>
              <a:t>=</a:t>
            </a:r>
            <a:r>
              <a:rPr lang="en-US" sz="2400" b="1" spc="-44" dirty="0">
                <a:latin typeface="Times New Roman"/>
                <a:cs typeface="Times New Roman"/>
              </a:rPr>
              <a:t>    </a:t>
            </a:r>
            <a:r>
              <a:rPr sz="2400" b="1" spc="101" dirty="0">
                <a:latin typeface="Times New Roman"/>
                <a:cs typeface="Times New Roman"/>
              </a:rPr>
              <a:t>1.78</a:t>
            </a:r>
            <a:r>
              <a:rPr sz="2400" b="1" spc="274" dirty="0">
                <a:latin typeface="Times New Roman"/>
                <a:cs typeface="Times New Roman"/>
              </a:rPr>
              <a:t> </a:t>
            </a:r>
            <a:r>
              <a:rPr sz="2400" b="1" spc="-44" dirty="0">
                <a:latin typeface="Times New Roman"/>
                <a:cs typeface="Times New Roman"/>
              </a:rPr>
              <a:t>×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35" dirty="0">
                <a:latin typeface="Times New Roman"/>
                <a:cs typeface="Times New Roman"/>
              </a:rPr>
              <a:t>4</a:t>
            </a:r>
            <a:r>
              <a:rPr sz="2400" b="1" i="1" spc="53" baseline="21072" dirty="0">
                <a:latin typeface="Times New Roman"/>
                <a:cs typeface="Times New Roman"/>
              </a:rPr>
              <a:t>d</a:t>
            </a:r>
            <a:endParaRPr sz="2400" baseline="21072" dirty="0">
              <a:latin typeface="Times New Roman"/>
              <a:cs typeface="Times New Roman"/>
            </a:endParaRPr>
          </a:p>
          <a:p>
            <a:pPr marL="633166" lvl="1" indent="-205639">
              <a:lnSpc>
                <a:spcPts val="1985"/>
              </a:lnSpc>
              <a:buFont typeface="Microsoft Sans Serif"/>
              <a:buChar char="–"/>
              <a:tabLst>
                <a:tab pos="633166" algn="l"/>
              </a:tabLst>
            </a:pPr>
            <a:r>
              <a:rPr sz="2400" spc="-40" dirty="0">
                <a:latin typeface="Trebuchet MS"/>
                <a:cs typeface="Trebuchet MS"/>
              </a:rPr>
              <a:t>in</a:t>
            </a:r>
            <a:r>
              <a:rPr sz="2400" spc="-207" dirty="0">
                <a:latin typeface="Trebuchet MS"/>
                <a:cs typeface="Trebuchet MS"/>
              </a:rPr>
              <a:t> </a:t>
            </a:r>
            <a:r>
              <a:rPr sz="2400" spc="-66" dirty="0">
                <a:latin typeface="Trebuchet MS"/>
                <a:cs typeface="Trebuchet MS"/>
              </a:rPr>
              <a:t>the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71" dirty="0">
                <a:latin typeface="Trebuchet MS"/>
                <a:cs typeface="Trebuchet MS"/>
              </a:rPr>
              <a:t>worst</a:t>
            </a:r>
            <a:r>
              <a:rPr sz="2400" spc="-168" dirty="0">
                <a:latin typeface="Trebuchet MS"/>
                <a:cs typeface="Trebuchet MS"/>
              </a:rPr>
              <a:t> </a:t>
            </a:r>
            <a:r>
              <a:rPr sz="2400" spc="-101" dirty="0">
                <a:latin typeface="Trebuchet MS"/>
                <a:cs typeface="Trebuchet MS"/>
              </a:rPr>
              <a:t>case,</a:t>
            </a:r>
            <a:r>
              <a:rPr sz="2400" spc="-22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78%</a:t>
            </a:r>
            <a:r>
              <a:rPr sz="2400" spc="-62" dirty="0">
                <a:latin typeface="Trebuchet MS"/>
                <a:cs typeface="Trebuchet MS"/>
              </a:rPr>
              <a:t> </a:t>
            </a:r>
            <a:r>
              <a:rPr sz="2400" spc="-66" dirty="0">
                <a:latin typeface="Trebuchet MS"/>
                <a:cs typeface="Trebuchet MS"/>
              </a:rPr>
              <a:t>more</a:t>
            </a:r>
            <a:r>
              <a:rPr sz="2400" spc="-132" dirty="0">
                <a:latin typeface="Trebuchet MS"/>
                <a:cs typeface="Trebuchet MS"/>
              </a:rPr>
              <a:t> </a:t>
            </a:r>
            <a:r>
              <a:rPr sz="2400" spc="-53" dirty="0">
                <a:latin typeface="Trebuchet MS"/>
                <a:cs typeface="Trebuchet MS"/>
              </a:rPr>
              <a:t>nodes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22" dirty="0">
                <a:latin typeface="Trebuchet MS"/>
                <a:cs typeface="Trebuchet MS"/>
              </a:rPr>
              <a:t>are</a:t>
            </a:r>
            <a:endParaRPr sz="2400" dirty="0">
              <a:latin typeface="Trebuchet MS"/>
              <a:cs typeface="Trebuchet MS"/>
            </a:endParaRPr>
          </a:p>
          <a:p>
            <a:pPr marL="632045">
              <a:lnSpc>
                <a:spcPts val="2171"/>
              </a:lnSpc>
            </a:pPr>
            <a:r>
              <a:rPr sz="2400" spc="-84" dirty="0">
                <a:latin typeface="Trebuchet MS"/>
                <a:cs typeface="Trebuchet MS"/>
              </a:rPr>
              <a:t>searched </a:t>
            </a:r>
            <a:r>
              <a:rPr sz="2400" spc="-75" dirty="0">
                <a:latin typeface="Trebuchet MS"/>
                <a:cs typeface="Trebuchet MS"/>
              </a:rPr>
              <a:t>(redundant</a:t>
            </a:r>
            <a:r>
              <a:rPr sz="2400" spc="-146" dirty="0">
                <a:latin typeface="Trebuchet MS"/>
                <a:cs typeface="Trebuchet MS"/>
              </a:rPr>
              <a:t> </a:t>
            </a:r>
            <a:r>
              <a:rPr sz="2400" spc="-101" dirty="0">
                <a:latin typeface="Trebuchet MS"/>
                <a:cs typeface="Trebuchet MS"/>
              </a:rPr>
              <a:t>effort)</a:t>
            </a:r>
            <a:r>
              <a:rPr sz="2400" spc="-172" dirty="0">
                <a:latin typeface="Trebuchet MS"/>
                <a:cs typeface="Trebuchet MS"/>
              </a:rPr>
              <a:t> </a:t>
            </a:r>
            <a:r>
              <a:rPr sz="2400" spc="-66" dirty="0">
                <a:latin typeface="Trebuchet MS"/>
                <a:cs typeface="Trebuchet MS"/>
              </a:rPr>
              <a:t>than</a:t>
            </a:r>
            <a:r>
              <a:rPr sz="2400" spc="-106" dirty="0">
                <a:latin typeface="Trebuchet MS"/>
                <a:cs typeface="Trebuchet MS"/>
              </a:rPr>
              <a:t> </a:t>
            </a:r>
            <a:r>
              <a:rPr sz="2400" spc="-97" dirty="0">
                <a:latin typeface="Trebuchet MS"/>
                <a:cs typeface="Trebuchet MS"/>
              </a:rPr>
              <a:t>exist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71" dirty="0">
                <a:latin typeface="Trebuchet MS"/>
                <a:cs typeface="Trebuchet MS"/>
              </a:rPr>
              <a:t>at</a:t>
            </a:r>
            <a:r>
              <a:rPr sz="2400" spc="-194" dirty="0">
                <a:latin typeface="Trebuchet MS"/>
                <a:cs typeface="Trebuchet MS"/>
              </a:rPr>
              <a:t> </a:t>
            </a:r>
            <a:r>
              <a:rPr sz="2400" spc="-9" dirty="0">
                <a:latin typeface="Trebuchet MS"/>
                <a:cs typeface="Trebuchet MS"/>
              </a:rPr>
              <a:t>depth</a:t>
            </a:r>
            <a:r>
              <a:rPr sz="2400" i="1" spc="-9" dirty="0">
                <a:latin typeface="Times New Roman"/>
                <a:cs typeface="Times New Roman"/>
              </a:rPr>
              <a:t>d</a:t>
            </a:r>
            <a:endParaRPr sz="2400" dirty="0">
              <a:latin typeface="Times New Roman"/>
              <a:cs typeface="Times New Roman"/>
            </a:endParaRPr>
          </a:p>
          <a:p>
            <a:pPr marL="633166" lvl="1" indent="-205639">
              <a:lnSpc>
                <a:spcPts val="2184"/>
              </a:lnSpc>
              <a:buFont typeface="Microsoft Sans Serif"/>
              <a:buChar char="–"/>
              <a:tabLst>
                <a:tab pos="633166" algn="l"/>
                <a:tab pos="1080865" algn="l"/>
              </a:tabLst>
            </a:pPr>
            <a:r>
              <a:rPr sz="2400" spc="-22" dirty="0">
                <a:latin typeface="Trebuchet MS"/>
                <a:cs typeface="Trebuchet MS"/>
              </a:rPr>
              <a:t>as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97" dirty="0">
                <a:latin typeface="Trebuchet MS"/>
                <a:cs typeface="Trebuchet MS"/>
              </a:rPr>
              <a:t>increases,</a:t>
            </a:r>
            <a:r>
              <a:rPr sz="2400" spc="-172" dirty="0">
                <a:latin typeface="Trebuchet MS"/>
                <a:cs typeface="Trebuchet MS"/>
              </a:rPr>
              <a:t> </a:t>
            </a:r>
            <a:r>
              <a:rPr sz="2400" spc="-66" dirty="0">
                <a:latin typeface="Trebuchet MS"/>
                <a:cs typeface="Trebuchet MS"/>
              </a:rPr>
              <a:t>this</a:t>
            </a:r>
            <a:r>
              <a:rPr sz="2400" spc="-1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%</a:t>
            </a:r>
            <a:r>
              <a:rPr sz="2400" spc="13" dirty="0">
                <a:latin typeface="Trebuchet MS"/>
                <a:cs typeface="Trebuchet MS"/>
              </a:rPr>
              <a:t> </a:t>
            </a:r>
            <a:r>
              <a:rPr sz="2400" spc="-9" dirty="0">
                <a:latin typeface="Trebuchet MS"/>
                <a:cs typeface="Trebuchet MS"/>
              </a:rPr>
              <a:t>decreases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80872" y="5723545"/>
            <a:ext cx="54909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5"/>
              </a:lnSpc>
            </a:pPr>
            <a:r>
              <a:rPr sz="838" spc="-44" dirty="0">
                <a:latin typeface="SimSun-ExtB"/>
                <a:cs typeface="SimSun-ExtB"/>
              </a:rPr>
              <a:t>0</a:t>
            </a:r>
            <a:endParaRPr sz="838">
              <a:latin typeface="SimSun-ExtB"/>
              <a:cs typeface="SimSun-ExtB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13" name="object 13"/>
          <p:cNvSpPr txBox="1"/>
          <p:nvPr/>
        </p:nvSpPr>
        <p:spPr>
          <a:xfrm>
            <a:off x="8813189" y="5712339"/>
            <a:ext cx="77321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993"/>
              </a:lnSpc>
            </a:pPr>
            <a:r>
              <a:rPr sz="838" spc="-44" dirty="0">
                <a:latin typeface="SimSun-ExtB"/>
                <a:cs typeface="SimSun-ExtB"/>
              </a:rPr>
              <a:t>5</a:t>
            </a:r>
            <a:endParaRPr sz="838">
              <a:latin typeface="SimSun-ExtB"/>
              <a:cs typeface="SimSun-ExtB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19</a:t>
            </a:fld>
            <a:endParaRPr spc="-22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504689"/>
            <a:ext cx="6825545" cy="804574"/>
          </a:xfrm>
          <a:prstGeom prst="rect">
            <a:avLst/>
          </a:prstGeom>
        </p:spPr>
        <p:txBody>
          <a:bodyPr vert="horz" wrap="square" lIns="0" tIns="359722" rIns="0" bIns="0" rtlCol="0" anchor="ctr">
            <a:spAutoFit/>
          </a:bodyPr>
          <a:lstStyle/>
          <a:p>
            <a:pPr marL="175942">
              <a:lnSpc>
                <a:spcPct val="100000"/>
              </a:lnSpc>
              <a:spcBef>
                <a:spcPts val="79"/>
              </a:spcBef>
            </a:pPr>
            <a:r>
              <a:rPr sz="2868" spc="-141" dirty="0"/>
              <a:t>Iterative‐Deepening</a:t>
            </a:r>
            <a:r>
              <a:rPr sz="2868" spc="-260" dirty="0"/>
              <a:t> </a:t>
            </a:r>
            <a:r>
              <a:rPr sz="2868" spc="-101" dirty="0"/>
              <a:t>Search</a:t>
            </a:r>
            <a:endParaRPr sz="2868"/>
          </a:p>
        </p:txBody>
      </p:sp>
      <p:sp>
        <p:nvSpPr>
          <p:cNvPr id="3" name="object 3"/>
          <p:cNvSpPr txBox="1"/>
          <p:nvPr/>
        </p:nvSpPr>
        <p:spPr>
          <a:xfrm>
            <a:off x="2015026" y="1872999"/>
            <a:ext cx="9175488" cy="3347561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94468" indent="-244862">
              <a:spcBef>
                <a:spcPts val="84"/>
              </a:spcBef>
              <a:buFont typeface="Microsoft Sans Serif"/>
              <a:buChar char="•"/>
              <a:tabLst>
                <a:tab pos="394468" algn="l"/>
              </a:tabLst>
            </a:pPr>
            <a:r>
              <a:rPr sz="2800" spc="-146" dirty="0">
                <a:solidFill>
                  <a:srgbClr val="FF0000"/>
                </a:solidFill>
                <a:latin typeface="Trebuchet MS"/>
                <a:cs typeface="Trebuchet MS"/>
              </a:rPr>
              <a:t>Trades</a:t>
            </a:r>
            <a:r>
              <a:rPr sz="2800" spc="-296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800" spc="-22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119" dirty="0">
                <a:solidFill>
                  <a:srgbClr val="FF0000"/>
                </a:solidFill>
                <a:latin typeface="Trebuchet MS"/>
                <a:cs typeface="Trebuchet MS"/>
              </a:rPr>
              <a:t>little</a:t>
            </a:r>
            <a:r>
              <a:rPr sz="2800" spc="-243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93" dirty="0">
                <a:solidFill>
                  <a:srgbClr val="FF0000"/>
                </a:solidFill>
                <a:latin typeface="Trebuchet MS"/>
                <a:cs typeface="Trebuchet MS"/>
              </a:rPr>
              <a:t>time</a:t>
            </a:r>
            <a:r>
              <a:rPr sz="2800" spc="-221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66" dirty="0">
                <a:solidFill>
                  <a:srgbClr val="FF0000"/>
                </a:solidFill>
                <a:latin typeface="Trebuchet MS"/>
                <a:cs typeface="Trebuchet MS"/>
              </a:rPr>
              <a:t>for</a:t>
            </a:r>
            <a:r>
              <a:rPr sz="2800" spc="-212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800" spc="-212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66" dirty="0">
                <a:solidFill>
                  <a:srgbClr val="FF0000"/>
                </a:solidFill>
                <a:latin typeface="Trebuchet MS"/>
                <a:cs typeface="Trebuchet MS"/>
              </a:rPr>
              <a:t>huge</a:t>
            </a:r>
            <a:r>
              <a:rPr sz="2800" spc="-22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88" dirty="0">
                <a:solidFill>
                  <a:srgbClr val="FF0000"/>
                </a:solidFill>
                <a:latin typeface="Trebuchet MS"/>
                <a:cs typeface="Trebuchet MS"/>
              </a:rPr>
              <a:t>reduction</a:t>
            </a:r>
            <a:r>
              <a:rPr sz="2800" spc="-256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53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2800" spc="-19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9" dirty="0">
                <a:solidFill>
                  <a:srgbClr val="FF0000"/>
                </a:solidFill>
                <a:latin typeface="Trebuchet MS"/>
                <a:cs typeface="Trebuchet MS"/>
              </a:rPr>
              <a:t>space</a:t>
            </a:r>
            <a:endParaRPr sz="2800" dirty="0">
              <a:latin typeface="Trebuchet MS"/>
              <a:cs typeface="Trebuchet MS"/>
            </a:endParaRPr>
          </a:p>
          <a:p>
            <a:pPr marL="680794" marR="2543311" indent="-204518">
              <a:spcBef>
                <a:spcPts val="431"/>
              </a:spcBef>
            </a:pPr>
            <a:r>
              <a:rPr sz="2400" spc="446" dirty="0">
                <a:latin typeface="Microsoft Sans Serif"/>
                <a:cs typeface="Microsoft Sans Serif"/>
              </a:rPr>
              <a:t>–</a:t>
            </a:r>
            <a:r>
              <a:rPr sz="2400" spc="18" dirty="0">
                <a:latin typeface="Microsoft Sans Serif"/>
                <a:cs typeface="Microsoft Sans Serif"/>
              </a:rPr>
              <a:t> </a:t>
            </a:r>
            <a:r>
              <a:rPr sz="2400" spc="-79" dirty="0">
                <a:latin typeface="Trebuchet MS"/>
                <a:cs typeface="Trebuchet MS"/>
              </a:rPr>
              <a:t>lets</a:t>
            </a:r>
            <a:r>
              <a:rPr sz="2400" spc="-146" dirty="0">
                <a:latin typeface="Trebuchet MS"/>
                <a:cs typeface="Trebuchet MS"/>
              </a:rPr>
              <a:t> </a:t>
            </a:r>
            <a:r>
              <a:rPr sz="2400" spc="-53" dirty="0">
                <a:latin typeface="Trebuchet MS"/>
                <a:cs typeface="Trebuchet MS"/>
              </a:rPr>
              <a:t>you</a:t>
            </a:r>
            <a:r>
              <a:rPr sz="2400" spc="-79" dirty="0">
                <a:latin typeface="Trebuchet MS"/>
                <a:cs typeface="Trebuchet MS"/>
              </a:rPr>
              <a:t> </a:t>
            </a:r>
            <a:r>
              <a:rPr sz="2400" spc="-18" dirty="0">
                <a:latin typeface="Trebuchet MS"/>
                <a:cs typeface="Trebuchet MS"/>
              </a:rPr>
              <a:t>do</a:t>
            </a:r>
            <a:r>
              <a:rPr sz="2400" spc="-49" dirty="0">
                <a:latin typeface="Trebuchet MS"/>
                <a:cs typeface="Trebuchet MS"/>
              </a:rPr>
              <a:t> </a:t>
            </a:r>
            <a:r>
              <a:rPr sz="2400" spc="-93" dirty="0">
                <a:latin typeface="Trebuchet MS"/>
                <a:cs typeface="Trebuchet MS"/>
              </a:rPr>
              <a:t>breadth‐first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79" dirty="0">
                <a:latin typeface="Trebuchet MS"/>
                <a:cs typeface="Trebuchet MS"/>
              </a:rPr>
              <a:t>search</a:t>
            </a:r>
            <a:r>
              <a:rPr sz="2400" spc="-159" dirty="0">
                <a:latin typeface="Trebuchet MS"/>
                <a:cs typeface="Trebuchet MS"/>
              </a:rPr>
              <a:t> </a:t>
            </a:r>
            <a:r>
              <a:rPr sz="2400" spc="-71" dirty="0">
                <a:latin typeface="Trebuchet MS"/>
                <a:cs typeface="Trebuchet MS"/>
              </a:rPr>
              <a:t>with</a:t>
            </a:r>
            <a:r>
              <a:rPr sz="2400" spc="-124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(morespace </a:t>
            </a:r>
            <a:r>
              <a:rPr sz="2400" spc="-110" dirty="0">
                <a:latin typeface="Trebuchet MS"/>
                <a:cs typeface="Trebuchet MS"/>
              </a:rPr>
              <a:t>efficient)</a:t>
            </a:r>
            <a:r>
              <a:rPr sz="2400" spc="-97" dirty="0">
                <a:latin typeface="Trebuchet MS"/>
                <a:cs typeface="Trebuchet MS"/>
              </a:rPr>
              <a:t> </a:t>
            </a:r>
            <a:r>
              <a:rPr sz="2400" spc="-93" dirty="0">
                <a:latin typeface="Trebuchet MS"/>
                <a:cs typeface="Trebuchet MS"/>
              </a:rPr>
              <a:t>depth‐first</a:t>
            </a:r>
            <a:r>
              <a:rPr sz="2400" spc="-163" dirty="0">
                <a:latin typeface="Trebuchet MS"/>
                <a:cs typeface="Trebuchet MS"/>
              </a:rPr>
              <a:t> </a:t>
            </a:r>
            <a:r>
              <a:rPr sz="2400" spc="-9" dirty="0">
                <a:latin typeface="Trebuchet MS"/>
                <a:cs typeface="Trebuchet MS"/>
              </a:rPr>
              <a:t>search</a:t>
            </a:r>
            <a:endParaRPr sz="2400" dirty="0">
              <a:latin typeface="Trebuchet MS"/>
              <a:cs typeface="Trebuchet MS"/>
            </a:endParaRPr>
          </a:p>
          <a:p>
            <a:pPr marL="255508">
              <a:spcBef>
                <a:spcPts val="278"/>
              </a:spcBef>
            </a:pPr>
            <a:r>
              <a:rPr sz="2000" spc="-106" dirty="0">
                <a:solidFill>
                  <a:srgbClr val="404040"/>
                </a:solidFill>
                <a:latin typeface="Calibri"/>
                <a:cs typeface="Calibri"/>
              </a:rPr>
              <a:t>applications,</a:t>
            </a:r>
            <a:r>
              <a:rPr sz="2000" spc="-101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8" dirty="0">
                <a:solidFill>
                  <a:srgbClr val="404040"/>
                </a:solidFill>
                <a:latin typeface="Calibri"/>
                <a:cs typeface="Calibri"/>
              </a:rPr>
              <a:t>e.g.,games</a:t>
            </a:r>
            <a:endParaRPr sz="2000" dirty="0">
              <a:latin typeface="Calibri"/>
              <a:cs typeface="Calibri"/>
            </a:endParaRPr>
          </a:p>
          <a:p>
            <a:pPr marL="317704">
              <a:spcBef>
                <a:spcPts val="163"/>
              </a:spcBef>
              <a:tabLst>
                <a:tab pos="1310038" algn="l"/>
              </a:tabLst>
            </a:pPr>
            <a:r>
              <a:rPr sz="2800" spc="-9" dirty="0">
                <a:solidFill>
                  <a:srgbClr val="FF0000"/>
                </a:solidFill>
                <a:latin typeface="Trebuchet MS"/>
                <a:cs typeface="Trebuchet MS"/>
              </a:rPr>
              <a:t>Anytime</a:t>
            </a:r>
            <a:r>
              <a:rPr sz="2800" dirty="0">
                <a:solidFill>
                  <a:srgbClr val="FF0000"/>
                </a:solidFill>
                <a:latin typeface="Trebuchet MS"/>
                <a:cs typeface="Trebuchet MS"/>
              </a:rPr>
              <a:t>	</a:t>
            </a:r>
            <a:r>
              <a:rPr sz="2800" spc="-97" dirty="0">
                <a:solidFill>
                  <a:srgbClr val="FF0000"/>
                </a:solidFill>
                <a:latin typeface="Trebuchet MS"/>
                <a:cs typeface="Trebuchet MS"/>
              </a:rPr>
              <a:t>algorithm</a:t>
            </a:r>
            <a:r>
              <a:rPr sz="2800" spc="-97" dirty="0">
                <a:latin typeface="Trebuchet MS"/>
                <a:cs typeface="Trebuchet MS"/>
              </a:rPr>
              <a:t>:</a:t>
            </a:r>
            <a:r>
              <a:rPr sz="2800" spc="-168" dirty="0">
                <a:latin typeface="Trebuchet MS"/>
                <a:cs typeface="Trebuchet MS"/>
              </a:rPr>
              <a:t> </a:t>
            </a:r>
            <a:r>
              <a:rPr sz="2800" spc="-44" dirty="0">
                <a:latin typeface="Trebuchet MS"/>
                <a:cs typeface="Trebuchet MS"/>
              </a:rPr>
              <a:t>good</a:t>
            </a:r>
            <a:r>
              <a:rPr sz="2800" spc="-79" dirty="0">
                <a:latin typeface="Trebuchet MS"/>
                <a:cs typeface="Trebuchet MS"/>
              </a:rPr>
              <a:t> </a:t>
            </a:r>
            <a:r>
              <a:rPr sz="2800" spc="-66" dirty="0">
                <a:latin typeface="Trebuchet MS"/>
                <a:cs typeface="Trebuchet MS"/>
              </a:rPr>
              <a:t>for</a:t>
            </a:r>
            <a:r>
              <a:rPr sz="2800" spc="-163" dirty="0">
                <a:latin typeface="Trebuchet MS"/>
                <a:cs typeface="Trebuchet MS"/>
              </a:rPr>
              <a:t> </a:t>
            </a:r>
            <a:r>
              <a:rPr sz="2800" spc="-44" dirty="0">
                <a:latin typeface="Trebuchet MS"/>
                <a:cs typeface="Trebuchet MS"/>
              </a:rPr>
              <a:t>response‐timecritical</a:t>
            </a:r>
            <a:endParaRPr sz="2800" dirty="0">
              <a:latin typeface="Trebuchet MS"/>
              <a:cs typeface="Trebuchet MS"/>
            </a:endParaRPr>
          </a:p>
          <a:p>
            <a:pPr marL="255508" marR="4483" indent="-244862">
              <a:spcBef>
                <a:spcPts val="1597"/>
              </a:spcBef>
              <a:buClr>
                <a:srgbClr val="E48312"/>
              </a:buClr>
              <a:buFont typeface="Microsoft Sans Serif"/>
              <a:buChar char="•"/>
              <a:tabLst>
                <a:tab pos="255508" algn="l"/>
              </a:tabLst>
            </a:pPr>
            <a:r>
              <a:rPr sz="2400" spc="-9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400" spc="-53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88" dirty="0">
                <a:solidFill>
                  <a:srgbClr val="404040"/>
                </a:solidFill>
                <a:latin typeface="Calibri"/>
                <a:cs typeface="Calibri"/>
              </a:rPr>
              <a:t>“anytime”algorithm</a:t>
            </a:r>
            <a:r>
              <a:rPr sz="24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119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31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u="heavy" spc="-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algorithm</a:t>
            </a:r>
            <a:r>
              <a:rPr sz="2400" spc="-146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75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400" spc="-20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400" spc="12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71" dirty="0">
                <a:solidFill>
                  <a:srgbClr val="404040"/>
                </a:solidFill>
                <a:latin typeface="Calibri"/>
                <a:cs typeface="Calibri"/>
              </a:rPr>
              <a:t>return</a:t>
            </a:r>
            <a:r>
              <a:rPr sz="2400" spc="-13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163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79" dirty="0">
                <a:solidFill>
                  <a:srgbClr val="404040"/>
                </a:solidFill>
                <a:latin typeface="Calibri"/>
                <a:cs typeface="Calibri"/>
              </a:rPr>
              <a:t>valid</a:t>
            </a:r>
            <a:r>
              <a:rPr sz="2400" spc="-22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7" dirty="0">
                <a:solidFill>
                  <a:srgbClr val="404040"/>
                </a:solidFill>
                <a:latin typeface="Calibri"/>
                <a:cs typeface="Calibri"/>
              </a:rPr>
              <a:t>solution</a:t>
            </a:r>
            <a:r>
              <a:rPr sz="2400" spc="-15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49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-141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u="heavy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problem</a:t>
            </a:r>
            <a:r>
              <a:rPr sz="2400" spc="-168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66" dirty="0">
                <a:solidFill>
                  <a:srgbClr val="404040"/>
                </a:solidFill>
                <a:latin typeface="Calibri"/>
                <a:cs typeface="Calibri"/>
              </a:rPr>
              <a:t>even</a:t>
            </a:r>
            <a:r>
              <a:rPr sz="2400" spc="-1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rgbClr val="404040"/>
                </a:solidFill>
                <a:latin typeface="Calibri"/>
                <a:cs typeface="Calibri"/>
              </a:rPr>
              <a:t>if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it's</a:t>
            </a:r>
            <a:r>
              <a:rPr sz="2400" spc="296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93" dirty="0">
                <a:solidFill>
                  <a:srgbClr val="404040"/>
                </a:solidFill>
                <a:latin typeface="Calibri"/>
                <a:cs typeface="Calibri"/>
              </a:rPr>
              <a:t>interrupted</a:t>
            </a:r>
            <a:r>
              <a:rPr sz="2400" spc="-216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atanytimebeforeitends.Thealgorithm</a:t>
            </a:r>
            <a:r>
              <a:rPr sz="2400" spc="176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12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1" dirty="0">
                <a:solidFill>
                  <a:srgbClr val="404040"/>
                </a:solidFill>
                <a:latin typeface="Calibri"/>
                <a:cs typeface="Calibri"/>
              </a:rPr>
              <a:t>expected</a:t>
            </a:r>
            <a:r>
              <a:rPr sz="2400" spc="-19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49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-141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66" dirty="0">
                <a:solidFill>
                  <a:srgbClr val="404040"/>
                </a:solidFill>
                <a:latin typeface="Calibri"/>
                <a:cs typeface="Calibri"/>
              </a:rPr>
              <a:t>find</a:t>
            </a:r>
            <a:r>
              <a:rPr sz="2400" spc="-17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97" dirty="0">
                <a:solidFill>
                  <a:srgbClr val="404040"/>
                </a:solidFill>
                <a:latin typeface="Calibri"/>
                <a:cs typeface="Calibri"/>
              </a:rPr>
              <a:t>better</a:t>
            </a:r>
            <a:r>
              <a:rPr sz="2400" spc="-20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400" spc="-1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31" dirty="0">
                <a:solidFill>
                  <a:srgbClr val="404040"/>
                </a:solidFill>
                <a:latin typeface="Calibri"/>
                <a:cs typeface="Calibri"/>
              </a:rPr>
              <a:t>better </a:t>
            </a:r>
            <a:r>
              <a:rPr sz="2400" spc="-57" dirty="0">
                <a:solidFill>
                  <a:srgbClr val="404040"/>
                </a:solidFill>
                <a:latin typeface="Calibri"/>
                <a:cs typeface="Calibri"/>
              </a:rPr>
              <a:t>solutions</a:t>
            </a:r>
            <a:r>
              <a:rPr sz="2400" spc="-176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106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7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24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71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400" spc="-221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62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400" spc="-23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404040"/>
                </a:solidFill>
                <a:latin typeface="Calibri"/>
                <a:cs typeface="Calibri"/>
              </a:rPr>
              <a:t>keepsrunning.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20</a:t>
            </a:fld>
            <a:endParaRPr spc="-22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5979" y="1245644"/>
            <a:ext cx="7553972" cy="689555"/>
          </a:xfrm>
          <a:prstGeom prst="rect">
            <a:avLst/>
          </a:prstGeom>
        </p:spPr>
        <p:txBody>
          <a:bodyPr vert="horz" wrap="square" lIns="0" tIns="1232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97"/>
              </a:spcBef>
            </a:pPr>
            <a:r>
              <a:rPr spc="-176" dirty="0"/>
              <a:t>Iterative</a:t>
            </a:r>
            <a:r>
              <a:rPr spc="-287" dirty="0"/>
              <a:t> </a:t>
            </a:r>
            <a:r>
              <a:rPr spc="-106" dirty="0"/>
              <a:t>Deepening</a:t>
            </a:r>
            <a:r>
              <a:rPr spc="-397" dirty="0"/>
              <a:t> </a:t>
            </a:r>
            <a:r>
              <a:rPr spc="-101" dirty="0"/>
              <a:t>Search</a:t>
            </a:r>
          </a:p>
        </p:txBody>
      </p:sp>
      <p:sp>
        <p:nvSpPr>
          <p:cNvPr id="4" name="object 4"/>
          <p:cNvSpPr/>
          <p:nvPr/>
        </p:nvSpPr>
        <p:spPr>
          <a:xfrm>
            <a:off x="1658471" y="3429000"/>
            <a:ext cx="8875059" cy="2115671"/>
          </a:xfrm>
          <a:custGeom>
            <a:avLst/>
            <a:gdLst/>
            <a:ahLst/>
            <a:cxnLst/>
            <a:rect l="l" t="t" r="r" b="b"/>
            <a:pathLst>
              <a:path w="10058400" h="2397760">
                <a:moveTo>
                  <a:pt x="0" y="2397252"/>
                </a:moveTo>
                <a:lnTo>
                  <a:pt x="10058400" y="2397252"/>
                </a:lnTo>
                <a:lnTo>
                  <a:pt x="10058400" y="0"/>
                </a:lnTo>
                <a:lnTo>
                  <a:pt x="0" y="0"/>
                </a:lnTo>
                <a:lnTo>
                  <a:pt x="0" y="23972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 txBox="1"/>
          <p:nvPr/>
        </p:nvSpPr>
        <p:spPr>
          <a:xfrm>
            <a:off x="2425979" y="2172478"/>
            <a:ext cx="7281022" cy="2805094"/>
          </a:xfrm>
          <a:prstGeom prst="rect">
            <a:avLst/>
          </a:prstGeom>
        </p:spPr>
        <p:txBody>
          <a:bodyPr vert="horz" wrap="square" lIns="0" tIns="49306" rIns="0" bIns="0" rtlCol="0">
            <a:spAutoFit/>
          </a:bodyPr>
          <a:lstStyle/>
          <a:p>
            <a:pPr marL="255508" marR="147365" indent="-244862">
              <a:lnSpc>
                <a:spcPts val="2480"/>
              </a:lnSpc>
              <a:spcBef>
                <a:spcPts val="388"/>
              </a:spcBef>
              <a:buFont typeface="Microsoft Sans Serif"/>
              <a:buChar char="•"/>
              <a:tabLst>
                <a:tab pos="255508" algn="l"/>
                <a:tab pos="5364542" algn="l"/>
              </a:tabLst>
            </a:pPr>
            <a:r>
              <a:rPr sz="2294" spc="-163" dirty="0">
                <a:latin typeface="Trebuchet MS"/>
                <a:cs typeface="Trebuchet MS"/>
              </a:rPr>
              <a:t>It’s</a:t>
            </a:r>
            <a:r>
              <a:rPr sz="2294" spc="-256" dirty="0">
                <a:latin typeface="Trebuchet MS"/>
                <a:cs typeface="Trebuchet MS"/>
              </a:rPr>
              <a:t> </a:t>
            </a:r>
            <a:r>
              <a:rPr sz="2294" spc="-18" dirty="0">
                <a:latin typeface="Trebuchet MS"/>
                <a:cs typeface="Trebuchet MS"/>
              </a:rPr>
              <a:t>a</a:t>
            </a:r>
            <a:r>
              <a:rPr sz="2294" spc="-202" dirty="0">
                <a:latin typeface="Trebuchet MS"/>
                <a:cs typeface="Trebuchet MS"/>
              </a:rPr>
              <a:t> </a:t>
            </a:r>
            <a:r>
              <a:rPr sz="2294" spc="-75" dirty="0">
                <a:solidFill>
                  <a:srgbClr val="C00000"/>
                </a:solidFill>
                <a:latin typeface="Trebuchet MS"/>
                <a:cs typeface="Trebuchet MS"/>
              </a:rPr>
              <a:t>Depth</a:t>
            </a:r>
            <a:r>
              <a:rPr sz="2294" spc="-137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294" spc="-115" dirty="0">
                <a:solidFill>
                  <a:srgbClr val="C00000"/>
                </a:solidFill>
                <a:latin typeface="Trebuchet MS"/>
                <a:cs typeface="Trebuchet MS"/>
              </a:rPr>
              <a:t>First</a:t>
            </a:r>
            <a:r>
              <a:rPr sz="2294" spc="-216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294" spc="-124" dirty="0">
                <a:solidFill>
                  <a:srgbClr val="C00000"/>
                </a:solidFill>
                <a:latin typeface="Trebuchet MS"/>
                <a:cs typeface="Trebuchet MS"/>
              </a:rPr>
              <a:t>Search</a:t>
            </a:r>
            <a:r>
              <a:rPr sz="2294" spc="-124" dirty="0">
                <a:latin typeface="Trebuchet MS"/>
                <a:cs typeface="Trebuchet MS"/>
              </a:rPr>
              <a:t>,</a:t>
            </a:r>
            <a:r>
              <a:rPr sz="2294" spc="-229" dirty="0">
                <a:latin typeface="Trebuchet MS"/>
                <a:cs typeface="Trebuchet MS"/>
              </a:rPr>
              <a:t> </a:t>
            </a:r>
            <a:r>
              <a:rPr sz="2294" spc="-79" dirty="0">
                <a:latin typeface="Trebuchet MS"/>
                <a:cs typeface="Trebuchet MS"/>
              </a:rPr>
              <a:t>but</a:t>
            </a:r>
            <a:r>
              <a:rPr sz="2294" spc="-159" dirty="0">
                <a:latin typeface="Trebuchet MS"/>
                <a:cs typeface="Trebuchet MS"/>
              </a:rPr>
              <a:t> </a:t>
            </a:r>
            <a:r>
              <a:rPr sz="2294" spc="-75" dirty="0">
                <a:latin typeface="Trebuchet MS"/>
                <a:cs typeface="Trebuchet MS"/>
              </a:rPr>
              <a:t>it</a:t>
            </a:r>
            <a:r>
              <a:rPr sz="2294" spc="-256" dirty="0">
                <a:latin typeface="Trebuchet MS"/>
                <a:cs typeface="Trebuchet MS"/>
              </a:rPr>
              <a:t> </a:t>
            </a:r>
            <a:r>
              <a:rPr sz="2294" spc="-66" dirty="0">
                <a:latin typeface="Trebuchet MS"/>
                <a:cs typeface="Trebuchet MS"/>
              </a:rPr>
              <a:t>does</a:t>
            </a:r>
            <a:r>
              <a:rPr sz="2294" spc="-110" dirty="0">
                <a:latin typeface="Trebuchet MS"/>
                <a:cs typeface="Trebuchet MS"/>
              </a:rPr>
              <a:t> </a:t>
            </a:r>
            <a:r>
              <a:rPr sz="2294" spc="-75" dirty="0">
                <a:latin typeface="Trebuchet MS"/>
                <a:cs typeface="Trebuchet MS"/>
              </a:rPr>
              <a:t>it</a:t>
            </a:r>
            <a:r>
              <a:rPr sz="2294" spc="-256" dirty="0">
                <a:latin typeface="Trebuchet MS"/>
                <a:cs typeface="Trebuchet MS"/>
              </a:rPr>
              <a:t> </a:t>
            </a:r>
            <a:r>
              <a:rPr sz="2294" spc="-22" dirty="0">
                <a:latin typeface="Trebuchet MS"/>
                <a:cs typeface="Trebuchet MS"/>
              </a:rPr>
              <a:t>one</a:t>
            </a:r>
            <a:r>
              <a:rPr sz="2294" dirty="0">
                <a:latin typeface="Trebuchet MS"/>
                <a:cs typeface="Trebuchet MS"/>
              </a:rPr>
              <a:t>	</a:t>
            </a:r>
            <a:r>
              <a:rPr sz="2294" spc="-110" dirty="0">
                <a:latin typeface="Trebuchet MS"/>
                <a:cs typeface="Trebuchet MS"/>
              </a:rPr>
              <a:t>level</a:t>
            </a:r>
            <a:r>
              <a:rPr sz="2294" spc="-296" dirty="0">
                <a:latin typeface="Trebuchet MS"/>
                <a:cs typeface="Trebuchet MS"/>
              </a:rPr>
              <a:t> </a:t>
            </a:r>
            <a:r>
              <a:rPr sz="2294" spc="-84" dirty="0">
                <a:latin typeface="Trebuchet MS"/>
                <a:cs typeface="Trebuchet MS"/>
              </a:rPr>
              <a:t>at</a:t>
            </a:r>
            <a:r>
              <a:rPr sz="2294" spc="-265" dirty="0">
                <a:latin typeface="Trebuchet MS"/>
                <a:cs typeface="Trebuchet MS"/>
              </a:rPr>
              <a:t> </a:t>
            </a:r>
            <a:r>
              <a:rPr sz="2294" spc="-18" dirty="0">
                <a:latin typeface="Trebuchet MS"/>
                <a:cs typeface="Trebuchet MS"/>
              </a:rPr>
              <a:t>a</a:t>
            </a:r>
            <a:r>
              <a:rPr sz="2294" spc="-207" dirty="0">
                <a:latin typeface="Trebuchet MS"/>
                <a:cs typeface="Trebuchet MS"/>
              </a:rPr>
              <a:t> </a:t>
            </a:r>
            <a:r>
              <a:rPr sz="2294" spc="-119" dirty="0">
                <a:latin typeface="Trebuchet MS"/>
                <a:cs typeface="Trebuchet MS"/>
              </a:rPr>
              <a:t>time, </a:t>
            </a:r>
            <a:r>
              <a:rPr sz="2294" spc="-110" dirty="0">
                <a:latin typeface="Trebuchet MS"/>
                <a:cs typeface="Trebuchet MS"/>
              </a:rPr>
              <a:t>gradually</a:t>
            </a:r>
            <a:r>
              <a:rPr sz="2294" spc="-224" dirty="0">
                <a:latin typeface="Trebuchet MS"/>
                <a:cs typeface="Trebuchet MS"/>
              </a:rPr>
              <a:t> </a:t>
            </a:r>
            <a:r>
              <a:rPr sz="2294" spc="-101" dirty="0">
                <a:latin typeface="Trebuchet MS"/>
                <a:cs typeface="Trebuchet MS"/>
              </a:rPr>
              <a:t>increasing</a:t>
            </a:r>
            <a:r>
              <a:rPr sz="2294" spc="-234" dirty="0">
                <a:latin typeface="Trebuchet MS"/>
                <a:cs typeface="Trebuchet MS"/>
              </a:rPr>
              <a:t> </a:t>
            </a:r>
            <a:r>
              <a:rPr sz="2294" spc="-57" dirty="0">
                <a:latin typeface="Trebuchet MS"/>
                <a:cs typeface="Trebuchet MS"/>
              </a:rPr>
              <a:t>thelimit,</a:t>
            </a:r>
            <a:r>
              <a:rPr sz="2294" spc="137" dirty="0">
                <a:latin typeface="Trebuchet MS"/>
                <a:cs typeface="Trebuchet MS"/>
              </a:rPr>
              <a:t> </a:t>
            </a:r>
            <a:r>
              <a:rPr sz="2294" spc="-97" dirty="0">
                <a:latin typeface="Trebuchet MS"/>
                <a:cs typeface="Trebuchet MS"/>
              </a:rPr>
              <a:t>until</a:t>
            </a:r>
            <a:r>
              <a:rPr sz="2294" spc="-234" dirty="0">
                <a:latin typeface="Trebuchet MS"/>
                <a:cs typeface="Trebuchet MS"/>
              </a:rPr>
              <a:t> </a:t>
            </a:r>
            <a:r>
              <a:rPr sz="2294" spc="-18" dirty="0">
                <a:latin typeface="Trebuchet MS"/>
                <a:cs typeface="Trebuchet MS"/>
              </a:rPr>
              <a:t>a</a:t>
            </a:r>
            <a:r>
              <a:rPr sz="2294" spc="-221" dirty="0">
                <a:latin typeface="Trebuchet MS"/>
                <a:cs typeface="Trebuchet MS"/>
              </a:rPr>
              <a:t> </a:t>
            </a:r>
            <a:r>
              <a:rPr sz="2294" spc="-88" dirty="0">
                <a:latin typeface="Trebuchet MS"/>
                <a:cs typeface="Trebuchet MS"/>
              </a:rPr>
              <a:t>goal</a:t>
            </a:r>
            <a:r>
              <a:rPr sz="2294" spc="-194" dirty="0">
                <a:latin typeface="Trebuchet MS"/>
                <a:cs typeface="Trebuchet MS"/>
              </a:rPr>
              <a:t> </a:t>
            </a:r>
            <a:r>
              <a:rPr sz="2294" spc="-53" dirty="0">
                <a:latin typeface="Trebuchet MS"/>
                <a:cs typeface="Trebuchet MS"/>
              </a:rPr>
              <a:t>is</a:t>
            </a:r>
            <a:r>
              <a:rPr sz="2294" spc="-424" dirty="0">
                <a:latin typeface="Trebuchet MS"/>
                <a:cs typeface="Trebuchet MS"/>
              </a:rPr>
              <a:t> </a:t>
            </a:r>
            <a:r>
              <a:rPr sz="2294" spc="-9" dirty="0">
                <a:latin typeface="Trebuchet MS"/>
                <a:cs typeface="Trebuchet MS"/>
              </a:rPr>
              <a:t>found.</a:t>
            </a:r>
            <a:endParaRPr sz="2294">
              <a:latin typeface="Trebuchet MS"/>
              <a:cs typeface="Trebuchet MS"/>
            </a:endParaRPr>
          </a:p>
          <a:p>
            <a:pPr marL="255508" marR="711611" indent="-244862">
              <a:lnSpc>
                <a:spcPts val="2471"/>
              </a:lnSpc>
              <a:spcBef>
                <a:spcPts val="516"/>
              </a:spcBef>
              <a:buFont typeface="Microsoft Sans Serif"/>
              <a:buChar char="•"/>
              <a:tabLst>
                <a:tab pos="255508" algn="l"/>
                <a:tab pos="5075415" algn="l"/>
              </a:tabLst>
            </a:pPr>
            <a:r>
              <a:rPr sz="2294" spc="-88" dirty="0">
                <a:latin typeface="Trebuchet MS"/>
                <a:cs typeface="Trebuchet MS"/>
              </a:rPr>
              <a:t>Combine</a:t>
            </a:r>
            <a:r>
              <a:rPr sz="2294" spc="-163" dirty="0">
                <a:latin typeface="Trebuchet MS"/>
                <a:cs typeface="Trebuchet MS"/>
              </a:rPr>
              <a:t> </a:t>
            </a:r>
            <a:r>
              <a:rPr sz="2294" spc="-75" dirty="0">
                <a:latin typeface="Trebuchet MS"/>
                <a:cs typeface="Trebuchet MS"/>
              </a:rPr>
              <a:t>the</a:t>
            </a:r>
            <a:r>
              <a:rPr sz="2294" spc="-190" dirty="0">
                <a:latin typeface="Trebuchet MS"/>
                <a:cs typeface="Trebuchet MS"/>
              </a:rPr>
              <a:t> </a:t>
            </a:r>
            <a:r>
              <a:rPr sz="2294" spc="-106" dirty="0">
                <a:latin typeface="Trebuchet MS"/>
                <a:cs typeface="Trebuchet MS"/>
              </a:rPr>
              <a:t>benefits</a:t>
            </a:r>
            <a:r>
              <a:rPr sz="2294" spc="-190" dirty="0">
                <a:latin typeface="Trebuchet MS"/>
                <a:cs typeface="Trebuchet MS"/>
              </a:rPr>
              <a:t> </a:t>
            </a:r>
            <a:r>
              <a:rPr sz="2294" spc="-57" dirty="0">
                <a:latin typeface="Trebuchet MS"/>
                <a:cs typeface="Trebuchet MS"/>
              </a:rPr>
              <a:t>of</a:t>
            </a:r>
            <a:r>
              <a:rPr sz="2294" spc="-150" dirty="0">
                <a:latin typeface="Trebuchet MS"/>
                <a:cs typeface="Trebuchet MS"/>
              </a:rPr>
              <a:t> </a:t>
            </a:r>
            <a:r>
              <a:rPr sz="2294" spc="-9" dirty="0">
                <a:latin typeface="Trebuchet MS"/>
                <a:cs typeface="Trebuchet MS"/>
              </a:rPr>
              <a:t>depth‐firstand</a:t>
            </a:r>
            <a:r>
              <a:rPr sz="2294" dirty="0">
                <a:latin typeface="Trebuchet MS"/>
                <a:cs typeface="Trebuchet MS"/>
              </a:rPr>
              <a:t>	</a:t>
            </a:r>
            <a:r>
              <a:rPr sz="2294" spc="-119" dirty="0">
                <a:latin typeface="Trebuchet MS"/>
                <a:cs typeface="Trebuchet MS"/>
              </a:rPr>
              <a:t>breadth‐first </a:t>
            </a:r>
            <a:r>
              <a:rPr sz="2294" spc="-9" dirty="0">
                <a:latin typeface="Trebuchet MS"/>
                <a:cs typeface="Trebuchet MS"/>
              </a:rPr>
              <a:t>search</a:t>
            </a:r>
            <a:endParaRPr sz="2294">
              <a:latin typeface="Trebuchet MS"/>
              <a:cs typeface="Trebuchet MS"/>
            </a:endParaRPr>
          </a:p>
          <a:p>
            <a:pPr marL="254387" indent="-243181" algn="just">
              <a:spcBef>
                <a:spcPts val="180"/>
              </a:spcBef>
              <a:buFont typeface="Microsoft Sans Serif"/>
              <a:buChar char="•"/>
              <a:tabLst>
                <a:tab pos="254387" algn="l"/>
              </a:tabLst>
            </a:pPr>
            <a:r>
              <a:rPr sz="2294" spc="-119" dirty="0">
                <a:latin typeface="Trebuchet MS"/>
                <a:cs typeface="Trebuchet MS"/>
              </a:rPr>
              <a:t>like</a:t>
            </a:r>
            <a:r>
              <a:rPr sz="2294" spc="-300" dirty="0">
                <a:latin typeface="Trebuchet MS"/>
                <a:cs typeface="Trebuchet MS"/>
              </a:rPr>
              <a:t> </a:t>
            </a:r>
            <a:r>
              <a:rPr sz="2294" spc="-115" dirty="0">
                <a:latin typeface="Trebuchet MS"/>
                <a:cs typeface="Trebuchet MS"/>
              </a:rPr>
              <a:t>DFS,</a:t>
            </a:r>
            <a:r>
              <a:rPr sz="2294" spc="-229" dirty="0">
                <a:latin typeface="Trebuchet MS"/>
                <a:cs typeface="Trebuchet MS"/>
              </a:rPr>
              <a:t> </a:t>
            </a:r>
            <a:r>
              <a:rPr sz="2294" spc="-84" dirty="0">
                <a:latin typeface="Trebuchet MS"/>
                <a:cs typeface="Trebuchet MS"/>
              </a:rPr>
              <a:t>modest</a:t>
            </a:r>
            <a:r>
              <a:rPr sz="2294" spc="-101" dirty="0">
                <a:latin typeface="Trebuchet MS"/>
                <a:cs typeface="Trebuchet MS"/>
              </a:rPr>
              <a:t> </a:t>
            </a:r>
            <a:r>
              <a:rPr sz="2294" spc="-79" dirty="0">
                <a:latin typeface="Trebuchet MS"/>
                <a:cs typeface="Trebuchet MS"/>
              </a:rPr>
              <a:t>memory</a:t>
            </a:r>
            <a:r>
              <a:rPr sz="2294" spc="-119" dirty="0">
                <a:latin typeface="Trebuchet MS"/>
                <a:cs typeface="Trebuchet MS"/>
              </a:rPr>
              <a:t> </a:t>
            </a:r>
            <a:r>
              <a:rPr sz="2294" spc="-101" dirty="0">
                <a:latin typeface="Trebuchet MS"/>
                <a:cs typeface="Trebuchet MS"/>
              </a:rPr>
              <a:t>requirements</a:t>
            </a:r>
            <a:r>
              <a:rPr sz="2294" spc="-472" dirty="0">
                <a:latin typeface="Trebuchet MS"/>
                <a:cs typeface="Trebuchet MS"/>
              </a:rPr>
              <a:t> </a:t>
            </a:r>
            <a:r>
              <a:rPr sz="2294" spc="-9" dirty="0">
                <a:latin typeface="Trebuchet MS"/>
                <a:cs typeface="Trebuchet MS"/>
              </a:rPr>
              <a:t>O(bd)</a:t>
            </a:r>
            <a:endParaRPr sz="2294">
              <a:latin typeface="Trebuchet MS"/>
              <a:cs typeface="Trebuchet MS"/>
            </a:endParaRPr>
          </a:p>
          <a:p>
            <a:pPr marL="253827" marR="4483" indent="-243181" algn="just">
              <a:lnSpc>
                <a:spcPct val="90000"/>
              </a:lnSpc>
              <a:spcBef>
                <a:spcPts val="574"/>
              </a:spcBef>
              <a:buFont typeface="Microsoft Sans Serif"/>
              <a:buChar char="•"/>
              <a:tabLst>
                <a:tab pos="255508" algn="l"/>
              </a:tabLst>
            </a:pPr>
            <a:r>
              <a:rPr sz="2294" spc="-202" dirty="0">
                <a:latin typeface="Trebuchet MS"/>
                <a:cs typeface="Trebuchet MS"/>
              </a:rPr>
              <a:t>like</a:t>
            </a:r>
            <a:r>
              <a:rPr sz="2294" spc="26" dirty="0">
                <a:latin typeface="Trebuchet MS"/>
                <a:cs typeface="Trebuchet MS"/>
              </a:rPr>
              <a:t> </a:t>
            </a:r>
            <a:r>
              <a:rPr sz="2294" spc="-199" dirty="0">
                <a:latin typeface="Trebuchet MS"/>
                <a:cs typeface="Trebuchet MS"/>
              </a:rPr>
              <a:t>BFS,</a:t>
            </a:r>
            <a:r>
              <a:rPr sz="2294" spc="26" dirty="0">
                <a:latin typeface="Trebuchet MS"/>
                <a:cs typeface="Trebuchet MS"/>
              </a:rPr>
              <a:t> </a:t>
            </a:r>
            <a:r>
              <a:rPr sz="2294" spc="-247" dirty="0">
                <a:latin typeface="Trebuchet MS"/>
                <a:cs typeface="Trebuchet MS"/>
              </a:rPr>
              <a:t>it</a:t>
            </a:r>
            <a:r>
              <a:rPr sz="2294" spc="71" dirty="0">
                <a:latin typeface="Trebuchet MS"/>
                <a:cs typeface="Trebuchet MS"/>
              </a:rPr>
              <a:t> </a:t>
            </a:r>
            <a:r>
              <a:rPr sz="2294" spc="-79" dirty="0">
                <a:latin typeface="Trebuchet MS"/>
                <a:cs typeface="Trebuchet MS"/>
              </a:rPr>
              <a:t>is</a:t>
            </a:r>
            <a:r>
              <a:rPr sz="2294" spc="-93" dirty="0">
                <a:latin typeface="Trebuchet MS"/>
                <a:cs typeface="Trebuchet MS"/>
              </a:rPr>
              <a:t> </a:t>
            </a:r>
            <a:r>
              <a:rPr sz="2294" spc="-141" dirty="0">
                <a:latin typeface="Trebuchet MS"/>
                <a:cs typeface="Trebuchet MS"/>
              </a:rPr>
              <a:t>complete</a:t>
            </a:r>
            <a:r>
              <a:rPr sz="2294" spc="-31" dirty="0">
                <a:latin typeface="Trebuchet MS"/>
                <a:cs typeface="Trebuchet MS"/>
              </a:rPr>
              <a:t> </a:t>
            </a:r>
            <a:r>
              <a:rPr sz="2294" spc="-79" dirty="0">
                <a:latin typeface="Trebuchet MS"/>
                <a:cs typeface="Trebuchet MS"/>
              </a:rPr>
              <a:t>when</a:t>
            </a:r>
            <a:r>
              <a:rPr sz="2294" spc="-97" dirty="0">
                <a:latin typeface="Trebuchet MS"/>
                <a:cs typeface="Trebuchet MS"/>
              </a:rPr>
              <a:t> </a:t>
            </a:r>
            <a:r>
              <a:rPr sz="2294" spc="-150" dirty="0">
                <a:latin typeface="Trebuchet MS"/>
                <a:cs typeface="Trebuchet MS"/>
              </a:rPr>
              <a:t>branching</a:t>
            </a:r>
            <a:r>
              <a:rPr sz="2294" spc="-22" dirty="0">
                <a:latin typeface="Trebuchet MS"/>
                <a:cs typeface="Trebuchet MS"/>
              </a:rPr>
              <a:t> </a:t>
            </a:r>
            <a:r>
              <a:rPr sz="2294" spc="-44" dirty="0">
                <a:latin typeface="Trebuchet MS"/>
                <a:cs typeface="Trebuchet MS"/>
              </a:rPr>
              <a:t>factor</a:t>
            </a:r>
            <a:r>
              <a:rPr sz="2294" spc="-128" dirty="0">
                <a:latin typeface="Trebuchet MS"/>
                <a:cs typeface="Trebuchet MS"/>
              </a:rPr>
              <a:t> </a:t>
            </a:r>
            <a:r>
              <a:rPr sz="2294" spc="-79" dirty="0">
                <a:latin typeface="Trebuchet MS"/>
                <a:cs typeface="Trebuchet MS"/>
              </a:rPr>
              <a:t>is</a:t>
            </a:r>
            <a:r>
              <a:rPr sz="2294" spc="18" dirty="0">
                <a:latin typeface="Trebuchet MS"/>
                <a:cs typeface="Trebuchet MS"/>
              </a:rPr>
              <a:t> </a:t>
            </a:r>
            <a:r>
              <a:rPr sz="2294" spc="-172" dirty="0">
                <a:latin typeface="Trebuchet MS"/>
                <a:cs typeface="Trebuchet MS"/>
              </a:rPr>
              <a:t>finite,</a:t>
            </a:r>
            <a:r>
              <a:rPr sz="2294" dirty="0">
                <a:latin typeface="Trebuchet MS"/>
                <a:cs typeface="Trebuchet MS"/>
              </a:rPr>
              <a:t> </a:t>
            </a:r>
            <a:r>
              <a:rPr sz="2294" spc="-22" dirty="0">
                <a:latin typeface="Trebuchet MS"/>
                <a:cs typeface="Trebuchet MS"/>
              </a:rPr>
              <a:t>and 	</a:t>
            </a:r>
            <a:r>
              <a:rPr sz="2294" spc="-128" dirty="0">
                <a:latin typeface="Trebuchet MS"/>
                <a:cs typeface="Trebuchet MS"/>
              </a:rPr>
              <a:t>optimal</a:t>
            </a:r>
            <a:r>
              <a:rPr sz="2294" spc="-49" dirty="0">
                <a:latin typeface="Trebuchet MS"/>
                <a:cs typeface="Trebuchet MS"/>
              </a:rPr>
              <a:t> </a:t>
            </a:r>
            <a:r>
              <a:rPr sz="2294" spc="-79" dirty="0">
                <a:latin typeface="Trebuchet MS"/>
                <a:cs typeface="Trebuchet MS"/>
              </a:rPr>
              <a:t>when</a:t>
            </a:r>
            <a:r>
              <a:rPr sz="2294" spc="-93" dirty="0">
                <a:latin typeface="Trebuchet MS"/>
                <a:cs typeface="Trebuchet MS"/>
              </a:rPr>
              <a:t> </a:t>
            </a:r>
            <a:r>
              <a:rPr sz="2294" spc="-119" dirty="0">
                <a:latin typeface="Trebuchet MS"/>
                <a:cs typeface="Trebuchet MS"/>
              </a:rPr>
              <a:t>the</a:t>
            </a:r>
            <a:r>
              <a:rPr sz="2294" spc="-57" dirty="0">
                <a:latin typeface="Trebuchet MS"/>
                <a:cs typeface="Trebuchet MS"/>
              </a:rPr>
              <a:t> </a:t>
            </a:r>
            <a:r>
              <a:rPr sz="2294" spc="-128" dirty="0">
                <a:latin typeface="Trebuchet MS"/>
                <a:cs typeface="Trebuchet MS"/>
              </a:rPr>
              <a:t>path</a:t>
            </a:r>
            <a:r>
              <a:rPr sz="2294" spc="-44" dirty="0">
                <a:latin typeface="Trebuchet MS"/>
                <a:cs typeface="Trebuchet MS"/>
              </a:rPr>
              <a:t> </a:t>
            </a:r>
            <a:r>
              <a:rPr sz="2294" spc="-132" dirty="0">
                <a:latin typeface="Trebuchet MS"/>
                <a:cs typeface="Trebuchet MS"/>
              </a:rPr>
              <a:t>cost</a:t>
            </a:r>
            <a:r>
              <a:rPr sz="2294" spc="-40" dirty="0">
                <a:latin typeface="Trebuchet MS"/>
                <a:cs typeface="Trebuchet MS"/>
              </a:rPr>
              <a:t> </a:t>
            </a:r>
            <a:r>
              <a:rPr sz="2294" spc="-79" dirty="0">
                <a:latin typeface="Trebuchet MS"/>
                <a:cs typeface="Trebuchet MS"/>
              </a:rPr>
              <a:t>is</a:t>
            </a:r>
            <a:r>
              <a:rPr sz="2294" spc="-97" dirty="0">
                <a:latin typeface="Trebuchet MS"/>
                <a:cs typeface="Trebuchet MS"/>
              </a:rPr>
              <a:t> </a:t>
            </a:r>
            <a:r>
              <a:rPr sz="2294" dirty="0">
                <a:latin typeface="Trebuchet MS"/>
                <a:cs typeface="Trebuchet MS"/>
              </a:rPr>
              <a:t>a</a:t>
            </a:r>
            <a:r>
              <a:rPr sz="2294" spc="494" dirty="0">
                <a:latin typeface="Trebuchet MS"/>
                <a:cs typeface="Trebuchet MS"/>
              </a:rPr>
              <a:t> </a:t>
            </a:r>
            <a:r>
              <a:rPr sz="2294" spc="-101" dirty="0">
                <a:latin typeface="Trebuchet MS"/>
                <a:cs typeface="Trebuchet MS"/>
              </a:rPr>
              <a:t>nondecreasing</a:t>
            </a:r>
            <a:r>
              <a:rPr sz="2294" spc="-49" dirty="0">
                <a:latin typeface="Trebuchet MS"/>
                <a:cs typeface="Trebuchet MS"/>
              </a:rPr>
              <a:t> </a:t>
            </a:r>
            <a:r>
              <a:rPr sz="2294" spc="-110" dirty="0">
                <a:latin typeface="Trebuchet MS"/>
                <a:cs typeface="Trebuchet MS"/>
              </a:rPr>
              <a:t>function</a:t>
            </a:r>
            <a:r>
              <a:rPr sz="2294" spc="-62" dirty="0">
                <a:latin typeface="Trebuchet MS"/>
                <a:cs typeface="Trebuchet MS"/>
              </a:rPr>
              <a:t> </a:t>
            </a:r>
            <a:r>
              <a:rPr sz="2294" spc="-22" dirty="0">
                <a:latin typeface="Trebuchet MS"/>
                <a:cs typeface="Trebuchet MS"/>
              </a:rPr>
              <a:t>of 	</a:t>
            </a:r>
            <a:r>
              <a:rPr sz="2294" spc="-75" dirty="0">
                <a:latin typeface="Trebuchet MS"/>
                <a:cs typeface="Trebuchet MS"/>
              </a:rPr>
              <a:t>the</a:t>
            </a:r>
            <a:r>
              <a:rPr sz="2294" spc="-216" dirty="0">
                <a:latin typeface="Trebuchet MS"/>
                <a:cs typeface="Trebuchet MS"/>
              </a:rPr>
              <a:t> </a:t>
            </a:r>
            <a:r>
              <a:rPr sz="2294" spc="-93" dirty="0">
                <a:latin typeface="Trebuchet MS"/>
                <a:cs typeface="Trebuchet MS"/>
              </a:rPr>
              <a:t>dept</a:t>
            </a:r>
            <a:r>
              <a:rPr sz="2294" spc="-224" dirty="0">
                <a:latin typeface="Trebuchet MS"/>
                <a:cs typeface="Trebuchet MS"/>
              </a:rPr>
              <a:t> </a:t>
            </a:r>
            <a:r>
              <a:rPr sz="2294" spc="-57" dirty="0">
                <a:latin typeface="Trebuchet MS"/>
                <a:cs typeface="Trebuchet MS"/>
              </a:rPr>
              <a:t>of</a:t>
            </a:r>
            <a:r>
              <a:rPr sz="2294" spc="-180" dirty="0">
                <a:latin typeface="Trebuchet MS"/>
                <a:cs typeface="Trebuchet MS"/>
              </a:rPr>
              <a:t> </a:t>
            </a:r>
            <a:r>
              <a:rPr sz="2294" dirty="0">
                <a:latin typeface="Trebuchet MS"/>
                <a:cs typeface="Trebuchet MS"/>
              </a:rPr>
              <a:t>the</a:t>
            </a:r>
            <a:r>
              <a:rPr sz="2294" spc="234" dirty="0">
                <a:latin typeface="Trebuchet MS"/>
                <a:cs typeface="Trebuchet MS"/>
              </a:rPr>
              <a:t> </a:t>
            </a:r>
            <a:r>
              <a:rPr sz="2294" spc="-18" dirty="0">
                <a:latin typeface="Trebuchet MS"/>
                <a:cs typeface="Trebuchet MS"/>
              </a:rPr>
              <a:t>node</a:t>
            </a:r>
            <a:endParaRPr sz="2294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21</a:t>
            </a:fld>
            <a:endParaRPr spc="-22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9249" y="1072063"/>
            <a:ext cx="8700008" cy="689555"/>
          </a:xfrm>
          <a:prstGeom prst="rect">
            <a:avLst/>
          </a:prstGeom>
        </p:spPr>
        <p:txBody>
          <a:bodyPr vert="horz" wrap="square" lIns="0" tIns="1232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97"/>
              </a:spcBef>
            </a:pPr>
            <a:r>
              <a:rPr spc="-176" dirty="0"/>
              <a:t>Iterative</a:t>
            </a:r>
            <a:r>
              <a:rPr spc="-287" dirty="0"/>
              <a:t> </a:t>
            </a:r>
            <a:r>
              <a:rPr spc="-106" dirty="0"/>
              <a:t>Deepening</a:t>
            </a:r>
            <a:r>
              <a:rPr spc="-397" dirty="0"/>
              <a:t> </a:t>
            </a:r>
            <a:r>
              <a:rPr spc="-101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2887" y="2209365"/>
            <a:ext cx="7102849" cy="2677091"/>
          </a:xfrm>
          <a:prstGeom prst="rect">
            <a:avLst/>
          </a:prstGeom>
        </p:spPr>
        <p:txBody>
          <a:bodyPr vert="horz" wrap="square" lIns="0" tIns="66115" rIns="0" bIns="0" rtlCol="0">
            <a:spAutoFit/>
          </a:bodyPr>
          <a:lstStyle/>
          <a:p>
            <a:pPr marL="255508" indent="-244301">
              <a:spcBef>
                <a:spcPts val="521"/>
              </a:spcBef>
              <a:buFont typeface="Microsoft Sans Serif"/>
              <a:buChar char="•"/>
              <a:tabLst>
                <a:tab pos="255508" algn="l"/>
              </a:tabLst>
            </a:pPr>
            <a:r>
              <a:rPr sz="1721" spc="-18" dirty="0">
                <a:latin typeface="Trebuchet MS"/>
                <a:cs typeface="Trebuchet MS"/>
              </a:rPr>
              <a:t>Mayseem</a:t>
            </a:r>
            <a:r>
              <a:rPr sz="1721" spc="-132" dirty="0">
                <a:latin typeface="Trebuchet MS"/>
                <a:cs typeface="Trebuchet MS"/>
              </a:rPr>
              <a:t> </a:t>
            </a:r>
            <a:r>
              <a:rPr sz="1721" spc="-84" dirty="0">
                <a:latin typeface="Trebuchet MS"/>
                <a:cs typeface="Trebuchet MS"/>
              </a:rPr>
              <a:t>wasteful</a:t>
            </a:r>
            <a:r>
              <a:rPr sz="1721" spc="-199" dirty="0">
                <a:latin typeface="Trebuchet MS"/>
                <a:cs typeface="Trebuchet MS"/>
              </a:rPr>
              <a:t> </a:t>
            </a:r>
            <a:r>
              <a:rPr sz="1721" spc="-79" dirty="0">
                <a:latin typeface="Trebuchet MS"/>
                <a:cs typeface="Trebuchet MS"/>
              </a:rPr>
              <a:t>because</a:t>
            </a:r>
            <a:r>
              <a:rPr sz="1721" spc="-154" dirty="0">
                <a:latin typeface="Trebuchet MS"/>
                <a:cs typeface="Trebuchet MS"/>
              </a:rPr>
              <a:t> </a:t>
            </a:r>
            <a:r>
              <a:rPr sz="1721" spc="-88" dirty="0">
                <a:latin typeface="Trebuchet MS"/>
                <a:cs typeface="Trebuchet MS"/>
              </a:rPr>
              <a:t>states</a:t>
            </a:r>
            <a:r>
              <a:rPr sz="1721" spc="-176" dirty="0">
                <a:latin typeface="Trebuchet MS"/>
                <a:cs typeface="Trebuchet MS"/>
              </a:rPr>
              <a:t> </a:t>
            </a:r>
            <a:r>
              <a:rPr sz="1721" spc="-75" dirty="0">
                <a:latin typeface="Trebuchet MS"/>
                <a:cs typeface="Trebuchet MS"/>
              </a:rPr>
              <a:t>are</a:t>
            </a:r>
            <a:r>
              <a:rPr sz="1721" spc="-176" dirty="0">
                <a:latin typeface="Trebuchet MS"/>
                <a:cs typeface="Trebuchet MS"/>
              </a:rPr>
              <a:t> </a:t>
            </a:r>
            <a:r>
              <a:rPr sz="1721" spc="-93" dirty="0">
                <a:latin typeface="Trebuchet MS"/>
                <a:cs typeface="Trebuchet MS"/>
              </a:rPr>
              <a:t>generated</a:t>
            </a:r>
            <a:r>
              <a:rPr sz="1721" spc="-163" dirty="0">
                <a:latin typeface="Trebuchet MS"/>
                <a:cs typeface="Trebuchet MS"/>
              </a:rPr>
              <a:t> </a:t>
            </a:r>
            <a:r>
              <a:rPr sz="1721" spc="-53" dirty="0">
                <a:latin typeface="Trebuchet MS"/>
                <a:cs typeface="Trebuchet MS"/>
              </a:rPr>
              <a:t>multiple</a:t>
            </a:r>
            <a:r>
              <a:rPr sz="1721" spc="274" dirty="0">
                <a:latin typeface="Trebuchet MS"/>
                <a:cs typeface="Trebuchet MS"/>
              </a:rPr>
              <a:t> </a:t>
            </a:r>
            <a:r>
              <a:rPr sz="1721" spc="-9" dirty="0">
                <a:latin typeface="Trebuchet MS"/>
                <a:cs typeface="Trebuchet MS"/>
              </a:rPr>
              <a:t>times</a:t>
            </a:r>
            <a:endParaRPr sz="1721">
              <a:latin typeface="Trebuchet MS"/>
              <a:cs typeface="Trebuchet MS"/>
            </a:endParaRPr>
          </a:p>
          <a:p>
            <a:pPr marL="256068" marR="4483" indent="-245422">
              <a:lnSpc>
                <a:spcPts val="2056"/>
              </a:lnSpc>
              <a:spcBef>
                <a:spcPts val="512"/>
              </a:spcBef>
              <a:buFont typeface="Microsoft Sans Serif"/>
              <a:buChar char="•"/>
              <a:tabLst>
                <a:tab pos="256068" algn="l"/>
              </a:tabLst>
            </a:pPr>
            <a:r>
              <a:rPr sz="1721" spc="-57" dirty="0">
                <a:latin typeface="Trebuchet MS"/>
                <a:cs typeface="Trebuchet MS"/>
              </a:rPr>
              <a:t>but</a:t>
            </a:r>
            <a:r>
              <a:rPr sz="1721" spc="-224" dirty="0">
                <a:latin typeface="Trebuchet MS"/>
                <a:cs typeface="Trebuchet MS"/>
              </a:rPr>
              <a:t> </a:t>
            </a:r>
            <a:r>
              <a:rPr sz="1721" spc="-93" dirty="0">
                <a:latin typeface="Trebuchet MS"/>
                <a:cs typeface="Trebuchet MS"/>
              </a:rPr>
              <a:t>actua</a:t>
            </a:r>
            <a:r>
              <a:rPr sz="1721" spc="-199" dirty="0">
                <a:latin typeface="Trebuchet MS"/>
                <a:cs typeface="Trebuchet MS"/>
              </a:rPr>
              <a:t> </a:t>
            </a:r>
            <a:r>
              <a:rPr sz="1721" b="1" spc="-62" dirty="0">
                <a:latin typeface="Trebuchet MS"/>
                <a:cs typeface="Trebuchet MS"/>
              </a:rPr>
              <a:t>l</a:t>
            </a:r>
            <a:r>
              <a:rPr sz="1721" spc="-62" dirty="0">
                <a:latin typeface="Trebuchet MS"/>
                <a:cs typeface="Trebuchet MS"/>
              </a:rPr>
              <a:t>y</a:t>
            </a:r>
            <a:r>
              <a:rPr sz="1721" spc="-194" dirty="0">
                <a:latin typeface="Trebuchet MS"/>
                <a:cs typeface="Trebuchet MS"/>
              </a:rPr>
              <a:t> </a:t>
            </a:r>
            <a:r>
              <a:rPr sz="1721" spc="-49" dirty="0">
                <a:latin typeface="Trebuchet MS"/>
                <a:cs typeface="Trebuchet MS"/>
              </a:rPr>
              <a:t>not</a:t>
            </a:r>
            <a:r>
              <a:rPr sz="1721" spc="-202" dirty="0">
                <a:latin typeface="Trebuchet MS"/>
                <a:cs typeface="Trebuchet MS"/>
              </a:rPr>
              <a:t> </a:t>
            </a:r>
            <a:r>
              <a:rPr sz="1721" spc="-71" dirty="0">
                <a:latin typeface="Trebuchet MS"/>
                <a:cs typeface="Trebuchet MS"/>
              </a:rPr>
              <a:t>very</a:t>
            </a:r>
            <a:r>
              <a:rPr sz="1721" spc="-199" dirty="0">
                <a:latin typeface="Trebuchet MS"/>
                <a:cs typeface="Trebuchet MS"/>
              </a:rPr>
              <a:t> </a:t>
            </a:r>
            <a:r>
              <a:rPr sz="1721" spc="-141" dirty="0">
                <a:latin typeface="Trebuchet MS"/>
                <a:cs typeface="Trebuchet MS"/>
              </a:rPr>
              <a:t>costly,</a:t>
            </a:r>
            <a:r>
              <a:rPr sz="1721" spc="-247" dirty="0">
                <a:latin typeface="Trebuchet MS"/>
                <a:cs typeface="Trebuchet MS"/>
              </a:rPr>
              <a:t> </a:t>
            </a:r>
            <a:r>
              <a:rPr sz="1721" spc="-79" dirty="0">
                <a:latin typeface="Trebuchet MS"/>
                <a:cs typeface="Trebuchet MS"/>
              </a:rPr>
              <a:t>because</a:t>
            </a:r>
            <a:r>
              <a:rPr sz="1721" spc="-194" dirty="0">
                <a:latin typeface="Trebuchet MS"/>
                <a:cs typeface="Trebuchet MS"/>
              </a:rPr>
              <a:t> </a:t>
            </a:r>
            <a:r>
              <a:rPr sz="1721" spc="-53" dirty="0">
                <a:latin typeface="Trebuchet MS"/>
                <a:cs typeface="Trebuchet MS"/>
              </a:rPr>
              <a:t>nodes</a:t>
            </a:r>
            <a:r>
              <a:rPr sz="1721" spc="-194" dirty="0">
                <a:latin typeface="Trebuchet MS"/>
                <a:cs typeface="Trebuchet MS"/>
              </a:rPr>
              <a:t> </a:t>
            </a:r>
            <a:r>
              <a:rPr sz="1721" spc="-71" dirty="0">
                <a:latin typeface="Trebuchet MS"/>
                <a:cs typeface="Trebuchet MS"/>
              </a:rPr>
              <a:t>at</a:t>
            </a:r>
            <a:r>
              <a:rPr sz="1721" spc="-221" dirty="0">
                <a:latin typeface="Trebuchet MS"/>
                <a:cs typeface="Trebuchet MS"/>
              </a:rPr>
              <a:t> </a:t>
            </a:r>
            <a:r>
              <a:rPr sz="1721" spc="-66" dirty="0">
                <a:latin typeface="Trebuchet MS"/>
                <a:cs typeface="Trebuchet MS"/>
              </a:rPr>
              <a:t>the</a:t>
            </a:r>
            <a:r>
              <a:rPr sz="1721" spc="-224" dirty="0">
                <a:latin typeface="Trebuchet MS"/>
                <a:cs typeface="Trebuchet MS"/>
              </a:rPr>
              <a:t> </a:t>
            </a:r>
            <a:r>
              <a:rPr sz="1721" spc="-31" dirty="0">
                <a:latin typeface="Trebuchet MS"/>
                <a:cs typeface="Trebuchet MS"/>
              </a:rPr>
              <a:t>bottom</a:t>
            </a:r>
            <a:r>
              <a:rPr sz="1721" spc="344" dirty="0">
                <a:latin typeface="Trebuchet MS"/>
                <a:cs typeface="Trebuchet MS"/>
              </a:rPr>
              <a:t> </a:t>
            </a:r>
            <a:r>
              <a:rPr sz="1721" spc="-93" dirty="0">
                <a:latin typeface="Trebuchet MS"/>
                <a:cs typeface="Trebuchet MS"/>
              </a:rPr>
              <a:t>level</a:t>
            </a:r>
            <a:r>
              <a:rPr sz="1721" spc="-172" dirty="0">
                <a:latin typeface="Trebuchet MS"/>
                <a:cs typeface="Trebuchet MS"/>
              </a:rPr>
              <a:t> </a:t>
            </a:r>
            <a:r>
              <a:rPr sz="1721" spc="-75" dirty="0">
                <a:latin typeface="Trebuchet MS"/>
                <a:cs typeface="Trebuchet MS"/>
              </a:rPr>
              <a:t>are</a:t>
            </a:r>
            <a:r>
              <a:rPr sz="1721" spc="-172" dirty="0">
                <a:latin typeface="Trebuchet MS"/>
                <a:cs typeface="Trebuchet MS"/>
              </a:rPr>
              <a:t> </a:t>
            </a:r>
            <a:r>
              <a:rPr sz="1721" spc="-44" dirty="0">
                <a:latin typeface="Trebuchet MS"/>
                <a:cs typeface="Trebuchet MS"/>
              </a:rPr>
              <a:t>generated </a:t>
            </a:r>
            <a:r>
              <a:rPr sz="1721" spc="-9" dirty="0">
                <a:latin typeface="Trebuchet MS"/>
                <a:cs typeface="Trebuchet MS"/>
              </a:rPr>
              <a:t>onlyonce</a:t>
            </a:r>
            <a:endParaRPr sz="1721">
              <a:latin typeface="Trebuchet MS"/>
              <a:cs typeface="Trebuchet MS"/>
            </a:endParaRPr>
          </a:p>
          <a:p>
            <a:pPr marL="256068" marR="196113" indent="-245422">
              <a:spcBef>
                <a:spcPts val="366"/>
              </a:spcBef>
              <a:buFont typeface="Microsoft Sans Serif"/>
              <a:buChar char="•"/>
              <a:tabLst>
                <a:tab pos="256068" algn="l"/>
              </a:tabLst>
            </a:pPr>
            <a:r>
              <a:rPr sz="1721" spc="-18" dirty="0">
                <a:latin typeface="Trebuchet MS"/>
                <a:cs typeface="Trebuchet MS"/>
              </a:rPr>
              <a:t>In</a:t>
            </a:r>
            <a:r>
              <a:rPr sz="1721" spc="-84" dirty="0">
                <a:latin typeface="Trebuchet MS"/>
                <a:cs typeface="Trebuchet MS"/>
              </a:rPr>
              <a:t> </a:t>
            </a:r>
            <a:r>
              <a:rPr sz="1721" spc="-110" dirty="0">
                <a:latin typeface="Trebuchet MS"/>
                <a:cs typeface="Trebuchet MS"/>
              </a:rPr>
              <a:t>practice,</a:t>
            </a:r>
            <a:r>
              <a:rPr sz="1721" spc="-221" dirty="0">
                <a:latin typeface="Trebuchet MS"/>
                <a:cs typeface="Trebuchet MS"/>
              </a:rPr>
              <a:t> </a:t>
            </a:r>
            <a:r>
              <a:rPr sz="1721" spc="-137" dirty="0">
                <a:latin typeface="Trebuchet MS"/>
                <a:cs typeface="Trebuchet MS"/>
              </a:rPr>
              <a:t>however,</a:t>
            </a:r>
            <a:r>
              <a:rPr sz="1721" spc="-190" dirty="0">
                <a:latin typeface="Trebuchet MS"/>
                <a:cs typeface="Trebuchet MS"/>
              </a:rPr>
              <a:t> </a:t>
            </a:r>
            <a:r>
              <a:rPr sz="1721" spc="-66" dirty="0">
                <a:latin typeface="Trebuchet MS"/>
                <a:cs typeface="Trebuchet MS"/>
              </a:rPr>
              <a:t>the</a:t>
            </a:r>
            <a:r>
              <a:rPr sz="1721" spc="-154" dirty="0">
                <a:latin typeface="Trebuchet MS"/>
                <a:cs typeface="Trebuchet MS"/>
              </a:rPr>
              <a:t> </a:t>
            </a:r>
            <a:r>
              <a:rPr sz="1721" spc="-75" dirty="0">
                <a:latin typeface="Trebuchet MS"/>
                <a:cs typeface="Trebuchet MS"/>
              </a:rPr>
              <a:t>overhead</a:t>
            </a:r>
            <a:r>
              <a:rPr sz="1721" spc="-146" dirty="0">
                <a:latin typeface="Trebuchet MS"/>
                <a:cs typeface="Trebuchet MS"/>
              </a:rPr>
              <a:t> </a:t>
            </a:r>
            <a:r>
              <a:rPr sz="1721" spc="-49" dirty="0">
                <a:latin typeface="Trebuchet MS"/>
                <a:cs typeface="Trebuchet MS"/>
              </a:rPr>
              <a:t>of</a:t>
            </a:r>
            <a:r>
              <a:rPr sz="1721" spc="-124" dirty="0">
                <a:latin typeface="Trebuchet MS"/>
                <a:cs typeface="Trebuchet MS"/>
              </a:rPr>
              <a:t> </a:t>
            </a:r>
            <a:r>
              <a:rPr sz="1721" spc="-75" dirty="0">
                <a:latin typeface="Trebuchet MS"/>
                <a:cs typeface="Trebuchet MS"/>
              </a:rPr>
              <a:t>these</a:t>
            </a:r>
            <a:r>
              <a:rPr sz="1721" spc="-124" dirty="0">
                <a:latin typeface="Trebuchet MS"/>
                <a:cs typeface="Trebuchet MS"/>
              </a:rPr>
              <a:t> </a:t>
            </a:r>
            <a:r>
              <a:rPr sz="1721" spc="-53" dirty="0">
                <a:latin typeface="Trebuchet MS"/>
                <a:cs typeface="Trebuchet MS"/>
              </a:rPr>
              <a:t>multiple</a:t>
            </a:r>
            <a:r>
              <a:rPr sz="1721" spc="331" dirty="0">
                <a:latin typeface="Trebuchet MS"/>
                <a:cs typeface="Trebuchet MS"/>
              </a:rPr>
              <a:t> </a:t>
            </a:r>
            <a:r>
              <a:rPr sz="1721" spc="-75" dirty="0">
                <a:latin typeface="Trebuchet MS"/>
                <a:cs typeface="Trebuchet MS"/>
              </a:rPr>
              <a:t>expansions</a:t>
            </a:r>
            <a:r>
              <a:rPr sz="1721" spc="-199" dirty="0">
                <a:latin typeface="Trebuchet MS"/>
                <a:cs typeface="Trebuchet MS"/>
              </a:rPr>
              <a:t> </a:t>
            </a:r>
            <a:r>
              <a:rPr sz="1721" spc="-44" dirty="0">
                <a:latin typeface="Trebuchet MS"/>
                <a:cs typeface="Trebuchet MS"/>
              </a:rPr>
              <a:t>is</a:t>
            </a:r>
            <a:r>
              <a:rPr sz="1721" spc="-190" dirty="0">
                <a:latin typeface="Trebuchet MS"/>
                <a:cs typeface="Trebuchet MS"/>
              </a:rPr>
              <a:t> </a:t>
            </a:r>
            <a:r>
              <a:rPr sz="1721" spc="-75" dirty="0">
                <a:latin typeface="Trebuchet MS"/>
                <a:cs typeface="Trebuchet MS"/>
              </a:rPr>
              <a:t>sma</a:t>
            </a:r>
            <a:r>
              <a:rPr sz="1721" spc="-194" dirty="0">
                <a:latin typeface="Trebuchet MS"/>
                <a:cs typeface="Trebuchet MS"/>
              </a:rPr>
              <a:t> </a:t>
            </a:r>
            <a:r>
              <a:rPr sz="1721" b="1" spc="-22" dirty="0">
                <a:latin typeface="Trebuchet MS"/>
                <a:cs typeface="Trebuchet MS"/>
              </a:rPr>
              <a:t>l</a:t>
            </a:r>
            <a:r>
              <a:rPr sz="1721" spc="-22" dirty="0">
                <a:latin typeface="Trebuchet MS"/>
                <a:cs typeface="Trebuchet MS"/>
              </a:rPr>
              <a:t>, </a:t>
            </a:r>
            <a:r>
              <a:rPr sz="1721" spc="-79" dirty="0">
                <a:latin typeface="Trebuchet MS"/>
                <a:cs typeface="Trebuchet MS"/>
              </a:rPr>
              <a:t>because</a:t>
            </a:r>
            <a:r>
              <a:rPr sz="1721" spc="-207" dirty="0">
                <a:latin typeface="Trebuchet MS"/>
                <a:cs typeface="Trebuchet MS"/>
              </a:rPr>
              <a:t> </a:t>
            </a:r>
            <a:r>
              <a:rPr sz="1721" spc="-53" dirty="0">
                <a:latin typeface="Trebuchet MS"/>
                <a:cs typeface="Trebuchet MS"/>
              </a:rPr>
              <a:t>most</a:t>
            </a:r>
            <a:r>
              <a:rPr sz="1721" spc="-202" dirty="0">
                <a:latin typeface="Trebuchet MS"/>
                <a:cs typeface="Trebuchet MS"/>
              </a:rPr>
              <a:t> </a:t>
            </a:r>
            <a:r>
              <a:rPr sz="1721" spc="-49" dirty="0">
                <a:latin typeface="Trebuchet MS"/>
                <a:cs typeface="Trebuchet MS"/>
              </a:rPr>
              <a:t>of</a:t>
            </a:r>
            <a:r>
              <a:rPr sz="1721" spc="-207" dirty="0">
                <a:latin typeface="Trebuchet MS"/>
                <a:cs typeface="Trebuchet MS"/>
              </a:rPr>
              <a:t> </a:t>
            </a:r>
            <a:r>
              <a:rPr sz="1721" spc="-66" dirty="0">
                <a:latin typeface="Trebuchet MS"/>
                <a:cs typeface="Trebuchet MS"/>
              </a:rPr>
              <a:t>the</a:t>
            </a:r>
            <a:r>
              <a:rPr sz="1721" spc="-212" dirty="0">
                <a:latin typeface="Trebuchet MS"/>
                <a:cs typeface="Trebuchet MS"/>
              </a:rPr>
              <a:t> </a:t>
            </a:r>
            <a:r>
              <a:rPr sz="1721" spc="-53" dirty="0">
                <a:latin typeface="Trebuchet MS"/>
                <a:cs typeface="Trebuchet MS"/>
              </a:rPr>
              <a:t>nodes</a:t>
            </a:r>
            <a:r>
              <a:rPr sz="1721" spc="-185" dirty="0">
                <a:latin typeface="Trebuchet MS"/>
                <a:cs typeface="Trebuchet MS"/>
              </a:rPr>
              <a:t> </a:t>
            </a:r>
            <a:r>
              <a:rPr sz="1721" spc="-75" dirty="0">
                <a:latin typeface="Trebuchet MS"/>
                <a:cs typeface="Trebuchet MS"/>
              </a:rPr>
              <a:t>are</a:t>
            </a:r>
            <a:r>
              <a:rPr sz="1721" spc="-212" dirty="0">
                <a:latin typeface="Trebuchet MS"/>
                <a:cs typeface="Trebuchet MS"/>
              </a:rPr>
              <a:t> </a:t>
            </a:r>
            <a:r>
              <a:rPr sz="1721" spc="-40" dirty="0">
                <a:latin typeface="Trebuchet MS"/>
                <a:cs typeface="Trebuchet MS"/>
              </a:rPr>
              <a:t>towards</a:t>
            </a:r>
            <a:r>
              <a:rPr sz="1721" spc="326" dirty="0">
                <a:latin typeface="Trebuchet MS"/>
                <a:cs typeface="Trebuchet MS"/>
              </a:rPr>
              <a:t> </a:t>
            </a:r>
            <a:r>
              <a:rPr sz="1721" spc="-88" dirty="0">
                <a:latin typeface="Trebuchet MS"/>
                <a:cs typeface="Trebuchet MS"/>
              </a:rPr>
              <a:t>leaves</a:t>
            </a:r>
            <a:r>
              <a:rPr sz="1721" spc="-154" dirty="0">
                <a:latin typeface="Trebuchet MS"/>
                <a:cs typeface="Trebuchet MS"/>
              </a:rPr>
              <a:t> </a:t>
            </a:r>
            <a:r>
              <a:rPr sz="1721" spc="-79" dirty="0">
                <a:latin typeface="Trebuchet MS"/>
                <a:cs typeface="Trebuchet MS"/>
              </a:rPr>
              <a:t>(bottom)</a:t>
            </a:r>
            <a:r>
              <a:rPr sz="1721" spc="-172" dirty="0">
                <a:latin typeface="Trebuchet MS"/>
                <a:cs typeface="Trebuchet MS"/>
              </a:rPr>
              <a:t> </a:t>
            </a:r>
            <a:r>
              <a:rPr sz="1721" spc="-49" dirty="0">
                <a:latin typeface="Trebuchet MS"/>
                <a:cs typeface="Trebuchet MS"/>
              </a:rPr>
              <a:t>of</a:t>
            </a:r>
            <a:r>
              <a:rPr sz="1721" spc="-137" dirty="0">
                <a:latin typeface="Trebuchet MS"/>
                <a:cs typeface="Trebuchet MS"/>
              </a:rPr>
              <a:t> </a:t>
            </a:r>
            <a:r>
              <a:rPr sz="1721" spc="-66" dirty="0">
                <a:latin typeface="Trebuchet MS"/>
                <a:cs typeface="Trebuchet MS"/>
              </a:rPr>
              <a:t>the</a:t>
            </a:r>
            <a:r>
              <a:rPr sz="1721" spc="-159" dirty="0">
                <a:latin typeface="Trebuchet MS"/>
                <a:cs typeface="Trebuchet MS"/>
              </a:rPr>
              <a:t> </a:t>
            </a:r>
            <a:r>
              <a:rPr sz="1721" spc="-49" dirty="0">
                <a:latin typeface="Trebuchet MS"/>
                <a:cs typeface="Trebuchet MS"/>
              </a:rPr>
              <a:t>searchtree:</a:t>
            </a:r>
            <a:endParaRPr sz="1721">
              <a:latin typeface="Trebuchet MS"/>
              <a:cs typeface="Trebuchet MS"/>
            </a:endParaRPr>
          </a:p>
          <a:p>
            <a:pPr marL="256068" marR="725059" indent="409596">
              <a:spcBef>
                <a:spcPts val="432"/>
              </a:spcBef>
            </a:pPr>
            <a:r>
              <a:rPr sz="1721" i="1" spc="-101" dirty="0">
                <a:solidFill>
                  <a:srgbClr val="0000FF"/>
                </a:solidFill>
                <a:latin typeface="Trebuchet MS"/>
                <a:cs typeface="Trebuchet MS"/>
              </a:rPr>
              <a:t>thus,</a:t>
            </a:r>
            <a:r>
              <a:rPr sz="1721" i="1" spc="-234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721" i="1" spc="-93" dirty="0">
                <a:solidFill>
                  <a:srgbClr val="0000FF"/>
                </a:solidFill>
                <a:latin typeface="Trebuchet MS"/>
                <a:cs typeface="Trebuchet MS"/>
              </a:rPr>
              <a:t>the</a:t>
            </a:r>
            <a:r>
              <a:rPr sz="1721" i="1" spc="-221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721" i="1" spc="-66" dirty="0">
                <a:solidFill>
                  <a:srgbClr val="0000FF"/>
                </a:solidFill>
                <a:latin typeface="Trebuchet MS"/>
                <a:cs typeface="Trebuchet MS"/>
              </a:rPr>
              <a:t>nodes</a:t>
            </a:r>
            <a:r>
              <a:rPr sz="1721" i="1" spc="-11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721" i="1" spc="-93" dirty="0">
                <a:solidFill>
                  <a:srgbClr val="0000FF"/>
                </a:solidFill>
                <a:latin typeface="Trebuchet MS"/>
                <a:cs typeface="Trebuchet MS"/>
              </a:rPr>
              <a:t>that</a:t>
            </a:r>
            <a:r>
              <a:rPr sz="1721" i="1" spc="-194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721" i="1" spc="-75" dirty="0">
                <a:solidFill>
                  <a:srgbClr val="0000FF"/>
                </a:solidFill>
                <a:latin typeface="Trebuchet MS"/>
                <a:cs typeface="Trebuchet MS"/>
              </a:rPr>
              <a:t>are</a:t>
            </a:r>
            <a:r>
              <a:rPr sz="1721" i="1" spc="-154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721" i="1" spc="-93" dirty="0">
                <a:solidFill>
                  <a:srgbClr val="0000FF"/>
                </a:solidFill>
                <a:latin typeface="Trebuchet MS"/>
                <a:cs typeface="Trebuchet MS"/>
              </a:rPr>
              <a:t>evaluated</a:t>
            </a:r>
            <a:r>
              <a:rPr sz="1721" i="1" spc="-199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721" i="1" spc="-66" dirty="0">
                <a:solidFill>
                  <a:srgbClr val="0000FF"/>
                </a:solidFill>
                <a:latin typeface="Trebuchet MS"/>
                <a:cs typeface="Trebuchet MS"/>
              </a:rPr>
              <a:t>severaltimes</a:t>
            </a:r>
            <a:r>
              <a:rPr sz="1721" i="1" spc="216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721" i="1" spc="-93" dirty="0">
                <a:solidFill>
                  <a:srgbClr val="0000FF"/>
                </a:solidFill>
                <a:latin typeface="Trebuchet MS"/>
                <a:cs typeface="Trebuchet MS"/>
              </a:rPr>
              <a:t>(towards</a:t>
            </a:r>
            <a:r>
              <a:rPr sz="1721" i="1" spc="-124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721" i="1" spc="-84" dirty="0">
                <a:solidFill>
                  <a:srgbClr val="0000FF"/>
                </a:solidFill>
                <a:latin typeface="Trebuchet MS"/>
                <a:cs typeface="Trebuchet MS"/>
              </a:rPr>
              <a:t>top</a:t>
            </a:r>
            <a:r>
              <a:rPr sz="1721" i="1" spc="-199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721" i="1" spc="-22" dirty="0">
                <a:solidFill>
                  <a:srgbClr val="0000FF"/>
                </a:solidFill>
                <a:latin typeface="Trebuchet MS"/>
                <a:cs typeface="Trebuchet MS"/>
              </a:rPr>
              <a:t>of </a:t>
            </a:r>
            <a:r>
              <a:rPr sz="1721" i="1" spc="-110" dirty="0">
                <a:solidFill>
                  <a:srgbClr val="0000FF"/>
                </a:solidFill>
                <a:latin typeface="Trebuchet MS"/>
                <a:cs typeface="Trebuchet MS"/>
              </a:rPr>
              <a:t>tree)</a:t>
            </a:r>
            <a:r>
              <a:rPr sz="1721" i="1" spc="-251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721" i="1" spc="-75" dirty="0">
                <a:solidFill>
                  <a:srgbClr val="0000FF"/>
                </a:solidFill>
                <a:latin typeface="Trebuchet MS"/>
                <a:cs typeface="Trebuchet MS"/>
              </a:rPr>
              <a:t>are</a:t>
            </a:r>
            <a:r>
              <a:rPr sz="1721" i="1" spc="-141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721" i="1" spc="-62" dirty="0">
                <a:solidFill>
                  <a:srgbClr val="0000FF"/>
                </a:solidFill>
                <a:latin typeface="Trebuchet MS"/>
                <a:cs typeface="Trebuchet MS"/>
              </a:rPr>
              <a:t>in</a:t>
            </a:r>
            <a:r>
              <a:rPr sz="1721" i="1" spc="-168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721" i="1" spc="-110" dirty="0">
                <a:solidFill>
                  <a:srgbClr val="0000FF"/>
                </a:solidFill>
                <a:latin typeface="Trebuchet MS"/>
                <a:cs typeface="Trebuchet MS"/>
              </a:rPr>
              <a:t>relatively</a:t>
            </a:r>
            <a:r>
              <a:rPr sz="1721" i="1" spc="-221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721" i="1" spc="-18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721" i="1" spc="-22" dirty="0">
                <a:solidFill>
                  <a:srgbClr val="0000FF"/>
                </a:solidFill>
                <a:latin typeface="Trebuchet MS"/>
                <a:cs typeface="Trebuchet MS"/>
              </a:rPr>
              <a:t>ma</a:t>
            </a:r>
            <a:r>
              <a:rPr sz="1721" i="1" spc="-18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721" i="1" spc="176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721" i="1" spc="-49" dirty="0">
                <a:solidFill>
                  <a:srgbClr val="0000FF"/>
                </a:solidFill>
                <a:latin typeface="Trebuchet MS"/>
                <a:cs typeface="Trebuchet MS"/>
              </a:rPr>
              <a:t>n</a:t>
            </a:r>
            <a:r>
              <a:rPr sz="1721" i="1" spc="-53" dirty="0">
                <a:solidFill>
                  <a:srgbClr val="0000FF"/>
                </a:solidFill>
                <a:latin typeface="Trebuchet MS"/>
                <a:cs typeface="Trebuchet MS"/>
              </a:rPr>
              <a:t>um</a:t>
            </a:r>
            <a:r>
              <a:rPr sz="1721" i="1" spc="-57" dirty="0">
                <a:solidFill>
                  <a:srgbClr val="0000FF"/>
                </a:solidFill>
                <a:latin typeface="Trebuchet MS"/>
                <a:cs typeface="Trebuchet MS"/>
              </a:rPr>
              <a:t>b</a:t>
            </a:r>
            <a:r>
              <a:rPr sz="1721" i="1" spc="-53" dirty="0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r>
              <a:rPr sz="1721" i="1" spc="-278" dirty="0">
                <a:solidFill>
                  <a:srgbClr val="0000FF"/>
                </a:solidFill>
                <a:latin typeface="Trebuchet MS"/>
                <a:cs typeface="Trebuchet MS"/>
              </a:rPr>
              <a:t>r</a:t>
            </a:r>
            <a:r>
              <a:rPr sz="1721" i="1" spc="71" dirty="0">
                <a:solidFill>
                  <a:srgbClr val="0000FF"/>
                </a:solidFill>
                <a:latin typeface="Trebuchet MS"/>
                <a:cs typeface="Trebuchet MS"/>
              </a:rPr>
              <a:t>.</a:t>
            </a:r>
            <a:endParaRPr sz="1721">
              <a:latin typeface="Trebuchet MS"/>
              <a:cs typeface="Trebuchet MS"/>
            </a:endParaRPr>
          </a:p>
          <a:p>
            <a:pPr marL="256068" marR="253827" indent="-245422">
              <a:spcBef>
                <a:spcPts val="437"/>
              </a:spcBef>
              <a:buFont typeface="Microsoft Sans Serif"/>
              <a:buChar char="•"/>
              <a:tabLst>
                <a:tab pos="256068" algn="l"/>
              </a:tabLst>
            </a:pPr>
            <a:r>
              <a:rPr sz="1721" spc="-101" dirty="0">
                <a:latin typeface="Trebuchet MS"/>
                <a:cs typeface="Trebuchet MS"/>
              </a:rPr>
              <a:t>Iterative</a:t>
            </a:r>
            <a:r>
              <a:rPr sz="1721" spc="-137" dirty="0">
                <a:latin typeface="Trebuchet MS"/>
                <a:cs typeface="Trebuchet MS"/>
              </a:rPr>
              <a:t> </a:t>
            </a:r>
            <a:r>
              <a:rPr sz="1721" spc="-75" dirty="0">
                <a:latin typeface="Trebuchet MS"/>
                <a:cs typeface="Trebuchet MS"/>
              </a:rPr>
              <a:t>depending</a:t>
            </a:r>
            <a:r>
              <a:rPr sz="1721" spc="-124" dirty="0">
                <a:latin typeface="Trebuchet MS"/>
                <a:cs typeface="Trebuchet MS"/>
              </a:rPr>
              <a:t> </a:t>
            </a:r>
            <a:r>
              <a:rPr sz="1721" spc="-44" dirty="0">
                <a:latin typeface="Trebuchet MS"/>
                <a:cs typeface="Trebuchet MS"/>
              </a:rPr>
              <a:t>is</a:t>
            </a:r>
            <a:r>
              <a:rPr sz="1721" spc="-101" dirty="0">
                <a:latin typeface="Trebuchet MS"/>
                <a:cs typeface="Trebuchet MS"/>
              </a:rPr>
              <a:t> </a:t>
            </a:r>
            <a:r>
              <a:rPr sz="1721" spc="-66" dirty="0">
                <a:latin typeface="Trebuchet MS"/>
                <a:cs typeface="Trebuchet MS"/>
              </a:rPr>
              <a:t>the</a:t>
            </a:r>
            <a:r>
              <a:rPr sz="1721" spc="-168" dirty="0">
                <a:latin typeface="Trebuchet MS"/>
                <a:cs typeface="Trebuchet MS"/>
              </a:rPr>
              <a:t> </a:t>
            </a:r>
            <a:r>
              <a:rPr sz="1721" spc="-93" dirty="0">
                <a:latin typeface="Trebuchet MS"/>
                <a:cs typeface="Trebuchet MS"/>
              </a:rPr>
              <a:t>preferred</a:t>
            </a:r>
            <a:r>
              <a:rPr sz="1721" spc="-199" dirty="0">
                <a:latin typeface="Trebuchet MS"/>
                <a:cs typeface="Trebuchet MS"/>
              </a:rPr>
              <a:t> </a:t>
            </a:r>
            <a:r>
              <a:rPr sz="1721" spc="-71" dirty="0">
                <a:latin typeface="Trebuchet MS"/>
                <a:cs typeface="Trebuchet MS"/>
              </a:rPr>
              <a:t>uninformed</a:t>
            </a:r>
            <a:r>
              <a:rPr sz="1721" spc="-163" dirty="0">
                <a:latin typeface="Trebuchet MS"/>
                <a:cs typeface="Trebuchet MS"/>
              </a:rPr>
              <a:t> </a:t>
            </a:r>
            <a:r>
              <a:rPr sz="1721" spc="-31" dirty="0">
                <a:latin typeface="Trebuchet MS"/>
                <a:cs typeface="Trebuchet MS"/>
              </a:rPr>
              <a:t>search</a:t>
            </a:r>
            <a:r>
              <a:rPr sz="1721" spc="287" dirty="0">
                <a:latin typeface="Trebuchet MS"/>
                <a:cs typeface="Trebuchet MS"/>
              </a:rPr>
              <a:t> </a:t>
            </a:r>
            <a:r>
              <a:rPr sz="1721" spc="-71" dirty="0">
                <a:latin typeface="Trebuchet MS"/>
                <a:cs typeface="Trebuchet MS"/>
              </a:rPr>
              <a:t>method</a:t>
            </a:r>
            <a:r>
              <a:rPr sz="1721" spc="-176" dirty="0">
                <a:latin typeface="Trebuchet MS"/>
                <a:cs typeface="Trebuchet MS"/>
              </a:rPr>
              <a:t> </a:t>
            </a:r>
            <a:r>
              <a:rPr sz="1721" spc="-57" dirty="0">
                <a:latin typeface="Trebuchet MS"/>
                <a:cs typeface="Trebuchet MS"/>
              </a:rPr>
              <a:t>when</a:t>
            </a:r>
            <a:r>
              <a:rPr sz="1721" spc="-176" dirty="0">
                <a:latin typeface="Trebuchet MS"/>
                <a:cs typeface="Trebuchet MS"/>
              </a:rPr>
              <a:t> </a:t>
            </a:r>
            <a:r>
              <a:rPr sz="1721" spc="-22" dirty="0">
                <a:latin typeface="Trebuchet MS"/>
                <a:cs typeface="Trebuchet MS"/>
              </a:rPr>
              <a:t>the </a:t>
            </a:r>
            <a:r>
              <a:rPr sz="1721" spc="-79" dirty="0">
                <a:latin typeface="Trebuchet MS"/>
                <a:cs typeface="Trebuchet MS"/>
              </a:rPr>
              <a:t>search</a:t>
            </a:r>
            <a:r>
              <a:rPr sz="1721" spc="-234" dirty="0">
                <a:latin typeface="Trebuchet MS"/>
                <a:cs typeface="Trebuchet MS"/>
              </a:rPr>
              <a:t> </a:t>
            </a:r>
            <a:r>
              <a:rPr sz="1721" spc="-75" dirty="0">
                <a:latin typeface="Trebuchet MS"/>
                <a:cs typeface="Trebuchet MS"/>
              </a:rPr>
              <a:t>space</a:t>
            </a:r>
            <a:r>
              <a:rPr sz="1721" spc="-207" dirty="0">
                <a:latin typeface="Trebuchet MS"/>
                <a:cs typeface="Trebuchet MS"/>
              </a:rPr>
              <a:t> </a:t>
            </a:r>
            <a:r>
              <a:rPr sz="1721" spc="-44" dirty="0">
                <a:latin typeface="Trebuchet MS"/>
                <a:cs typeface="Trebuchet MS"/>
              </a:rPr>
              <a:t>is</a:t>
            </a:r>
            <a:r>
              <a:rPr sz="1721" spc="-172" dirty="0">
                <a:latin typeface="Trebuchet MS"/>
                <a:cs typeface="Trebuchet MS"/>
              </a:rPr>
              <a:t> </a:t>
            </a:r>
            <a:r>
              <a:rPr sz="1721" spc="-84" dirty="0">
                <a:latin typeface="Trebuchet MS"/>
                <a:cs typeface="Trebuchet MS"/>
              </a:rPr>
              <a:t>large</a:t>
            </a:r>
            <a:r>
              <a:rPr sz="1721" spc="-229" dirty="0">
                <a:latin typeface="Trebuchet MS"/>
                <a:cs typeface="Trebuchet MS"/>
              </a:rPr>
              <a:t> </a:t>
            </a:r>
            <a:r>
              <a:rPr sz="1721" spc="-53" dirty="0">
                <a:latin typeface="Trebuchet MS"/>
                <a:cs typeface="Trebuchet MS"/>
              </a:rPr>
              <a:t>and</a:t>
            </a:r>
            <a:r>
              <a:rPr sz="1721" spc="-199" dirty="0">
                <a:latin typeface="Trebuchet MS"/>
                <a:cs typeface="Trebuchet MS"/>
              </a:rPr>
              <a:t> </a:t>
            </a:r>
            <a:r>
              <a:rPr sz="1721" spc="-66" dirty="0">
                <a:latin typeface="Trebuchet MS"/>
                <a:cs typeface="Trebuchet MS"/>
              </a:rPr>
              <a:t>the</a:t>
            </a:r>
            <a:r>
              <a:rPr sz="1721" spc="-202" dirty="0">
                <a:latin typeface="Trebuchet MS"/>
                <a:cs typeface="Trebuchet MS"/>
              </a:rPr>
              <a:t> </a:t>
            </a:r>
            <a:r>
              <a:rPr sz="1721" spc="-79" dirty="0">
                <a:latin typeface="Trebuchet MS"/>
                <a:cs typeface="Trebuchet MS"/>
              </a:rPr>
              <a:t>depth</a:t>
            </a:r>
            <a:r>
              <a:rPr sz="1721" spc="-159" dirty="0">
                <a:latin typeface="Trebuchet MS"/>
                <a:cs typeface="Trebuchet MS"/>
              </a:rPr>
              <a:t> </a:t>
            </a:r>
            <a:r>
              <a:rPr sz="1721" spc="-49" dirty="0">
                <a:latin typeface="Trebuchet MS"/>
                <a:cs typeface="Trebuchet MS"/>
              </a:rPr>
              <a:t>of</a:t>
            </a:r>
            <a:r>
              <a:rPr sz="1721" spc="-190" dirty="0">
                <a:latin typeface="Trebuchet MS"/>
                <a:cs typeface="Trebuchet MS"/>
              </a:rPr>
              <a:t> </a:t>
            </a:r>
            <a:r>
              <a:rPr sz="1721" dirty="0">
                <a:latin typeface="Trebuchet MS"/>
                <a:cs typeface="Trebuchet MS"/>
              </a:rPr>
              <a:t>the</a:t>
            </a:r>
            <a:r>
              <a:rPr sz="1721" spc="304" dirty="0">
                <a:latin typeface="Trebuchet MS"/>
                <a:cs typeface="Trebuchet MS"/>
              </a:rPr>
              <a:t> </a:t>
            </a:r>
            <a:r>
              <a:rPr sz="1721" spc="-71" dirty="0">
                <a:latin typeface="Trebuchet MS"/>
                <a:cs typeface="Trebuchet MS"/>
              </a:rPr>
              <a:t>solution</a:t>
            </a:r>
            <a:r>
              <a:rPr sz="1721" spc="-110" dirty="0">
                <a:latin typeface="Trebuchet MS"/>
                <a:cs typeface="Trebuchet MS"/>
              </a:rPr>
              <a:t> </a:t>
            </a:r>
            <a:r>
              <a:rPr sz="1721" spc="-44" dirty="0">
                <a:latin typeface="Trebuchet MS"/>
                <a:cs typeface="Trebuchet MS"/>
              </a:rPr>
              <a:t>is</a:t>
            </a:r>
            <a:r>
              <a:rPr sz="1721" spc="-274" dirty="0">
                <a:latin typeface="Trebuchet MS"/>
                <a:cs typeface="Trebuchet MS"/>
              </a:rPr>
              <a:t> </a:t>
            </a:r>
            <a:r>
              <a:rPr sz="1721" spc="-9" dirty="0">
                <a:latin typeface="Trebuchet MS"/>
                <a:cs typeface="Trebuchet MS"/>
              </a:rPr>
              <a:t>unknown</a:t>
            </a:r>
            <a:endParaRPr sz="1721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22</a:t>
            </a:fld>
            <a:endParaRPr spc="-22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476201"/>
            <a:ext cx="6825545" cy="861552"/>
          </a:xfrm>
          <a:prstGeom prst="rect">
            <a:avLst/>
          </a:prstGeom>
        </p:spPr>
        <p:txBody>
          <a:bodyPr vert="horz" wrap="square" lIns="0" tIns="463203" rIns="0" bIns="0" rtlCol="0" anchor="ctr">
            <a:spAutoFit/>
          </a:bodyPr>
          <a:lstStyle/>
          <a:p>
            <a:pPr marL="119349">
              <a:lnSpc>
                <a:spcPct val="100000"/>
              </a:lnSpc>
              <a:spcBef>
                <a:spcPts val="101"/>
              </a:spcBef>
            </a:pPr>
            <a:r>
              <a:rPr sz="2559" b="1" spc="-110" dirty="0"/>
              <a:t>Properties</a:t>
            </a:r>
            <a:r>
              <a:rPr sz="2559" b="1" spc="-159" dirty="0"/>
              <a:t> </a:t>
            </a:r>
            <a:r>
              <a:rPr sz="2559" b="1" spc="-49" dirty="0"/>
              <a:t>of</a:t>
            </a:r>
            <a:r>
              <a:rPr sz="2559" b="1" spc="-137" dirty="0"/>
              <a:t> </a:t>
            </a:r>
            <a:r>
              <a:rPr sz="2559" b="1" spc="-146" dirty="0"/>
              <a:t>Iterative</a:t>
            </a:r>
            <a:r>
              <a:rPr sz="2559" b="1" spc="-247" dirty="0"/>
              <a:t> </a:t>
            </a:r>
            <a:r>
              <a:rPr sz="2559" b="1" spc="-79" dirty="0"/>
              <a:t>DeepeningSearch</a:t>
            </a:r>
            <a:endParaRPr sz="2559" b="1" dirty="0"/>
          </a:p>
        </p:txBody>
      </p:sp>
      <p:sp>
        <p:nvSpPr>
          <p:cNvPr id="3" name="object 3"/>
          <p:cNvSpPr txBox="1"/>
          <p:nvPr/>
        </p:nvSpPr>
        <p:spPr>
          <a:xfrm>
            <a:off x="3190968" y="2402483"/>
            <a:ext cx="5167032" cy="1252726"/>
          </a:xfrm>
          <a:prstGeom prst="rect">
            <a:avLst/>
          </a:prstGeom>
        </p:spPr>
        <p:txBody>
          <a:bodyPr vert="horz" wrap="square" lIns="0" tIns="8965" rIns="0" bIns="0" rtlCol="0">
            <a:spAutoFit/>
          </a:bodyPr>
          <a:lstStyle/>
          <a:p>
            <a:pPr marL="11206" marR="4483">
              <a:lnSpc>
                <a:spcPct val="101400"/>
              </a:lnSpc>
              <a:spcBef>
                <a:spcPts val="71"/>
              </a:spcBef>
            </a:pPr>
            <a:r>
              <a:rPr sz="2400" dirty="0">
                <a:latin typeface="Tahoma"/>
                <a:cs typeface="Tahoma"/>
              </a:rPr>
              <a:t>Combines</a:t>
            </a:r>
            <a:r>
              <a:rPr sz="2400" spc="-9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26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best</a:t>
            </a:r>
            <a:r>
              <a:rPr sz="2400" spc="31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26" dirty="0">
                <a:latin typeface="Tahoma"/>
                <a:cs typeface="Tahoma"/>
              </a:rPr>
              <a:t> </a:t>
            </a:r>
            <a:r>
              <a:rPr sz="2400" spc="-9" dirty="0">
                <a:latin typeface="Tahoma"/>
                <a:cs typeface="Tahoma"/>
              </a:rPr>
              <a:t>breadth-</a:t>
            </a:r>
            <a:r>
              <a:rPr sz="2400" dirty="0">
                <a:latin typeface="Tahoma"/>
                <a:cs typeface="Tahoma"/>
              </a:rPr>
              <a:t>first</a:t>
            </a:r>
            <a:r>
              <a:rPr sz="2400" spc="26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31" dirty="0">
                <a:latin typeface="Tahoma"/>
                <a:cs typeface="Tahoma"/>
              </a:rPr>
              <a:t> </a:t>
            </a:r>
            <a:r>
              <a:rPr sz="2400" spc="-9" dirty="0">
                <a:latin typeface="Tahoma"/>
                <a:cs typeface="Tahoma"/>
              </a:rPr>
              <a:t>depth- </a:t>
            </a:r>
            <a:r>
              <a:rPr sz="2400" dirty="0">
                <a:latin typeface="Tahoma"/>
                <a:cs typeface="Tahoma"/>
              </a:rPr>
              <a:t>first</a:t>
            </a:r>
            <a:r>
              <a:rPr sz="2400" spc="-18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search</a:t>
            </a:r>
            <a:r>
              <a:rPr sz="2400" spc="18" dirty="0">
                <a:latin typeface="Tahoma"/>
                <a:cs typeface="Tahoma"/>
              </a:rPr>
              <a:t> </a:t>
            </a:r>
            <a:r>
              <a:rPr sz="2400" spc="-9" dirty="0">
                <a:latin typeface="Tahoma"/>
                <a:cs typeface="Tahoma"/>
              </a:rPr>
              <a:t>strategies.</a:t>
            </a:r>
            <a:endParaRPr sz="2400" dirty="0">
              <a:latin typeface="Tahoma"/>
              <a:cs typeface="Tahoma"/>
            </a:endParaRPr>
          </a:p>
          <a:p>
            <a:pPr marL="337875" indent="-244862">
              <a:spcBef>
                <a:spcPts val="962"/>
              </a:spcBef>
              <a:buChar char="•"/>
              <a:tabLst>
                <a:tab pos="337875" algn="l"/>
                <a:tab pos="2710848" algn="l"/>
              </a:tabLst>
            </a:pPr>
            <a:r>
              <a:rPr sz="2400" spc="-9" dirty="0">
                <a:latin typeface="Tahoma"/>
                <a:cs typeface="Tahoma"/>
              </a:rPr>
              <a:t>Completeness: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18" dirty="0">
                <a:latin typeface="Tahoma"/>
                <a:cs typeface="Tahoma"/>
              </a:rPr>
              <a:t>Yes,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64349" y="3655209"/>
            <a:ext cx="2290482" cy="2045054"/>
          </a:xfrm>
          <a:prstGeom prst="rect">
            <a:avLst/>
          </a:prstGeom>
        </p:spPr>
        <p:txBody>
          <a:bodyPr vert="horz" wrap="square" lIns="0" tIns="69476" rIns="0" bIns="0" rtlCol="0">
            <a:spAutoFit/>
          </a:bodyPr>
          <a:lstStyle/>
          <a:p>
            <a:pPr marL="255508" indent="-244301">
              <a:spcBef>
                <a:spcPts val="547"/>
              </a:spcBef>
              <a:buChar char="•"/>
              <a:tabLst>
                <a:tab pos="255508" algn="l"/>
              </a:tabLst>
            </a:pPr>
            <a:r>
              <a:rPr sz="2400" dirty="0">
                <a:latin typeface="Tahoma"/>
                <a:cs typeface="Tahoma"/>
              </a:rPr>
              <a:t>Time</a:t>
            </a:r>
            <a:r>
              <a:rPr sz="2400" spc="-57" dirty="0">
                <a:latin typeface="Tahoma"/>
                <a:cs typeface="Tahoma"/>
              </a:rPr>
              <a:t> </a:t>
            </a:r>
            <a:r>
              <a:rPr sz="2400" spc="-9" dirty="0">
                <a:latin typeface="Tahoma"/>
                <a:cs typeface="Tahoma"/>
              </a:rPr>
              <a:t>complexity:</a:t>
            </a:r>
            <a:endParaRPr sz="2400" dirty="0">
              <a:latin typeface="Tahoma"/>
              <a:cs typeface="Tahoma"/>
            </a:endParaRPr>
          </a:p>
          <a:p>
            <a:pPr marL="255508" indent="-244301">
              <a:spcBef>
                <a:spcPts val="468"/>
              </a:spcBef>
              <a:buChar char="•"/>
              <a:tabLst>
                <a:tab pos="255508" algn="l"/>
              </a:tabLst>
            </a:pPr>
            <a:r>
              <a:rPr sz="2400" dirty="0">
                <a:latin typeface="Tahoma"/>
                <a:cs typeface="Tahoma"/>
              </a:rPr>
              <a:t>Space</a:t>
            </a:r>
            <a:r>
              <a:rPr sz="2400" spc="-26" dirty="0">
                <a:latin typeface="Tahoma"/>
                <a:cs typeface="Tahoma"/>
              </a:rPr>
              <a:t> </a:t>
            </a:r>
            <a:r>
              <a:rPr sz="2400" spc="-9" dirty="0">
                <a:latin typeface="Tahoma"/>
                <a:cs typeface="Tahoma"/>
              </a:rPr>
              <a:t>complexity:</a:t>
            </a:r>
            <a:endParaRPr sz="2400" dirty="0">
              <a:latin typeface="Tahoma"/>
              <a:cs typeface="Tahoma"/>
            </a:endParaRPr>
          </a:p>
          <a:p>
            <a:pPr marL="255508" indent="-244301">
              <a:spcBef>
                <a:spcPts val="538"/>
              </a:spcBef>
              <a:buChar char="•"/>
              <a:tabLst>
                <a:tab pos="255508" algn="l"/>
              </a:tabLst>
            </a:pPr>
            <a:r>
              <a:rPr sz="2400" spc="-9" dirty="0">
                <a:latin typeface="Tahoma"/>
                <a:cs typeface="Tahoma"/>
              </a:rPr>
              <a:t>Optimality: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86057" y="3670449"/>
            <a:ext cx="2286560" cy="2175218"/>
          </a:xfrm>
          <a:prstGeom prst="rect">
            <a:avLst/>
          </a:prstGeom>
        </p:spPr>
        <p:txBody>
          <a:bodyPr vert="horz" wrap="square" lIns="0" tIns="40901" rIns="0" bIns="0" rtlCol="0">
            <a:spAutoFit/>
          </a:bodyPr>
          <a:lstStyle/>
          <a:p>
            <a:pPr marL="33619">
              <a:spcBef>
                <a:spcPts val="322"/>
              </a:spcBef>
            </a:pPr>
            <a:r>
              <a:rPr sz="2800" spc="-110" dirty="0">
                <a:latin typeface="Tahoma"/>
                <a:cs typeface="Tahoma"/>
              </a:rPr>
              <a:t>O(b</a:t>
            </a:r>
            <a:r>
              <a:rPr sz="2800" spc="-190" dirty="0">
                <a:latin typeface="Tahoma"/>
                <a:cs typeface="Tahoma"/>
              </a:rPr>
              <a:t> </a:t>
            </a:r>
            <a:r>
              <a:rPr sz="2800" spc="-66" baseline="18518" dirty="0">
                <a:latin typeface="Tahoma"/>
                <a:cs typeface="Tahoma"/>
              </a:rPr>
              <a:t>d</a:t>
            </a:r>
            <a:endParaRPr sz="2800" baseline="18518" dirty="0">
              <a:latin typeface="Tahoma"/>
              <a:cs typeface="Tahoma"/>
            </a:endParaRPr>
          </a:p>
          <a:p>
            <a:pPr marL="33619">
              <a:spcBef>
                <a:spcPts val="247"/>
              </a:spcBef>
            </a:pPr>
            <a:endParaRPr lang="en-US" sz="2800" spc="-9" dirty="0">
              <a:latin typeface="Tahoma"/>
              <a:cs typeface="Tahoma"/>
            </a:endParaRPr>
          </a:p>
          <a:p>
            <a:pPr marL="33619">
              <a:spcBef>
                <a:spcPts val="247"/>
              </a:spcBef>
            </a:pPr>
            <a:r>
              <a:rPr sz="2800" spc="-9" dirty="0">
                <a:latin typeface="Tahoma"/>
                <a:cs typeface="Tahoma"/>
              </a:rPr>
              <a:t>O(bd)</a:t>
            </a:r>
            <a:endParaRPr sz="2800" dirty="0">
              <a:latin typeface="Tahoma"/>
              <a:cs typeface="Tahoma"/>
            </a:endParaRPr>
          </a:p>
          <a:p>
            <a:pPr marL="33619">
              <a:spcBef>
                <a:spcPts val="441"/>
              </a:spcBef>
            </a:pPr>
            <a:r>
              <a:rPr sz="2400" spc="-44" dirty="0">
                <a:latin typeface="Tahoma"/>
                <a:cs typeface="Tahoma"/>
              </a:rPr>
              <a:t>Yes,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if step</a:t>
            </a:r>
            <a:r>
              <a:rPr sz="2400" spc="-4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cost</a:t>
            </a:r>
            <a:r>
              <a:rPr sz="2400" spc="-1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13" dirty="0">
                <a:latin typeface="Tahoma"/>
                <a:cs typeface="Tahoma"/>
              </a:rPr>
              <a:t> </a:t>
            </a:r>
            <a:r>
              <a:rPr sz="2400" spc="-44" dirty="0">
                <a:latin typeface="Tahoma"/>
                <a:cs typeface="Tahoma"/>
              </a:rPr>
              <a:t>1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968751" y="6469987"/>
            <a:ext cx="1117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922"/>
              </a:lnSpc>
            </a:pPr>
            <a:r>
              <a:rPr lang="en-US"/>
              <a:t>©</a:t>
            </a:r>
            <a:r>
              <a:rPr lang="en-US" spc="-25"/>
              <a:t> </a:t>
            </a:r>
            <a:r>
              <a:rPr lang="en-US"/>
              <a:t>Saif</a:t>
            </a:r>
            <a:r>
              <a:rPr lang="en-US" spc="-25"/>
              <a:t> </a:t>
            </a:r>
            <a:r>
              <a:rPr lang="en-US"/>
              <a:t>ul</a:t>
            </a:r>
            <a:r>
              <a:rPr lang="en-US" spc="-10"/>
              <a:t> </a:t>
            </a:r>
            <a:r>
              <a:rPr lang="en-US"/>
              <a:t>Islam</a:t>
            </a:r>
            <a:r>
              <a:rPr lang="en-US" spc="-25"/>
              <a:t> </a:t>
            </a:r>
            <a:r>
              <a:rPr lang="en-US"/>
              <a:t>-</a:t>
            </a:r>
            <a:r>
              <a:rPr lang="en-US" spc="-15"/>
              <a:t> </a:t>
            </a:r>
            <a:r>
              <a:rPr lang="en-US" spc="-20"/>
              <a:t>2022</a:t>
            </a:r>
            <a:endParaRPr spc="-18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9008354" y="6471505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922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045"/>
                </a:lnSpc>
              </a:pPr>
              <a:t>23</a:t>
            </a:fld>
            <a:endParaRPr spc="-22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25F1C9-3C4D-701A-2563-D04FBDB922F1}"/>
              </a:ext>
            </a:extLst>
          </p:cNvPr>
          <p:cNvSpPr txBox="1"/>
          <p:nvPr/>
        </p:nvSpPr>
        <p:spPr>
          <a:xfrm>
            <a:off x="6853645" y="3719963"/>
            <a:ext cx="45175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(1)+(b)+(b+b2)+(b+b2+b3)+⋯+(bd)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AE490-C4EA-37E5-DDE6-A49645BD2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B6764-CDA8-5627-C5CA-207066491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1DF7F8-AA3D-C0F7-4B53-6441A7465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7157"/>
            <a:ext cx="12122331" cy="700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264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D7E76-43EE-DBB2-90B0-2FD529297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33E82-96D8-F75C-B180-D55C39EA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B2BEC-365D-D96A-589D-30D3E12B0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98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513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CB83A-B3F1-E5AE-29B2-D52A6DFC7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Uninformed Searches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7A524A-C0F3-17D3-B89A-04AEF8570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901824"/>
            <a:ext cx="10717771" cy="396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80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nti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2040</Words>
  <Application>Microsoft Office PowerPoint</Application>
  <PresentationFormat>Widescreen</PresentationFormat>
  <Paragraphs>575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SimSun-ExtB</vt:lpstr>
      <vt:lpstr>Aptos</vt:lpstr>
      <vt:lpstr>Arial</vt:lpstr>
      <vt:lpstr>Calibri</vt:lpstr>
      <vt:lpstr>Courier New</vt:lpstr>
      <vt:lpstr>Microsoft Sans Serif</vt:lpstr>
      <vt:lpstr>Montserrat</vt:lpstr>
      <vt:lpstr>Symbol</vt:lpstr>
      <vt:lpstr>Tahoma</vt:lpstr>
      <vt:lpstr>Times New Roman</vt:lpstr>
      <vt:lpstr>Trebuchet MS</vt:lpstr>
      <vt:lpstr>Office Theme</vt:lpstr>
      <vt:lpstr>Uninformed Searches</vt:lpstr>
      <vt:lpstr>Properties of Uniform‐CostSearch</vt:lpstr>
      <vt:lpstr>Iterative‐Deepening Search(IDS)</vt:lpstr>
      <vt:lpstr>Iterative‐Deepening Search(IDS)</vt:lpstr>
      <vt:lpstr>Iterative‐Deepening Search(IDS)</vt:lpstr>
      <vt:lpstr>Iterative‐Deepening Search(IDS)</vt:lpstr>
      <vt:lpstr>Iterative‐Deepening Search(IDS)</vt:lpstr>
      <vt:lpstr>Iterative‐Deepening Search(IDS)</vt:lpstr>
      <vt:lpstr>Iterative‐Deepening Search(IDS)</vt:lpstr>
      <vt:lpstr>Iterative‐Deepening Search(IDS)</vt:lpstr>
      <vt:lpstr>Iterative‐Deepening Search(IDS)</vt:lpstr>
      <vt:lpstr>Iterative‐Deepening Search(IDS)</vt:lpstr>
      <vt:lpstr>Iterative‐Deepening Search(IDS)</vt:lpstr>
      <vt:lpstr>Iterative‐Deepening Search(IDS)</vt:lpstr>
      <vt:lpstr>Iterative‐Deepening Search(IDS)</vt:lpstr>
      <vt:lpstr>Iterative‐Deepening Search(IDS)</vt:lpstr>
      <vt:lpstr>Iterative‐Deepening Search(IDS)</vt:lpstr>
      <vt:lpstr>Iterative‐Deepening Search(IDS)</vt:lpstr>
      <vt:lpstr>Iterative‐Deepening Search(IDS)</vt:lpstr>
      <vt:lpstr>Iterative‐Deepening Search</vt:lpstr>
      <vt:lpstr>Iterative Deepening Search</vt:lpstr>
      <vt:lpstr>Iterative Deepening Search</vt:lpstr>
      <vt:lpstr>Properties of Iterative DeepeningSearch</vt:lpstr>
      <vt:lpstr>PowerPoint Presentation</vt:lpstr>
      <vt:lpstr>PowerPoint Presentation</vt:lpstr>
      <vt:lpstr>Comparison of Uninformed Searches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Usman Anwer</dc:creator>
  <cp:lastModifiedBy>Usman Anwer</cp:lastModifiedBy>
  <cp:revision>6</cp:revision>
  <dcterms:created xsi:type="dcterms:W3CDTF">2026-01-27T13:20:14Z</dcterms:created>
  <dcterms:modified xsi:type="dcterms:W3CDTF">2026-02-04T07:51:06Z</dcterms:modified>
</cp:coreProperties>
</file>